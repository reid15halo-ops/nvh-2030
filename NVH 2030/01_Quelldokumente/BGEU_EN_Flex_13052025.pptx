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customXml/itemProps6.xml" ContentType="application/vnd.openxmlformats-officedocument.customXmlProperties+xml"/>
  <Override PartName="/customXml/itemProps7.xml" ContentType="application/vnd.openxmlformats-officedocument.customXmlProperties+xml"/>
  <Override PartName="/customXml/itemProps8.xml" ContentType="application/vnd.openxmlformats-officedocument.customXmlProperties+xml"/>
  <Override PartName="/customXml/itemProps9.xml" ContentType="application/vnd.openxmlformats-officedocument.customXmlProperties+xml"/>
  <Override PartName="/customXml/itemProps10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ppt/tags/tag4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7" r:id="rId11"/>
  </p:sldMasterIdLst>
  <p:notesMasterIdLst>
    <p:notesMasterId r:id="rId20"/>
  </p:notesMasterIdLst>
  <p:handoutMasterIdLst>
    <p:handoutMasterId r:id="rId21"/>
  </p:handoutMasterIdLst>
  <p:sldIdLst>
    <p:sldId id="256" r:id="rId12"/>
    <p:sldId id="264" r:id="rId13"/>
    <p:sldId id="265" r:id="rId14"/>
    <p:sldId id="269" r:id="rId15"/>
    <p:sldId id="266" r:id="rId16"/>
    <p:sldId id="267" r:id="rId17"/>
    <p:sldId id="268" r:id="rId18"/>
    <p:sldId id="263" r:id="rId19"/>
  </p:sldIdLst>
  <p:sldSz cx="12192000" cy="6858000"/>
  <p:notesSz cx="6797675" cy="9926638"/>
  <p:custDataLst>
    <p:custData r:id="rId4"/>
    <p:custData r:id="rId5"/>
    <p:custData r:id="rId6"/>
    <p:custData r:id="rId7"/>
    <p:custData r:id="rId8"/>
    <p:custData r:id="rId9"/>
    <p:custData r:id="rId10"/>
    <p:tags r:id="rId22"/>
  </p:custDataLst>
  <p:defaultTextStyle>
    <a:defPPr>
      <a:defRPr lang="en-GB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/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1794E83-D1F6-401B-89BF-155B0974867F}" v="280" dt="2025-05-13T13:17:20.67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5854" autoAdjust="0"/>
  </p:normalViewPr>
  <p:slideViewPr>
    <p:cSldViewPr showGuides="1">
      <p:cViewPr varScale="1">
        <p:scale>
          <a:sx n="74" d="100"/>
          <a:sy n="74" d="100"/>
        </p:scale>
        <p:origin x="376" y="4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 showGuides="1">
      <p:cViewPr varScale="1">
        <p:scale>
          <a:sx n="90" d="100"/>
          <a:sy n="90" d="100"/>
        </p:scale>
        <p:origin x="2916" y="102"/>
      </p:cViewPr>
      <p:guideLst/>
    </p:cSldViewPr>
  </p:notes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customXml" Target="../customXml/item8.xml" Id="rId8" /><Relationship Type="http://schemas.openxmlformats.org/officeDocument/2006/relationships/slide" Target="slides/slide2.xml" Id="rId13" /><Relationship Type="http://schemas.openxmlformats.org/officeDocument/2006/relationships/slide" Target="slides/slide7.xml" Id="rId18" /><Relationship Type="http://schemas.openxmlformats.org/officeDocument/2006/relationships/tableStyles" Target="tableStyles.xml" Id="rId26" /><Relationship Type="http://schemas.openxmlformats.org/officeDocument/2006/relationships/customXml" Target="../customXml/item3.xml" Id="rId3" /><Relationship Type="http://schemas.openxmlformats.org/officeDocument/2006/relationships/handoutMaster" Target="handoutMasters/handoutMaster1.xml" Id="rId21" /><Relationship Type="http://schemas.openxmlformats.org/officeDocument/2006/relationships/customXml" Target="../customXml/item7.xml" Id="rId7" /><Relationship Type="http://schemas.openxmlformats.org/officeDocument/2006/relationships/slide" Target="slides/slide1.xml" Id="rId12" /><Relationship Type="http://schemas.openxmlformats.org/officeDocument/2006/relationships/slide" Target="slides/slide6.xml" Id="rId17" /><Relationship Type="http://schemas.openxmlformats.org/officeDocument/2006/relationships/theme" Target="theme/theme1.xml" Id="rId25" /><Relationship Type="http://schemas.openxmlformats.org/officeDocument/2006/relationships/customXml" Target="../customXml/item2.xml" Id="rId2" /><Relationship Type="http://schemas.openxmlformats.org/officeDocument/2006/relationships/slide" Target="slides/slide5.xml" Id="rId16" /><Relationship Type="http://schemas.openxmlformats.org/officeDocument/2006/relationships/notesMaster" Target="notesMasters/notesMaster1.xml" Id="rId20" /><Relationship Type="http://schemas.openxmlformats.org/officeDocument/2006/relationships/customXml" Target="../customXml/item1.xml" Id="rId1" /><Relationship Type="http://schemas.openxmlformats.org/officeDocument/2006/relationships/customXml" Target="../customXml/item6.xml" Id="rId6" /><Relationship Type="http://schemas.openxmlformats.org/officeDocument/2006/relationships/slideMaster" Target="slideMasters/slideMaster1.xml" Id="rId11" /><Relationship Type="http://schemas.openxmlformats.org/officeDocument/2006/relationships/viewProps" Target="viewProps.xml" Id="rId24" /><Relationship Type="http://schemas.openxmlformats.org/officeDocument/2006/relationships/customXml" Target="../customXml/item5.xml" Id="rId5" /><Relationship Type="http://schemas.openxmlformats.org/officeDocument/2006/relationships/slide" Target="slides/slide4.xml" Id="rId15" /><Relationship Type="http://schemas.openxmlformats.org/officeDocument/2006/relationships/presProps" Target="presProps.xml" Id="rId23" /><Relationship Type="http://schemas.microsoft.com/office/2015/10/relationships/revisionInfo" Target="revisionInfo.xml" Id="rId28" /><Relationship Type="http://schemas.openxmlformats.org/officeDocument/2006/relationships/customXml" Target="../customXml/item10.xml" Id="rId10" /><Relationship Type="http://schemas.openxmlformats.org/officeDocument/2006/relationships/slide" Target="slides/slide8.xml" Id="rId19" /><Relationship Type="http://schemas.openxmlformats.org/officeDocument/2006/relationships/customXml" Target="../customXml/item4.xml" Id="rId4" /><Relationship Type="http://schemas.openxmlformats.org/officeDocument/2006/relationships/customXml" Target="../customXml/item9.xml" Id="rId9" /><Relationship Type="http://schemas.openxmlformats.org/officeDocument/2006/relationships/slide" Target="slides/slide3.xml" Id="rId14" /><Relationship Type="http://schemas.openxmlformats.org/officeDocument/2006/relationships/tags" Target="tags/tag1.xml" Id="rId22" 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9" name="Rectangle 5">
            <a:extLst>
              <a:ext uri="{FF2B5EF4-FFF2-40B4-BE49-F238E27FC236}">
                <a16:creationId xmlns:a16="http://schemas.microsoft.com/office/drawing/2014/main" id="{1EFB64EB-4201-4217-9704-A4C86AB799AD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0"/>
            <a:ext cx="2945033" cy="496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334" tIns="45167" rIns="90334" bIns="45167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/>
            </a:lvl1pPr>
          </a:lstStyle>
          <a:p>
            <a:endParaRPr lang="en-GB" altLang="x-none"/>
          </a:p>
        </p:txBody>
      </p:sp>
      <p:sp>
        <p:nvSpPr>
          <p:cNvPr id="36870" name="Rectangle 6">
            <a:extLst>
              <a:ext uri="{FF2B5EF4-FFF2-40B4-BE49-F238E27FC236}">
                <a16:creationId xmlns:a16="http://schemas.microsoft.com/office/drawing/2014/main" id="{55689B8A-29DF-482E-94B6-9740F70E1042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51078" y="0"/>
            <a:ext cx="2945033" cy="496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334" tIns="45167" rIns="90334" bIns="45167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/>
            </a:lvl1pPr>
          </a:lstStyle>
          <a:p>
            <a:fld id="{43E0DD24-FEA3-4BE9-B887-5215351E7D23}" type="datetimeFigureOut">
              <a:rPr lang="en-GB" altLang="x-none"/>
              <a:pPr/>
              <a:t>13/05/2025</a:t>
            </a:fld>
            <a:endParaRPr lang="en-GB" altLang="x-none"/>
          </a:p>
        </p:txBody>
      </p:sp>
      <p:sp>
        <p:nvSpPr>
          <p:cNvPr id="36871" name="Rectangle 7">
            <a:extLst>
              <a:ext uri="{FF2B5EF4-FFF2-40B4-BE49-F238E27FC236}">
                <a16:creationId xmlns:a16="http://schemas.microsoft.com/office/drawing/2014/main" id="{829A7B45-BF4C-4AE2-96C7-65A834E3ABE6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1" y="9428736"/>
            <a:ext cx="2945033" cy="496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334" tIns="45167" rIns="90334" bIns="45167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200"/>
            </a:lvl1pPr>
          </a:lstStyle>
          <a:p>
            <a:endParaRPr lang="en-GB" altLang="x-none"/>
          </a:p>
        </p:txBody>
      </p:sp>
      <p:sp>
        <p:nvSpPr>
          <p:cNvPr id="36872" name="Rectangle 8">
            <a:extLst>
              <a:ext uri="{FF2B5EF4-FFF2-40B4-BE49-F238E27FC236}">
                <a16:creationId xmlns:a16="http://schemas.microsoft.com/office/drawing/2014/main" id="{35E06AF7-EEA8-4CE5-9185-5932ABF10F28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51078" y="9428736"/>
            <a:ext cx="2945033" cy="496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334" tIns="45167" rIns="90334" bIns="45167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/>
            </a:lvl1pPr>
          </a:lstStyle>
          <a:p>
            <a:fld id="{C2EBD03D-56D0-4856-9847-C0A4CFA9836D}" type="slidenum">
              <a:rPr lang="en-GB" altLang="x-none"/>
              <a:pPr/>
              <a:t>‹#›</a:t>
            </a:fld>
            <a:endParaRPr lang="en-GB" altLang="x-none"/>
          </a:p>
        </p:txBody>
      </p:sp>
    </p:spTree>
    <p:extLst>
      <p:ext uri="{BB962C8B-B14F-4D97-AF65-F5344CB8AC3E}">
        <p14:creationId xmlns:p14="http://schemas.microsoft.com/office/powerpoint/2010/main" val="228483080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4">
            <a:extLst>
              <a:ext uri="{FF2B5EF4-FFF2-40B4-BE49-F238E27FC236}">
                <a16:creationId xmlns:a16="http://schemas.microsoft.com/office/drawing/2014/main" id="{14BD549B-341F-4705-81DD-FB2DC6779299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0488" y="744538"/>
            <a:ext cx="6616700" cy="3722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sp>
      <p:sp>
        <p:nvSpPr>
          <p:cNvPr id="25605" name="Rectangle 5">
            <a:extLst>
              <a:ext uri="{FF2B5EF4-FFF2-40B4-BE49-F238E27FC236}">
                <a16:creationId xmlns:a16="http://schemas.microsoft.com/office/drawing/2014/main" id="{A9A28A8F-3F23-4631-B86F-19C0BDA4721B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0"/>
            <a:ext cx="2945033" cy="496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334" tIns="45167" rIns="90334" bIns="45167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/>
            </a:lvl1pPr>
          </a:lstStyle>
          <a:p>
            <a:endParaRPr lang="en-GB" altLang="x-none"/>
          </a:p>
        </p:txBody>
      </p:sp>
      <p:sp>
        <p:nvSpPr>
          <p:cNvPr id="25606" name="Rectangle 6">
            <a:extLst>
              <a:ext uri="{FF2B5EF4-FFF2-40B4-BE49-F238E27FC236}">
                <a16:creationId xmlns:a16="http://schemas.microsoft.com/office/drawing/2014/main" id="{4F43F84B-4B30-4B19-8426-990D8A29C2BE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26387" y="4715153"/>
            <a:ext cx="4944902" cy="4466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x-none"/>
              <a:t>Click to edit Master text styles</a:t>
            </a:r>
          </a:p>
          <a:p>
            <a:pPr lvl="1"/>
            <a:r>
              <a:rPr lang="en-GB" altLang="x-none"/>
              <a:t>Second level</a:t>
            </a:r>
          </a:p>
          <a:p>
            <a:pPr lvl="2"/>
            <a:r>
              <a:rPr lang="en-GB" altLang="x-none"/>
              <a:t>Third level</a:t>
            </a:r>
          </a:p>
          <a:p>
            <a:pPr lvl="3"/>
            <a:r>
              <a:rPr lang="en-GB" altLang="x-none"/>
              <a:t>Fourth level</a:t>
            </a:r>
          </a:p>
          <a:p>
            <a:pPr lvl="4"/>
            <a:r>
              <a:rPr lang="en-GB" altLang="x-none"/>
              <a:t>Fifth level</a:t>
            </a:r>
          </a:p>
        </p:txBody>
      </p:sp>
      <p:sp>
        <p:nvSpPr>
          <p:cNvPr id="25607" name="Rectangle 7">
            <a:extLst>
              <a:ext uri="{FF2B5EF4-FFF2-40B4-BE49-F238E27FC236}">
                <a16:creationId xmlns:a16="http://schemas.microsoft.com/office/drawing/2014/main" id="{8E756EB2-34C5-436A-ABD7-978D6A4DF990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51078" y="0"/>
            <a:ext cx="2945033" cy="496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334" tIns="45167" rIns="90334" bIns="45167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/>
            </a:lvl1pPr>
          </a:lstStyle>
          <a:p>
            <a:fld id="{60C18952-D8C4-48E5-9C2B-5D104BB674C5}" type="datetimeFigureOut">
              <a:rPr lang="en-GB" altLang="x-none"/>
              <a:pPr/>
              <a:t>13/05/2025</a:t>
            </a:fld>
            <a:endParaRPr lang="en-GB" altLang="x-none"/>
          </a:p>
        </p:txBody>
      </p:sp>
      <p:sp>
        <p:nvSpPr>
          <p:cNvPr id="25608" name="Rectangle 8">
            <a:extLst>
              <a:ext uri="{FF2B5EF4-FFF2-40B4-BE49-F238E27FC236}">
                <a16:creationId xmlns:a16="http://schemas.microsoft.com/office/drawing/2014/main" id="{DF02C9F1-16A4-4AC4-B43D-3766BECFCB49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" y="9428736"/>
            <a:ext cx="2945033" cy="496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334" tIns="45167" rIns="90334" bIns="45167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200"/>
            </a:lvl1pPr>
          </a:lstStyle>
          <a:p>
            <a:endParaRPr lang="en-GB" altLang="x-none"/>
          </a:p>
        </p:txBody>
      </p:sp>
      <p:sp>
        <p:nvSpPr>
          <p:cNvPr id="25609" name="Rectangle 9">
            <a:extLst>
              <a:ext uri="{FF2B5EF4-FFF2-40B4-BE49-F238E27FC236}">
                <a16:creationId xmlns:a16="http://schemas.microsoft.com/office/drawing/2014/main" id="{49E4C7CB-06D8-4759-8E00-777CD562409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1078" y="9428736"/>
            <a:ext cx="2945033" cy="496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334" tIns="45167" rIns="90334" bIns="45167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/>
            </a:lvl1pPr>
          </a:lstStyle>
          <a:p>
            <a:fld id="{40D4A133-3E39-4343-A036-3D58BF7031A0}" type="slidenum">
              <a:rPr lang="en-GB" altLang="x-none"/>
              <a:pPr/>
              <a:t>‹#›</a:t>
            </a:fld>
            <a:endParaRPr lang="en-GB" altLang="x-none"/>
          </a:p>
        </p:txBody>
      </p:sp>
    </p:spTree>
    <p:extLst>
      <p:ext uri="{BB962C8B-B14F-4D97-AF65-F5344CB8AC3E}">
        <p14:creationId xmlns:p14="http://schemas.microsoft.com/office/powerpoint/2010/main" val="287620953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D4A133-3E39-4343-A036-3D58BF7031A0}" type="slidenum">
              <a:rPr lang="en-GB" altLang="x-none" smtClean="0"/>
              <a:pPr/>
              <a:t>1</a:t>
            </a:fld>
            <a:endParaRPr lang="en-GB" altLang="x-none"/>
          </a:p>
        </p:txBody>
      </p:sp>
    </p:spTree>
    <p:extLst>
      <p:ext uri="{BB962C8B-B14F-4D97-AF65-F5344CB8AC3E}">
        <p14:creationId xmlns:p14="http://schemas.microsoft.com/office/powerpoint/2010/main" val="32052002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D4A133-3E39-4343-A036-3D58BF7031A0}" type="slidenum">
              <a:rPr lang="en-GB" altLang="x-none" smtClean="0"/>
              <a:pPr/>
              <a:t>2</a:t>
            </a:fld>
            <a:endParaRPr lang="en-GB" altLang="x-none"/>
          </a:p>
        </p:txBody>
      </p:sp>
    </p:spTree>
    <p:extLst>
      <p:ext uri="{BB962C8B-B14F-4D97-AF65-F5344CB8AC3E}">
        <p14:creationId xmlns:p14="http://schemas.microsoft.com/office/powerpoint/2010/main" val="11424938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942210-F4C0-79F2-E542-2813968D3F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CFE11D-64FD-A52D-9685-0F928F507E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D5AFFCF-3590-77D3-4435-66D5577800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7C99A8-4F4C-763F-722E-4644EBBEBBA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D4A133-3E39-4343-A036-3D58BF7031A0}" type="slidenum">
              <a:rPr lang="en-GB" altLang="x-none" smtClean="0"/>
              <a:pPr/>
              <a:t>4</a:t>
            </a:fld>
            <a:endParaRPr lang="en-GB" altLang="x-none"/>
          </a:p>
        </p:txBody>
      </p:sp>
    </p:spTree>
    <p:extLst>
      <p:ext uri="{BB962C8B-B14F-4D97-AF65-F5344CB8AC3E}">
        <p14:creationId xmlns:p14="http://schemas.microsoft.com/office/powerpoint/2010/main" val="361934968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D4A133-3E39-4343-A036-3D58BF7031A0}" type="slidenum">
              <a:rPr lang="en-GB" altLang="x-none" smtClean="0"/>
              <a:pPr/>
              <a:t>8</a:t>
            </a:fld>
            <a:endParaRPr lang="en-GB" altLang="x-none"/>
          </a:p>
        </p:txBody>
      </p:sp>
    </p:spTree>
    <p:extLst>
      <p:ext uri="{BB962C8B-B14F-4D97-AF65-F5344CB8AC3E}">
        <p14:creationId xmlns:p14="http://schemas.microsoft.com/office/powerpoint/2010/main" val="38585186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sv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id">
            <a:extLst>
              <a:ext uri="{FF2B5EF4-FFF2-40B4-BE49-F238E27FC236}">
                <a16:creationId xmlns:a16="http://schemas.microsoft.com/office/drawing/2014/main" id="{5B3561AA-9BBA-42F3-A881-B78F96DF85F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2460405"/>
            <a:ext cx="12191999" cy="3797300"/>
          </a:xfrm>
          <a:prstGeom prst="rect">
            <a:avLst/>
          </a:prstGeom>
        </p:spPr>
      </p:pic>
      <p:sp>
        <p:nvSpPr>
          <p:cNvPr id="10" name="Tagline">
            <a:extLst>
              <a:ext uri="{FF2B5EF4-FFF2-40B4-BE49-F238E27FC236}">
                <a16:creationId xmlns:a16="http://schemas.microsoft.com/office/drawing/2014/main" id="{1989C9C9-D4B4-43FA-AF09-815D6747C249}"/>
              </a:ext>
            </a:extLst>
          </p:cNvPr>
          <p:cNvSpPr txBox="1"/>
          <p:nvPr userDrawn="1"/>
        </p:nvSpPr>
        <p:spPr bwMode="gray">
          <a:xfrm>
            <a:off x="412724" y="6185766"/>
            <a:ext cx="473511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noProof="0" dirty="0">
                <a:solidFill>
                  <a:schemeClr val="accent2"/>
                </a:solidFill>
              </a:rPr>
              <a:t>Autoneum. Mastering sound and heat.</a:t>
            </a:r>
          </a:p>
        </p:txBody>
      </p:sp>
      <p:sp>
        <p:nvSpPr>
          <p:cNvPr id="65543" name="Subtitle">
            <a:extLst>
              <a:ext uri="{FF2B5EF4-FFF2-40B4-BE49-F238E27FC236}">
                <a16:creationId xmlns:a16="http://schemas.microsoft.com/office/drawing/2014/main" id="{EA4F3126-A5AE-4CCF-987E-DBA5201BACE4}"/>
              </a:ext>
            </a:extLst>
          </p:cNvPr>
          <p:cNvSpPr>
            <a:spLocks noGrp="1" noChangeArrowheads="1"/>
          </p:cNvSpPr>
          <p:nvPr>
            <p:ph type="subTitle" idx="1" hasCustomPrompt="1"/>
          </p:nvPr>
        </p:nvSpPr>
        <p:spPr bwMode="gray">
          <a:xfrm>
            <a:off x="503238" y="1718889"/>
            <a:ext cx="11201399" cy="810705"/>
          </a:xfrm>
        </p:spPr>
        <p:txBody>
          <a:bodyPr/>
          <a:lstStyle>
            <a:lvl1pPr>
              <a:lnSpc>
                <a:spcPts val="4600"/>
              </a:lnSpc>
              <a:spcBef>
                <a:spcPct val="0"/>
              </a:spcBef>
              <a:spcAft>
                <a:spcPct val="0"/>
              </a:spcAft>
              <a:defRPr sz="42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altLang="x-none" noProof="0" dirty="0"/>
              <a:t>Click to add subtitle</a:t>
            </a:r>
          </a:p>
        </p:txBody>
      </p:sp>
      <p:sp>
        <p:nvSpPr>
          <p:cNvPr id="65540" name="Title">
            <a:extLst>
              <a:ext uri="{FF2B5EF4-FFF2-40B4-BE49-F238E27FC236}">
                <a16:creationId xmlns:a16="http://schemas.microsoft.com/office/drawing/2014/main" id="{109EA18E-19BE-4C23-AAA8-5BF6D31DE262}"/>
              </a:ext>
            </a:extLst>
          </p:cNvPr>
          <p:cNvSpPr>
            <a:spLocks noGrp="1" noChangeArrowheads="1"/>
          </p:cNvSpPr>
          <p:nvPr>
            <p:ph type="ctrTitle" hasCustomPrompt="1"/>
          </p:nvPr>
        </p:nvSpPr>
        <p:spPr bwMode="gray">
          <a:xfrm>
            <a:off x="503238" y="1262195"/>
            <a:ext cx="11201399" cy="409575"/>
          </a:xfrm>
        </p:spPr>
        <p:txBody>
          <a:bodyPr anchor="b"/>
          <a:lstStyle>
            <a:lvl1pPr>
              <a:lnSpc>
                <a:spcPts val="2600"/>
              </a:lnSpc>
              <a:defRPr sz="22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altLang="x-none" noProof="0" dirty="0"/>
              <a:t>Click to add title</a:t>
            </a:r>
          </a:p>
        </p:txBody>
      </p:sp>
      <p:grpSp>
        <p:nvGrpSpPr>
          <p:cNvPr id="16" name="Logo_Color">
            <a:extLst>
              <a:ext uri="{FF2B5EF4-FFF2-40B4-BE49-F238E27FC236}">
                <a16:creationId xmlns:a16="http://schemas.microsoft.com/office/drawing/2014/main" id="{E2885034-D7C7-40E1-A005-2EE9DA3304D1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087820" y="495720"/>
            <a:ext cx="1612800" cy="229651"/>
            <a:chOff x="1030968" y="702286"/>
            <a:chExt cx="1211122" cy="172455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1582F804-F601-4DBF-971F-8101295C2CB8}"/>
                </a:ext>
              </a:extLst>
            </p:cNvPr>
            <p:cNvSpPr/>
            <p:nvPr/>
          </p:nvSpPr>
          <p:spPr>
            <a:xfrm>
              <a:off x="1344835" y="707326"/>
              <a:ext cx="104775" cy="161925"/>
            </a:xfrm>
            <a:custGeom>
              <a:avLst/>
              <a:gdLst>
                <a:gd name="connsiteX0" fmla="*/ 7144 w 104775"/>
                <a:gd name="connsiteY0" fmla="*/ 44672 h 161925"/>
                <a:gd name="connsiteX1" fmla="*/ 7144 w 104775"/>
                <a:gd name="connsiteY1" fmla="*/ 44672 h 161925"/>
                <a:gd name="connsiteX2" fmla="*/ 7144 w 104775"/>
                <a:gd name="connsiteY2" fmla="*/ 88011 h 161925"/>
                <a:gd name="connsiteX3" fmla="*/ 72580 w 104775"/>
                <a:gd name="connsiteY3" fmla="*/ 158401 h 161925"/>
                <a:gd name="connsiteX4" fmla="*/ 98013 w 104775"/>
                <a:gd name="connsiteY4" fmla="*/ 158401 h 161925"/>
                <a:gd name="connsiteX5" fmla="*/ 98013 w 104775"/>
                <a:gd name="connsiteY5" fmla="*/ 121063 h 161925"/>
                <a:gd name="connsiteX6" fmla="*/ 72580 w 104775"/>
                <a:gd name="connsiteY6" fmla="*/ 121063 h 161925"/>
                <a:gd name="connsiteX7" fmla="*/ 42672 w 104775"/>
                <a:gd name="connsiteY7" fmla="*/ 88011 h 161925"/>
                <a:gd name="connsiteX8" fmla="*/ 42672 w 104775"/>
                <a:gd name="connsiteY8" fmla="*/ 44672 h 161925"/>
                <a:gd name="connsiteX9" fmla="*/ 98774 w 104775"/>
                <a:gd name="connsiteY9" fmla="*/ 44672 h 161925"/>
                <a:gd name="connsiteX10" fmla="*/ 98774 w 104775"/>
                <a:gd name="connsiteY10" fmla="*/ 7144 h 161925"/>
                <a:gd name="connsiteX11" fmla="*/ 7144 w 104775"/>
                <a:gd name="connsiteY11" fmla="*/ 7144 h 161925"/>
                <a:gd name="connsiteX12" fmla="*/ 7144 w 104775"/>
                <a:gd name="connsiteY12" fmla="*/ 44672 h 16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4775" h="161925">
                  <a:moveTo>
                    <a:pt x="7144" y="44672"/>
                  </a:moveTo>
                  <a:lnTo>
                    <a:pt x="7144" y="44672"/>
                  </a:lnTo>
                  <a:lnTo>
                    <a:pt x="7144" y="88011"/>
                  </a:lnTo>
                  <a:cubicBezTo>
                    <a:pt x="7144" y="129445"/>
                    <a:pt x="34004" y="158401"/>
                    <a:pt x="72580" y="158401"/>
                  </a:cubicBezTo>
                  <a:lnTo>
                    <a:pt x="98013" y="158401"/>
                  </a:lnTo>
                  <a:lnTo>
                    <a:pt x="98013" y="121063"/>
                  </a:lnTo>
                  <a:lnTo>
                    <a:pt x="72580" y="121063"/>
                  </a:lnTo>
                  <a:cubicBezTo>
                    <a:pt x="53530" y="121063"/>
                    <a:pt x="42672" y="108966"/>
                    <a:pt x="42672" y="88011"/>
                  </a:cubicBezTo>
                  <a:lnTo>
                    <a:pt x="42672" y="44672"/>
                  </a:lnTo>
                  <a:lnTo>
                    <a:pt x="98774" y="44672"/>
                  </a:lnTo>
                  <a:lnTo>
                    <a:pt x="98774" y="7144"/>
                  </a:lnTo>
                  <a:lnTo>
                    <a:pt x="7144" y="7144"/>
                  </a:lnTo>
                  <a:lnTo>
                    <a:pt x="7144" y="44672"/>
                  </a:lnTo>
                  <a:close/>
                </a:path>
              </a:pathLst>
            </a:custGeom>
            <a:solidFill>
              <a:srgbClr val="B8C4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D07D9C56-5B20-4F59-B94D-B9524116AF86}"/>
                </a:ext>
              </a:extLst>
            </p:cNvPr>
            <p:cNvSpPr/>
            <p:nvPr/>
          </p:nvSpPr>
          <p:spPr>
            <a:xfrm>
              <a:off x="1429987" y="702401"/>
              <a:ext cx="171450" cy="171450"/>
            </a:xfrm>
            <a:custGeom>
              <a:avLst/>
              <a:gdLst>
                <a:gd name="connsiteX0" fmla="*/ 89822 w 171450"/>
                <a:gd name="connsiteY0" fmla="*/ 7211 h 171450"/>
                <a:gd name="connsiteX1" fmla="*/ 7211 w 171450"/>
                <a:gd name="connsiteY1" fmla="*/ 83345 h 171450"/>
                <a:gd name="connsiteX2" fmla="*/ 83345 w 171450"/>
                <a:gd name="connsiteY2" fmla="*/ 165956 h 171450"/>
                <a:gd name="connsiteX3" fmla="*/ 165956 w 171450"/>
                <a:gd name="connsiteY3" fmla="*/ 89822 h 171450"/>
                <a:gd name="connsiteX4" fmla="*/ 166022 w 171450"/>
                <a:gd name="connsiteY4" fmla="*/ 86554 h 171450"/>
                <a:gd name="connsiteX5" fmla="*/ 89950 w 171450"/>
                <a:gd name="connsiteY5" fmla="*/ 7213 h 171450"/>
                <a:gd name="connsiteX6" fmla="*/ 89822 w 171450"/>
                <a:gd name="connsiteY6" fmla="*/ 7211 h 171450"/>
                <a:gd name="connsiteX7" fmla="*/ 89822 w 171450"/>
                <a:gd name="connsiteY7" fmla="*/ 133417 h 171450"/>
                <a:gd name="connsiteX8" fmla="*/ 40189 w 171450"/>
                <a:gd name="connsiteY8" fmla="*/ 89499 h 171450"/>
                <a:gd name="connsiteX9" fmla="*/ 84108 w 171450"/>
                <a:gd name="connsiteY9" fmla="*/ 39866 h 171450"/>
                <a:gd name="connsiteX10" fmla="*/ 133741 w 171450"/>
                <a:gd name="connsiteY10" fmla="*/ 83784 h 171450"/>
                <a:gd name="connsiteX11" fmla="*/ 133828 w 171450"/>
                <a:gd name="connsiteY11" fmla="*/ 86554 h 171450"/>
                <a:gd name="connsiteX12" fmla="*/ 89822 w 171450"/>
                <a:gd name="connsiteY12" fmla="*/ 133417 h 171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71450" h="171450">
                  <a:moveTo>
                    <a:pt x="89822" y="7211"/>
                  </a:moveTo>
                  <a:cubicBezTo>
                    <a:pt x="45986" y="5422"/>
                    <a:pt x="9000" y="39509"/>
                    <a:pt x="7211" y="83345"/>
                  </a:cubicBezTo>
                  <a:cubicBezTo>
                    <a:pt x="5422" y="127181"/>
                    <a:pt x="39509" y="164167"/>
                    <a:pt x="83345" y="165956"/>
                  </a:cubicBezTo>
                  <a:cubicBezTo>
                    <a:pt x="127181" y="167745"/>
                    <a:pt x="164167" y="133658"/>
                    <a:pt x="165956" y="89822"/>
                  </a:cubicBezTo>
                  <a:cubicBezTo>
                    <a:pt x="166000" y="88733"/>
                    <a:pt x="166022" y="87644"/>
                    <a:pt x="166022" y="86554"/>
                  </a:cubicBezTo>
                  <a:cubicBezTo>
                    <a:pt x="166925" y="43638"/>
                    <a:pt x="132866" y="8116"/>
                    <a:pt x="89950" y="7213"/>
                  </a:cubicBezTo>
                  <a:cubicBezTo>
                    <a:pt x="89907" y="7212"/>
                    <a:pt x="89865" y="7212"/>
                    <a:pt x="89822" y="7211"/>
                  </a:cubicBezTo>
                  <a:close/>
                  <a:moveTo>
                    <a:pt x="89822" y="133417"/>
                  </a:moveTo>
                  <a:cubicBezTo>
                    <a:pt x="63989" y="134995"/>
                    <a:pt x="41767" y="115332"/>
                    <a:pt x="40189" y="89499"/>
                  </a:cubicBezTo>
                  <a:cubicBezTo>
                    <a:pt x="38611" y="63665"/>
                    <a:pt x="58274" y="41444"/>
                    <a:pt x="84108" y="39866"/>
                  </a:cubicBezTo>
                  <a:cubicBezTo>
                    <a:pt x="109941" y="38288"/>
                    <a:pt x="132163" y="57951"/>
                    <a:pt x="133741" y="83784"/>
                  </a:cubicBezTo>
                  <a:cubicBezTo>
                    <a:pt x="133797" y="84706"/>
                    <a:pt x="133826" y="85630"/>
                    <a:pt x="133828" y="86554"/>
                  </a:cubicBezTo>
                  <a:cubicBezTo>
                    <a:pt x="134524" y="111611"/>
                    <a:pt x="114874" y="132537"/>
                    <a:pt x="89822" y="133417"/>
                  </a:cubicBezTo>
                  <a:close/>
                </a:path>
              </a:pathLst>
            </a:custGeom>
            <a:solidFill>
              <a:srgbClr val="B8C4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7DF7311F-3F3E-40F3-B393-7B09ABB83C44}"/>
                </a:ext>
              </a:extLst>
            </p:cNvPr>
            <p:cNvSpPr/>
            <p:nvPr/>
          </p:nvSpPr>
          <p:spPr>
            <a:xfrm>
              <a:off x="1902620" y="707040"/>
              <a:ext cx="123825" cy="161925"/>
            </a:xfrm>
            <a:custGeom>
              <a:avLst/>
              <a:gdLst>
                <a:gd name="connsiteX0" fmla="*/ 110013 w 123825"/>
                <a:gd name="connsiteY0" fmla="*/ 96679 h 161925"/>
                <a:gd name="connsiteX1" fmla="*/ 65436 w 123825"/>
                <a:gd name="connsiteY1" fmla="*/ 147161 h 161925"/>
                <a:gd name="connsiteX2" fmla="*/ 20954 w 123825"/>
                <a:gd name="connsiteY2" fmla="*/ 96679 h 161925"/>
                <a:gd name="connsiteX3" fmla="*/ 20954 w 123825"/>
                <a:gd name="connsiteY3" fmla="*/ 7144 h 161925"/>
                <a:gd name="connsiteX4" fmla="*/ 7238 w 123825"/>
                <a:gd name="connsiteY4" fmla="*/ 7144 h 161925"/>
                <a:gd name="connsiteX5" fmla="*/ 7238 w 123825"/>
                <a:gd name="connsiteY5" fmla="*/ 96679 h 161925"/>
                <a:gd name="connsiteX6" fmla="*/ 26288 w 123825"/>
                <a:gd name="connsiteY6" fmla="*/ 146018 h 161925"/>
                <a:gd name="connsiteX7" fmla="*/ 103536 w 123825"/>
                <a:gd name="connsiteY7" fmla="*/ 146018 h 161925"/>
                <a:gd name="connsiteX8" fmla="*/ 123062 w 123825"/>
                <a:gd name="connsiteY8" fmla="*/ 96679 h 161925"/>
                <a:gd name="connsiteX9" fmla="*/ 123063 w 123825"/>
                <a:gd name="connsiteY9" fmla="*/ 7144 h 161925"/>
                <a:gd name="connsiteX10" fmla="*/ 109346 w 123825"/>
                <a:gd name="connsiteY10" fmla="*/ 7144 h 161925"/>
                <a:gd name="connsiteX11" fmla="*/ 109346 w 123825"/>
                <a:gd name="connsiteY11" fmla="*/ 96679 h 16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3825" h="161925">
                  <a:moveTo>
                    <a:pt x="110013" y="96679"/>
                  </a:moveTo>
                  <a:cubicBezTo>
                    <a:pt x="110013" y="133731"/>
                    <a:pt x="83343" y="147161"/>
                    <a:pt x="65436" y="147161"/>
                  </a:cubicBezTo>
                  <a:cubicBezTo>
                    <a:pt x="47529" y="147161"/>
                    <a:pt x="20954" y="133731"/>
                    <a:pt x="20954" y="96679"/>
                  </a:cubicBezTo>
                  <a:lnTo>
                    <a:pt x="20954" y="7144"/>
                  </a:lnTo>
                  <a:lnTo>
                    <a:pt x="7238" y="7144"/>
                  </a:lnTo>
                  <a:lnTo>
                    <a:pt x="7238" y="96679"/>
                  </a:lnTo>
                  <a:cubicBezTo>
                    <a:pt x="6241" y="115092"/>
                    <a:pt x="13176" y="133052"/>
                    <a:pt x="26288" y="146018"/>
                  </a:cubicBezTo>
                  <a:cubicBezTo>
                    <a:pt x="47937" y="166568"/>
                    <a:pt x="81887" y="166568"/>
                    <a:pt x="103536" y="146018"/>
                  </a:cubicBezTo>
                  <a:cubicBezTo>
                    <a:pt x="116782" y="133108"/>
                    <a:pt x="123886" y="115157"/>
                    <a:pt x="123062" y="96679"/>
                  </a:cubicBezTo>
                  <a:lnTo>
                    <a:pt x="123063" y="7144"/>
                  </a:lnTo>
                  <a:lnTo>
                    <a:pt x="109346" y="7144"/>
                  </a:lnTo>
                  <a:lnTo>
                    <a:pt x="109346" y="96679"/>
                  </a:lnTo>
                  <a:close/>
                </a:path>
              </a:pathLst>
            </a:custGeom>
            <a:solidFill>
              <a:srgbClr val="B8C4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7DBA2570-1228-4E11-BD96-6DB545B8DC86}"/>
                </a:ext>
              </a:extLst>
            </p:cNvPr>
            <p:cNvSpPr/>
            <p:nvPr/>
          </p:nvSpPr>
          <p:spPr>
            <a:xfrm>
              <a:off x="1182931" y="707040"/>
              <a:ext cx="161925" cy="161925"/>
            </a:xfrm>
            <a:custGeom>
              <a:avLst/>
              <a:gdLst>
                <a:gd name="connsiteX0" fmla="*/ 116279 w 161925"/>
                <a:gd name="connsiteY0" fmla="*/ 77819 h 161925"/>
                <a:gd name="connsiteX1" fmla="*/ 81989 w 161925"/>
                <a:gd name="connsiteY1" fmla="*/ 117824 h 161925"/>
                <a:gd name="connsiteX2" fmla="*/ 47603 w 161925"/>
                <a:gd name="connsiteY2" fmla="*/ 77819 h 161925"/>
                <a:gd name="connsiteX3" fmla="*/ 47603 w 161925"/>
                <a:gd name="connsiteY3" fmla="*/ 7144 h 161925"/>
                <a:gd name="connsiteX4" fmla="*/ 7217 w 161925"/>
                <a:gd name="connsiteY4" fmla="*/ 7144 h 161925"/>
                <a:gd name="connsiteX5" fmla="*/ 7217 w 161925"/>
                <a:gd name="connsiteY5" fmla="*/ 77819 h 161925"/>
                <a:gd name="connsiteX6" fmla="*/ 32268 w 161925"/>
                <a:gd name="connsiteY6" fmla="*/ 140493 h 161925"/>
                <a:gd name="connsiteX7" fmla="*/ 131329 w 161925"/>
                <a:gd name="connsiteY7" fmla="*/ 140493 h 161925"/>
                <a:gd name="connsiteX8" fmla="*/ 156379 w 161925"/>
                <a:gd name="connsiteY8" fmla="*/ 77914 h 161925"/>
                <a:gd name="connsiteX9" fmla="*/ 156379 w 161925"/>
                <a:gd name="connsiteY9" fmla="*/ 7144 h 161925"/>
                <a:gd name="connsiteX10" fmla="*/ 115993 w 161925"/>
                <a:gd name="connsiteY10" fmla="*/ 7144 h 161925"/>
                <a:gd name="connsiteX11" fmla="*/ 115993 w 161925"/>
                <a:gd name="connsiteY11" fmla="*/ 77819 h 16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1925" h="161925">
                  <a:moveTo>
                    <a:pt x="116279" y="77819"/>
                  </a:moveTo>
                  <a:cubicBezTo>
                    <a:pt x="116279" y="109442"/>
                    <a:pt x="93895" y="117824"/>
                    <a:pt x="81989" y="117824"/>
                  </a:cubicBezTo>
                  <a:cubicBezTo>
                    <a:pt x="70082" y="117824"/>
                    <a:pt x="47603" y="109442"/>
                    <a:pt x="47603" y="77819"/>
                  </a:cubicBezTo>
                  <a:lnTo>
                    <a:pt x="47603" y="7144"/>
                  </a:lnTo>
                  <a:lnTo>
                    <a:pt x="7217" y="7144"/>
                  </a:lnTo>
                  <a:lnTo>
                    <a:pt x="7217" y="77819"/>
                  </a:lnTo>
                  <a:cubicBezTo>
                    <a:pt x="6222" y="101331"/>
                    <a:pt x="15341" y="124145"/>
                    <a:pt x="32268" y="140493"/>
                  </a:cubicBezTo>
                  <a:cubicBezTo>
                    <a:pt x="60063" y="166765"/>
                    <a:pt x="103534" y="166765"/>
                    <a:pt x="131329" y="140493"/>
                  </a:cubicBezTo>
                  <a:cubicBezTo>
                    <a:pt x="148241" y="124174"/>
                    <a:pt x="157359" y="101396"/>
                    <a:pt x="156379" y="77914"/>
                  </a:cubicBezTo>
                  <a:lnTo>
                    <a:pt x="156379" y="7144"/>
                  </a:lnTo>
                  <a:lnTo>
                    <a:pt x="115993" y="7144"/>
                  </a:lnTo>
                  <a:lnTo>
                    <a:pt x="115993" y="77819"/>
                  </a:lnTo>
                  <a:close/>
                </a:path>
              </a:pathLst>
            </a:custGeom>
            <a:solidFill>
              <a:srgbClr val="B8C4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6A931A55-6E26-4697-B813-EAE5E6FE3BEB}"/>
                </a:ext>
              </a:extLst>
            </p:cNvPr>
            <p:cNvSpPr/>
            <p:nvPr/>
          </p:nvSpPr>
          <p:spPr>
            <a:xfrm>
              <a:off x="1596891" y="702962"/>
              <a:ext cx="142875" cy="161925"/>
            </a:xfrm>
            <a:custGeom>
              <a:avLst/>
              <a:gdLst>
                <a:gd name="connsiteX0" fmla="*/ 117799 w 142875"/>
                <a:gd name="connsiteY0" fmla="*/ 24653 h 161925"/>
                <a:gd name="connsiteX1" fmla="*/ 29598 w 142875"/>
                <a:gd name="connsiteY1" fmla="*/ 24653 h 161925"/>
                <a:gd name="connsiteX2" fmla="*/ 7214 w 142875"/>
                <a:gd name="connsiteY2" fmla="*/ 80850 h 161925"/>
                <a:gd name="connsiteX3" fmla="*/ 7214 w 142875"/>
                <a:gd name="connsiteY3" fmla="*/ 160860 h 161925"/>
                <a:gd name="connsiteX4" fmla="*/ 31884 w 142875"/>
                <a:gd name="connsiteY4" fmla="*/ 160860 h 161925"/>
                <a:gd name="connsiteX5" fmla="*/ 31884 w 142875"/>
                <a:gd name="connsiteY5" fmla="*/ 80850 h 161925"/>
                <a:gd name="connsiteX6" fmla="*/ 73794 w 142875"/>
                <a:gd name="connsiteY6" fmla="*/ 33225 h 161925"/>
                <a:gd name="connsiteX7" fmla="*/ 115704 w 142875"/>
                <a:gd name="connsiteY7" fmla="*/ 80850 h 161925"/>
                <a:gd name="connsiteX8" fmla="*/ 115704 w 142875"/>
                <a:gd name="connsiteY8" fmla="*/ 160860 h 161925"/>
                <a:gd name="connsiteX9" fmla="*/ 140469 w 142875"/>
                <a:gd name="connsiteY9" fmla="*/ 160860 h 161925"/>
                <a:gd name="connsiteX10" fmla="*/ 140469 w 142875"/>
                <a:gd name="connsiteY10" fmla="*/ 80850 h 161925"/>
                <a:gd name="connsiteX11" fmla="*/ 118180 w 142875"/>
                <a:gd name="connsiteY11" fmla="*/ 24653 h 16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42875" h="161925">
                  <a:moveTo>
                    <a:pt x="117799" y="24653"/>
                  </a:moveTo>
                  <a:cubicBezTo>
                    <a:pt x="93033" y="1307"/>
                    <a:pt x="54364" y="1307"/>
                    <a:pt x="29598" y="24653"/>
                  </a:cubicBezTo>
                  <a:cubicBezTo>
                    <a:pt x="14441" y="39321"/>
                    <a:pt x="6293" y="59778"/>
                    <a:pt x="7214" y="80850"/>
                  </a:cubicBezTo>
                  <a:lnTo>
                    <a:pt x="7214" y="160860"/>
                  </a:lnTo>
                  <a:lnTo>
                    <a:pt x="31884" y="160860"/>
                  </a:lnTo>
                  <a:lnTo>
                    <a:pt x="31884" y="80850"/>
                  </a:lnTo>
                  <a:cubicBezTo>
                    <a:pt x="31884" y="42750"/>
                    <a:pt x="59220" y="33225"/>
                    <a:pt x="73794" y="33225"/>
                  </a:cubicBezTo>
                  <a:cubicBezTo>
                    <a:pt x="88367" y="33225"/>
                    <a:pt x="115704" y="43226"/>
                    <a:pt x="115704" y="80850"/>
                  </a:cubicBezTo>
                  <a:lnTo>
                    <a:pt x="115704" y="160860"/>
                  </a:lnTo>
                  <a:lnTo>
                    <a:pt x="140469" y="160860"/>
                  </a:lnTo>
                  <a:lnTo>
                    <a:pt x="140469" y="80850"/>
                  </a:lnTo>
                  <a:cubicBezTo>
                    <a:pt x="141366" y="59801"/>
                    <a:pt x="133261" y="39365"/>
                    <a:pt x="118180" y="24653"/>
                  </a:cubicBezTo>
                  <a:close/>
                </a:path>
              </a:pathLst>
            </a:custGeom>
            <a:solidFill>
              <a:srgbClr val="B8C4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E80CF33C-B321-4E76-99C3-7DD91F132E4B}"/>
                </a:ext>
              </a:extLst>
            </p:cNvPr>
            <p:cNvSpPr/>
            <p:nvPr/>
          </p:nvSpPr>
          <p:spPr>
            <a:xfrm>
              <a:off x="2032540" y="703230"/>
              <a:ext cx="209550" cy="161925"/>
            </a:xfrm>
            <a:custGeom>
              <a:avLst/>
              <a:gdLst>
                <a:gd name="connsiteX0" fmla="*/ 157163 w 209550"/>
                <a:gd name="connsiteY0" fmla="*/ 7144 h 161925"/>
                <a:gd name="connsiteX1" fmla="*/ 108680 w 209550"/>
                <a:gd name="connsiteY1" fmla="*/ 40481 h 161925"/>
                <a:gd name="connsiteX2" fmla="*/ 60197 w 209550"/>
                <a:gd name="connsiteY2" fmla="*/ 7144 h 161925"/>
                <a:gd name="connsiteX3" fmla="*/ 7144 w 209550"/>
                <a:gd name="connsiteY3" fmla="*/ 66389 h 161925"/>
                <a:gd name="connsiteX4" fmla="*/ 7144 w 209550"/>
                <a:gd name="connsiteY4" fmla="*/ 160687 h 161925"/>
                <a:gd name="connsiteX5" fmla="*/ 16669 w 209550"/>
                <a:gd name="connsiteY5" fmla="*/ 160687 h 161925"/>
                <a:gd name="connsiteX6" fmla="*/ 16669 w 209550"/>
                <a:gd name="connsiteY6" fmla="*/ 66389 h 161925"/>
                <a:gd name="connsiteX7" fmla="*/ 60579 w 209550"/>
                <a:gd name="connsiteY7" fmla="*/ 16764 h 161925"/>
                <a:gd name="connsiteX8" fmla="*/ 104489 w 209550"/>
                <a:gd name="connsiteY8" fmla="*/ 66104 h 161925"/>
                <a:gd name="connsiteX9" fmla="*/ 104489 w 209550"/>
                <a:gd name="connsiteY9" fmla="*/ 160687 h 161925"/>
                <a:gd name="connsiteX10" fmla="*/ 114014 w 209550"/>
                <a:gd name="connsiteY10" fmla="*/ 160687 h 161925"/>
                <a:gd name="connsiteX11" fmla="*/ 114014 w 209550"/>
                <a:gd name="connsiteY11" fmla="*/ 66104 h 161925"/>
                <a:gd name="connsiteX12" fmla="*/ 157925 w 209550"/>
                <a:gd name="connsiteY12" fmla="*/ 16764 h 161925"/>
                <a:gd name="connsiteX13" fmla="*/ 201835 w 209550"/>
                <a:gd name="connsiteY13" fmla="*/ 66389 h 161925"/>
                <a:gd name="connsiteX14" fmla="*/ 201835 w 209550"/>
                <a:gd name="connsiteY14" fmla="*/ 160687 h 161925"/>
                <a:gd name="connsiteX15" fmla="*/ 211360 w 209550"/>
                <a:gd name="connsiteY15" fmla="*/ 160687 h 161925"/>
                <a:gd name="connsiteX16" fmla="*/ 211360 w 209550"/>
                <a:gd name="connsiteY16" fmla="*/ 66389 h 161925"/>
                <a:gd name="connsiteX17" fmla="*/ 158210 w 209550"/>
                <a:gd name="connsiteY17" fmla="*/ 7144 h 16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09550" h="161925">
                  <a:moveTo>
                    <a:pt x="157163" y="7144"/>
                  </a:moveTo>
                  <a:cubicBezTo>
                    <a:pt x="135739" y="7405"/>
                    <a:pt x="116592" y="20571"/>
                    <a:pt x="108680" y="40481"/>
                  </a:cubicBezTo>
                  <a:cubicBezTo>
                    <a:pt x="100789" y="20554"/>
                    <a:pt x="81629" y="7379"/>
                    <a:pt x="60197" y="7144"/>
                  </a:cubicBezTo>
                  <a:cubicBezTo>
                    <a:pt x="38862" y="7144"/>
                    <a:pt x="7144" y="22955"/>
                    <a:pt x="7144" y="66389"/>
                  </a:cubicBezTo>
                  <a:lnTo>
                    <a:pt x="7144" y="160687"/>
                  </a:lnTo>
                  <a:lnTo>
                    <a:pt x="16669" y="160687"/>
                  </a:lnTo>
                  <a:lnTo>
                    <a:pt x="16669" y="66389"/>
                  </a:lnTo>
                  <a:cubicBezTo>
                    <a:pt x="16669" y="30004"/>
                    <a:pt x="42958" y="16764"/>
                    <a:pt x="60579" y="16764"/>
                  </a:cubicBezTo>
                  <a:cubicBezTo>
                    <a:pt x="78200" y="16764"/>
                    <a:pt x="104299" y="30004"/>
                    <a:pt x="104489" y="66104"/>
                  </a:cubicBezTo>
                  <a:lnTo>
                    <a:pt x="104489" y="160687"/>
                  </a:lnTo>
                  <a:lnTo>
                    <a:pt x="114014" y="160687"/>
                  </a:lnTo>
                  <a:lnTo>
                    <a:pt x="114014" y="66104"/>
                  </a:lnTo>
                  <a:cubicBezTo>
                    <a:pt x="114014" y="30004"/>
                    <a:pt x="140303" y="16764"/>
                    <a:pt x="157925" y="16764"/>
                  </a:cubicBezTo>
                  <a:cubicBezTo>
                    <a:pt x="175546" y="16764"/>
                    <a:pt x="201835" y="30004"/>
                    <a:pt x="201835" y="66389"/>
                  </a:cubicBezTo>
                  <a:lnTo>
                    <a:pt x="201835" y="160687"/>
                  </a:lnTo>
                  <a:lnTo>
                    <a:pt x="211360" y="160687"/>
                  </a:lnTo>
                  <a:lnTo>
                    <a:pt x="211360" y="66389"/>
                  </a:lnTo>
                  <a:cubicBezTo>
                    <a:pt x="211360" y="22955"/>
                    <a:pt x="179546" y="7144"/>
                    <a:pt x="158210" y="7144"/>
                  </a:cubicBezTo>
                  <a:close/>
                </a:path>
              </a:pathLst>
            </a:custGeom>
            <a:solidFill>
              <a:srgbClr val="B8C4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DC9AFCED-6628-40DE-82BD-F29590602CB2}"/>
                </a:ext>
              </a:extLst>
            </p:cNvPr>
            <p:cNvSpPr/>
            <p:nvPr/>
          </p:nvSpPr>
          <p:spPr>
            <a:xfrm>
              <a:off x="1739805" y="703291"/>
              <a:ext cx="161925" cy="171450"/>
            </a:xfrm>
            <a:custGeom>
              <a:avLst/>
              <a:gdLst>
                <a:gd name="connsiteX0" fmla="*/ 98139 w 161925"/>
                <a:gd name="connsiteY0" fmla="*/ 8512 h 171450"/>
                <a:gd name="connsiteX1" fmla="*/ 8993 w 161925"/>
                <a:gd name="connsiteY1" fmla="*/ 69058 h 171450"/>
                <a:gd name="connsiteX2" fmla="*/ 8794 w 161925"/>
                <a:gd name="connsiteY2" fmla="*/ 70138 h 171450"/>
                <a:gd name="connsiteX3" fmla="*/ 68040 w 161925"/>
                <a:gd name="connsiteY3" fmla="*/ 163674 h 171450"/>
                <a:gd name="connsiteX4" fmla="*/ 153765 w 161925"/>
                <a:gd name="connsiteY4" fmla="*/ 113763 h 171450"/>
                <a:gd name="connsiteX5" fmla="*/ 132619 w 161925"/>
                <a:gd name="connsiteY5" fmla="*/ 113763 h 171450"/>
                <a:gd name="connsiteX6" fmla="*/ 71469 w 161925"/>
                <a:gd name="connsiteY6" fmla="*/ 144719 h 171450"/>
                <a:gd name="connsiteX7" fmla="*/ 27273 w 161925"/>
                <a:gd name="connsiteY7" fmla="*/ 94522 h 171450"/>
                <a:gd name="connsiteX8" fmla="*/ 158051 w 161925"/>
                <a:gd name="connsiteY8" fmla="*/ 94522 h 171450"/>
                <a:gd name="connsiteX9" fmla="*/ 97948 w 161925"/>
                <a:gd name="connsiteY9" fmla="*/ 8797 h 171450"/>
                <a:gd name="connsiteX10" fmla="*/ 27844 w 161925"/>
                <a:gd name="connsiteY10" fmla="*/ 75187 h 171450"/>
                <a:gd name="connsiteX11" fmla="*/ 27844 w 161925"/>
                <a:gd name="connsiteY11" fmla="*/ 73853 h 171450"/>
                <a:gd name="connsiteX12" fmla="*/ 92243 w 161925"/>
                <a:gd name="connsiteY12" fmla="*/ 26593 h 171450"/>
                <a:gd name="connsiteX13" fmla="*/ 94519 w 161925"/>
                <a:gd name="connsiteY13" fmla="*/ 26990 h 171450"/>
                <a:gd name="connsiteX14" fmla="*/ 138525 w 161925"/>
                <a:gd name="connsiteY14" fmla="*/ 74615 h 171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61925" h="171450">
                  <a:moveTo>
                    <a:pt x="98139" y="8512"/>
                  </a:moveTo>
                  <a:cubicBezTo>
                    <a:pt x="56802" y="614"/>
                    <a:pt x="16890" y="27721"/>
                    <a:pt x="8993" y="69058"/>
                  </a:cubicBezTo>
                  <a:cubicBezTo>
                    <a:pt x="8924" y="69417"/>
                    <a:pt x="8858" y="69778"/>
                    <a:pt x="8794" y="70138"/>
                  </a:cubicBezTo>
                  <a:cubicBezTo>
                    <a:pt x="142" y="112182"/>
                    <a:pt x="26331" y="153529"/>
                    <a:pt x="68040" y="163674"/>
                  </a:cubicBezTo>
                  <a:cubicBezTo>
                    <a:pt x="105095" y="170936"/>
                    <a:pt x="141787" y="149574"/>
                    <a:pt x="153765" y="113763"/>
                  </a:cubicBezTo>
                  <a:lnTo>
                    <a:pt x="132619" y="113763"/>
                  </a:lnTo>
                  <a:cubicBezTo>
                    <a:pt x="121847" y="136981"/>
                    <a:pt x="96558" y="149783"/>
                    <a:pt x="71469" y="144719"/>
                  </a:cubicBezTo>
                  <a:cubicBezTo>
                    <a:pt x="47541" y="139122"/>
                    <a:pt x="29795" y="118966"/>
                    <a:pt x="27273" y="94522"/>
                  </a:cubicBezTo>
                  <a:lnTo>
                    <a:pt x="158051" y="94522"/>
                  </a:lnTo>
                  <a:cubicBezTo>
                    <a:pt x="162387" y="54908"/>
                    <a:pt x="136667" y="18224"/>
                    <a:pt x="97948" y="8797"/>
                  </a:cubicBezTo>
                  <a:close/>
                  <a:moveTo>
                    <a:pt x="27844" y="75187"/>
                  </a:moveTo>
                  <a:lnTo>
                    <a:pt x="27844" y="73853"/>
                  </a:lnTo>
                  <a:cubicBezTo>
                    <a:pt x="32577" y="43019"/>
                    <a:pt x="61409" y="21860"/>
                    <a:pt x="92243" y="26593"/>
                  </a:cubicBezTo>
                  <a:cubicBezTo>
                    <a:pt x="93004" y="26710"/>
                    <a:pt x="93763" y="26842"/>
                    <a:pt x="94519" y="26990"/>
                  </a:cubicBezTo>
                  <a:cubicBezTo>
                    <a:pt x="117646" y="32201"/>
                    <a:pt x="135153" y="51149"/>
                    <a:pt x="138525" y="74615"/>
                  </a:cubicBezTo>
                  <a:close/>
                </a:path>
              </a:pathLst>
            </a:custGeom>
            <a:solidFill>
              <a:srgbClr val="B8C4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EB953C0D-633C-46F8-8EC1-5FAE83E2FE0A}"/>
                </a:ext>
              </a:extLst>
            </p:cNvPr>
            <p:cNvSpPr/>
            <p:nvPr/>
          </p:nvSpPr>
          <p:spPr>
            <a:xfrm>
              <a:off x="1030968" y="702286"/>
              <a:ext cx="152400" cy="171450"/>
            </a:xfrm>
            <a:custGeom>
              <a:avLst/>
              <a:gdLst>
                <a:gd name="connsiteX0" fmla="*/ 147370 w 152400"/>
                <a:gd name="connsiteY0" fmla="*/ 56951 h 171450"/>
                <a:gd name="connsiteX1" fmla="*/ 128320 w 152400"/>
                <a:gd name="connsiteY1" fmla="*/ 20279 h 171450"/>
                <a:gd name="connsiteX2" fmla="*/ 82409 w 152400"/>
                <a:gd name="connsiteY2" fmla="*/ 7326 h 171450"/>
                <a:gd name="connsiteX3" fmla="*/ 82409 w 152400"/>
                <a:gd name="connsiteY3" fmla="*/ 7326 h 171450"/>
                <a:gd name="connsiteX4" fmla="*/ 35451 w 152400"/>
                <a:gd name="connsiteY4" fmla="*/ 18089 h 171450"/>
                <a:gd name="connsiteX5" fmla="*/ 15449 w 152400"/>
                <a:gd name="connsiteY5" fmla="*/ 49807 h 171450"/>
                <a:gd name="connsiteX6" fmla="*/ 13925 w 152400"/>
                <a:gd name="connsiteY6" fmla="*/ 56665 h 171450"/>
                <a:gd name="connsiteX7" fmla="*/ 60597 w 152400"/>
                <a:gd name="connsiteY7" fmla="*/ 56665 h 171450"/>
                <a:gd name="connsiteX8" fmla="*/ 60597 w 152400"/>
                <a:gd name="connsiteY8" fmla="*/ 55617 h 171450"/>
                <a:gd name="connsiteX9" fmla="*/ 80219 w 152400"/>
                <a:gd name="connsiteY9" fmla="*/ 40282 h 171450"/>
                <a:gd name="connsiteX10" fmla="*/ 81552 w 152400"/>
                <a:gd name="connsiteY10" fmla="*/ 40282 h 171450"/>
                <a:gd name="connsiteX11" fmla="*/ 84791 w 152400"/>
                <a:gd name="connsiteY11" fmla="*/ 40282 h 171450"/>
                <a:gd name="connsiteX12" fmla="*/ 84791 w 152400"/>
                <a:gd name="connsiteY12" fmla="*/ 40282 h 171450"/>
                <a:gd name="connsiteX13" fmla="*/ 95745 w 152400"/>
                <a:gd name="connsiteY13" fmla="*/ 45426 h 171450"/>
                <a:gd name="connsiteX14" fmla="*/ 98602 w 152400"/>
                <a:gd name="connsiteY14" fmla="*/ 54951 h 171450"/>
                <a:gd name="connsiteX15" fmla="*/ 72218 w 152400"/>
                <a:gd name="connsiteY15" fmla="*/ 68190 h 171450"/>
                <a:gd name="connsiteX16" fmla="*/ 71170 w 152400"/>
                <a:gd name="connsiteY16" fmla="*/ 68190 h 171450"/>
                <a:gd name="connsiteX17" fmla="*/ 66121 w 152400"/>
                <a:gd name="connsiteY17" fmla="*/ 69333 h 171450"/>
                <a:gd name="connsiteX18" fmla="*/ 55549 w 152400"/>
                <a:gd name="connsiteY18" fmla="*/ 71715 h 171450"/>
                <a:gd name="connsiteX19" fmla="*/ 7162 w 152400"/>
                <a:gd name="connsiteY19" fmla="*/ 119340 h 171450"/>
                <a:gd name="connsiteX20" fmla="*/ 20306 w 152400"/>
                <a:gd name="connsiteY20" fmla="*/ 152677 h 171450"/>
                <a:gd name="connsiteX21" fmla="*/ 55167 w 152400"/>
                <a:gd name="connsiteY21" fmla="*/ 165155 h 171450"/>
                <a:gd name="connsiteX22" fmla="*/ 57168 w 152400"/>
                <a:gd name="connsiteY22" fmla="*/ 165155 h 171450"/>
                <a:gd name="connsiteX23" fmla="*/ 93553 w 152400"/>
                <a:gd name="connsiteY23" fmla="*/ 152582 h 171450"/>
                <a:gd name="connsiteX24" fmla="*/ 100602 w 152400"/>
                <a:gd name="connsiteY24" fmla="*/ 147248 h 171450"/>
                <a:gd name="connsiteX25" fmla="*/ 102698 w 152400"/>
                <a:gd name="connsiteY25" fmla="*/ 145628 h 171450"/>
                <a:gd name="connsiteX26" fmla="*/ 102698 w 152400"/>
                <a:gd name="connsiteY26" fmla="*/ 160773 h 171450"/>
                <a:gd name="connsiteX27" fmla="*/ 147846 w 152400"/>
                <a:gd name="connsiteY27" fmla="*/ 160773 h 171450"/>
                <a:gd name="connsiteX28" fmla="*/ 147846 w 152400"/>
                <a:gd name="connsiteY28" fmla="*/ 65333 h 171450"/>
                <a:gd name="connsiteX29" fmla="*/ 147275 w 152400"/>
                <a:gd name="connsiteY29" fmla="*/ 56951 h 171450"/>
                <a:gd name="connsiteX30" fmla="*/ 99745 w 152400"/>
                <a:gd name="connsiteY30" fmla="*/ 92574 h 171450"/>
                <a:gd name="connsiteX31" fmla="*/ 99745 w 152400"/>
                <a:gd name="connsiteY31" fmla="*/ 116196 h 171450"/>
                <a:gd name="connsiteX32" fmla="*/ 99745 w 152400"/>
                <a:gd name="connsiteY32" fmla="*/ 116673 h 171450"/>
                <a:gd name="connsiteX33" fmla="*/ 95459 w 152400"/>
                <a:gd name="connsiteY33" fmla="*/ 120292 h 171450"/>
                <a:gd name="connsiteX34" fmla="*/ 90505 w 152400"/>
                <a:gd name="connsiteY34" fmla="*/ 124007 h 171450"/>
                <a:gd name="connsiteX35" fmla="*/ 72408 w 152400"/>
                <a:gd name="connsiteY35" fmla="*/ 129722 h 171450"/>
                <a:gd name="connsiteX36" fmla="*/ 71551 w 152400"/>
                <a:gd name="connsiteY36" fmla="*/ 129722 h 171450"/>
                <a:gd name="connsiteX37" fmla="*/ 57571 w 152400"/>
                <a:gd name="connsiteY37" fmla="*/ 117469 h 171450"/>
                <a:gd name="connsiteX38" fmla="*/ 57549 w 152400"/>
                <a:gd name="connsiteY38" fmla="*/ 116197 h 171450"/>
                <a:gd name="connsiteX39" fmla="*/ 69169 w 152400"/>
                <a:gd name="connsiteY39" fmla="*/ 101337 h 171450"/>
                <a:gd name="connsiteX40" fmla="*/ 98507 w 152400"/>
                <a:gd name="connsiteY40" fmla="*/ 91241 h 171450"/>
                <a:gd name="connsiteX41" fmla="*/ 100221 w 152400"/>
                <a:gd name="connsiteY41" fmla="*/ 90669 h 171450"/>
                <a:gd name="connsiteX42" fmla="*/ 100221 w 152400"/>
                <a:gd name="connsiteY42" fmla="*/ 92574 h 171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152400" h="171450">
                  <a:moveTo>
                    <a:pt x="147370" y="56951"/>
                  </a:moveTo>
                  <a:cubicBezTo>
                    <a:pt x="146216" y="42661"/>
                    <a:pt x="139348" y="29440"/>
                    <a:pt x="128320" y="20279"/>
                  </a:cubicBezTo>
                  <a:cubicBezTo>
                    <a:pt x="114888" y="10966"/>
                    <a:pt x="98729" y="6407"/>
                    <a:pt x="82409" y="7326"/>
                  </a:cubicBezTo>
                  <a:lnTo>
                    <a:pt x="82409" y="7326"/>
                  </a:lnTo>
                  <a:cubicBezTo>
                    <a:pt x="66041" y="6247"/>
                    <a:pt x="49715" y="9988"/>
                    <a:pt x="35451" y="18089"/>
                  </a:cubicBezTo>
                  <a:cubicBezTo>
                    <a:pt x="24727" y="25481"/>
                    <a:pt x="17498" y="36944"/>
                    <a:pt x="15449" y="49807"/>
                  </a:cubicBezTo>
                  <a:lnTo>
                    <a:pt x="13925" y="56665"/>
                  </a:lnTo>
                  <a:lnTo>
                    <a:pt x="60597" y="56665"/>
                  </a:lnTo>
                  <a:lnTo>
                    <a:pt x="60597" y="55617"/>
                  </a:lnTo>
                  <a:cubicBezTo>
                    <a:pt x="61836" y="45996"/>
                    <a:pt x="70583" y="39160"/>
                    <a:pt x="80219" y="40282"/>
                  </a:cubicBezTo>
                  <a:lnTo>
                    <a:pt x="81552" y="40282"/>
                  </a:lnTo>
                  <a:cubicBezTo>
                    <a:pt x="82629" y="40184"/>
                    <a:pt x="83713" y="40184"/>
                    <a:pt x="84791" y="40282"/>
                  </a:cubicBezTo>
                  <a:lnTo>
                    <a:pt x="84791" y="40282"/>
                  </a:lnTo>
                  <a:cubicBezTo>
                    <a:pt x="88916" y="40718"/>
                    <a:pt x="92774" y="42530"/>
                    <a:pt x="95745" y="45426"/>
                  </a:cubicBezTo>
                  <a:cubicBezTo>
                    <a:pt x="98153" y="47968"/>
                    <a:pt x="99213" y="51502"/>
                    <a:pt x="98602" y="54951"/>
                  </a:cubicBezTo>
                  <a:cubicBezTo>
                    <a:pt x="97649" y="61713"/>
                    <a:pt x="93458" y="63237"/>
                    <a:pt x="72218" y="68190"/>
                  </a:cubicBezTo>
                  <a:lnTo>
                    <a:pt x="71170" y="68190"/>
                  </a:lnTo>
                  <a:lnTo>
                    <a:pt x="66121" y="69333"/>
                  </a:lnTo>
                  <a:cubicBezTo>
                    <a:pt x="62502" y="70000"/>
                    <a:pt x="58978" y="70857"/>
                    <a:pt x="55549" y="71715"/>
                  </a:cubicBezTo>
                  <a:cubicBezTo>
                    <a:pt x="19639" y="80573"/>
                    <a:pt x="6590" y="93622"/>
                    <a:pt x="7162" y="119340"/>
                  </a:cubicBezTo>
                  <a:cubicBezTo>
                    <a:pt x="6943" y="131757"/>
                    <a:pt x="11672" y="143751"/>
                    <a:pt x="20306" y="152677"/>
                  </a:cubicBezTo>
                  <a:cubicBezTo>
                    <a:pt x="29824" y="161276"/>
                    <a:pt x="42355" y="165761"/>
                    <a:pt x="55167" y="165155"/>
                  </a:cubicBezTo>
                  <a:lnTo>
                    <a:pt x="57168" y="165155"/>
                  </a:lnTo>
                  <a:cubicBezTo>
                    <a:pt x="70378" y="165251"/>
                    <a:pt x="83221" y="160813"/>
                    <a:pt x="93553" y="152582"/>
                  </a:cubicBezTo>
                  <a:lnTo>
                    <a:pt x="100602" y="147248"/>
                  </a:lnTo>
                  <a:lnTo>
                    <a:pt x="102698" y="145628"/>
                  </a:lnTo>
                  <a:lnTo>
                    <a:pt x="102698" y="160773"/>
                  </a:lnTo>
                  <a:lnTo>
                    <a:pt x="147846" y="160773"/>
                  </a:lnTo>
                  <a:lnTo>
                    <a:pt x="147846" y="65333"/>
                  </a:lnTo>
                  <a:cubicBezTo>
                    <a:pt x="147852" y="62529"/>
                    <a:pt x="147661" y="59728"/>
                    <a:pt x="147275" y="56951"/>
                  </a:cubicBezTo>
                  <a:close/>
                  <a:moveTo>
                    <a:pt x="99745" y="92574"/>
                  </a:moveTo>
                  <a:lnTo>
                    <a:pt x="99745" y="116196"/>
                  </a:lnTo>
                  <a:lnTo>
                    <a:pt x="99745" y="116673"/>
                  </a:lnTo>
                  <a:lnTo>
                    <a:pt x="95459" y="120292"/>
                  </a:lnTo>
                  <a:cubicBezTo>
                    <a:pt x="93926" y="121680"/>
                    <a:pt x="92268" y="122923"/>
                    <a:pt x="90505" y="124007"/>
                  </a:cubicBezTo>
                  <a:cubicBezTo>
                    <a:pt x="85089" y="127488"/>
                    <a:pt x="78842" y="129461"/>
                    <a:pt x="72408" y="129722"/>
                  </a:cubicBezTo>
                  <a:lnTo>
                    <a:pt x="71551" y="129722"/>
                  </a:lnTo>
                  <a:cubicBezTo>
                    <a:pt x="64307" y="130199"/>
                    <a:pt x="58048" y="124713"/>
                    <a:pt x="57571" y="117469"/>
                  </a:cubicBezTo>
                  <a:cubicBezTo>
                    <a:pt x="57543" y="117046"/>
                    <a:pt x="57535" y="116621"/>
                    <a:pt x="57549" y="116197"/>
                  </a:cubicBezTo>
                  <a:cubicBezTo>
                    <a:pt x="56978" y="108767"/>
                    <a:pt x="60407" y="104481"/>
                    <a:pt x="69169" y="101337"/>
                  </a:cubicBezTo>
                  <a:lnTo>
                    <a:pt x="98507" y="91241"/>
                  </a:lnTo>
                  <a:lnTo>
                    <a:pt x="100221" y="90669"/>
                  </a:lnTo>
                  <a:lnTo>
                    <a:pt x="100221" y="92574"/>
                  </a:lnTo>
                  <a:close/>
                </a:path>
              </a:pathLst>
            </a:custGeom>
            <a:solidFill>
              <a:srgbClr val="B8C4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</p:grpSp>
      <p:sp>
        <p:nvSpPr>
          <p:cNvPr id="5" name="Footer Placeholder 1">
            <a:extLst>
              <a:ext uri="{FF2B5EF4-FFF2-40B4-BE49-F238E27FC236}">
                <a16:creationId xmlns:a16="http://schemas.microsoft.com/office/drawing/2014/main" id="{EA0F5FA6-1927-3705-38C6-8B0B5D91262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4107495" y="6527802"/>
            <a:ext cx="7593125" cy="136525"/>
          </a:xfrm>
        </p:spPr>
        <p:txBody>
          <a:bodyPr/>
          <a:lstStyle>
            <a:lvl1pPr algn="r"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x-none" dirty="0"/>
              <a:t>Presentation venue | Date | Speaker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 grey">
    <p:bg bwMode="gray">
      <p:bgPr>
        <a:solidFill>
          <a:srgbClr val="85858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id">
            <a:extLst>
              <a:ext uri="{FF2B5EF4-FFF2-40B4-BE49-F238E27FC236}">
                <a16:creationId xmlns:a16="http://schemas.microsoft.com/office/drawing/2014/main" id="{5B3561AA-9BBA-42F3-A881-B78F96DF85F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2460405"/>
            <a:ext cx="12191999" cy="3797300"/>
          </a:xfrm>
          <a:prstGeom prst="rect">
            <a:avLst/>
          </a:prstGeom>
        </p:spPr>
      </p:pic>
      <p:sp>
        <p:nvSpPr>
          <p:cNvPr id="10" name="Tagline">
            <a:extLst>
              <a:ext uri="{FF2B5EF4-FFF2-40B4-BE49-F238E27FC236}">
                <a16:creationId xmlns:a16="http://schemas.microsoft.com/office/drawing/2014/main" id="{1989C9C9-D4B4-43FA-AF09-815D6747C249}"/>
              </a:ext>
            </a:extLst>
          </p:cNvPr>
          <p:cNvSpPr txBox="1"/>
          <p:nvPr userDrawn="1"/>
        </p:nvSpPr>
        <p:spPr bwMode="gray">
          <a:xfrm>
            <a:off x="412724" y="6185766"/>
            <a:ext cx="473511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noProof="0" dirty="0">
                <a:solidFill>
                  <a:schemeClr val="bg1"/>
                </a:solidFill>
              </a:rPr>
              <a:t>Autoneum. Mastering sound and heat.</a:t>
            </a:r>
          </a:p>
        </p:txBody>
      </p:sp>
      <p:sp>
        <p:nvSpPr>
          <p:cNvPr id="65543" name="Subtitle">
            <a:extLst>
              <a:ext uri="{FF2B5EF4-FFF2-40B4-BE49-F238E27FC236}">
                <a16:creationId xmlns:a16="http://schemas.microsoft.com/office/drawing/2014/main" id="{EA4F3126-A5AE-4CCF-987E-DBA5201BACE4}"/>
              </a:ext>
            </a:extLst>
          </p:cNvPr>
          <p:cNvSpPr>
            <a:spLocks noGrp="1" noChangeArrowheads="1"/>
          </p:cNvSpPr>
          <p:nvPr>
            <p:ph type="subTitle" idx="1" hasCustomPrompt="1"/>
          </p:nvPr>
        </p:nvSpPr>
        <p:spPr bwMode="gray">
          <a:xfrm>
            <a:off x="503238" y="1718889"/>
            <a:ext cx="11201399" cy="810705"/>
          </a:xfrm>
        </p:spPr>
        <p:txBody>
          <a:bodyPr/>
          <a:lstStyle>
            <a:lvl1pPr>
              <a:lnSpc>
                <a:spcPts val="4600"/>
              </a:lnSpc>
              <a:spcBef>
                <a:spcPct val="0"/>
              </a:spcBef>
              <a:spcAft>
                <a:spcPct val="0"/>
              </a:spcAft>
              <a:defRPr sz="4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 altLang="x-none" noProof="0" dirty="0"/>
              <a:t>Click to add subtitle</a:t>
            </a:r>
          </a:p>
        </p:txBody>
      </p:sp>
      <p:sp>
        <p:nvSpPr>
          <p:cNvPr id="65540" name="Title">
            <a:extLst>
              <a:ext uri="{FF2B5EF4-FFF2-40B4-BE49-F238E27FC236}">
                <a16:creationId xmlns:a16="http://schemas.microsoft.com/office/drawing/2014/main" id="{109EA18E-19BE-4C23-AAA8-5BF6D31DE262}"/>
              </a:ext>
            </a:extLst>
          </p:cNvPr>
          <p:cNvSpPr>
            <a:spLocks noGrp="1" noChangeArrowheads="1"/>
          </p:cNvSpPr>
          <p:nvPr>
            <p:ph type="ctrTitle" hasCustomPrompt="1"/>
          </p:nvPr>
        </p:nvSpPr>
        <p:spPr bwMode="gray">
          <a:xfrm>
            <a:off x="503238" y="1262195"/>
            <a:ext cx="11201399" cy="409575"/>
          </a:xfrm>
        </p:spPr>
        <p:txBody>
          <a:bodyPr anchor="b"/>
          <a:lstStyle>
            <a:lvl1pPr>
              <a:lnSpc>
                <a:spcPts val="2600"/>
              </a:lnSpc>
              <a:defRPr sz="22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altLang="x-none" noProof="0" dirty="0"/>
              <a:t>Click to add title</a:t>
            </a:r>
          </a:p>
        </p:txBody>
      </p:sp>
      <p:grpSp>
        <p:nvGrpSpPr>
          <p:cNvPr id="18" name="Logo_White">
            <a:extLst>
              <a:ext uri="{FF2B5EF4-FFF2-40B4-BE49-F238E27FC236}">
                <a16:creationId xmlns:a16="http://schemas.microsoft.com/office/drawing/2014/main" id="{1629E9BA-9EE1-4730-9CEC-8A3F405AB748}"/>
              </a:ext>
            </a:extLst>
          </p:cNvPr>
          <p:cNvGrpSpPr>
            <a:grpSpLocks/>
          </p:cNvGrpSpPr>
          <p:nvPr userDrawn="1"/>
        </p:nvGrpSpPr>
        <p:grpSpPr>
          <a:xfrm>
            <a:off x="10087820" y="495720"/>
            <a:ext cx="1612800" cy="229651"/>
            <a:chOff x="1030968" y="702286"/>
            <a:chExt cx="1211122" cy="172455"/>
          </a:xfrm>
          <a:solidFill>
            <a:srgbClr val="FFFFFF"/>
          </a:solidFill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1619E9A6-C720-4EC4-9108-6E7673FEE78A}"/>
                </a:ext>
              </a:extLst>
            </p:cNvPr>
            <p:cNvSpPr/>
            <p:nvPr/>
          </p:nvSpPr>
          <p:spPr>
            <a:xfrm>
              <a:off x="1344835" y="707326"/>
              <a:ext cx="104775" cy="161925"/>
            </a:xfrm>
            <a:custGeom>
              <a:avLst/>
              <a:gdLst>
                <a:gd name="connsiteX0" fmla="*/ 7144 w 104775"/>
                <a:gd name="connsiteY0" fmla="*/ 44672 h 161925"/>
                <a:gd name="connsiteX1" fmla="*/ 7144 w 104775"/>
                <a:gd name="connsiteY1" fmla="*/ 44672 h 161925"/>
                <a:gd name="connsiteX2" fmla="*/ 7144 w 104775"/>
                <a:gd name="connsiteY2" fmla="*/ 88011 h 161925"/>
                <a:gd name="connsiteX3" fmla="*/ 72580 w 104775"/>
                <a:gd name="connsiteY3" fmla="*/ 158401 h 161925"/>
                <a:gd name="connsiteX4" fmla="*/ 98013 w 104775"/>
                <a:gd name="connsiteY4" fmla="*/ 158401 h 161925"/>
                <a:gd name="connsiteX5" fmla="*/ 98013 w 104775"/>
                <a:gd name="connsiteY5" fmla="*/ 121063 h 161925"/>
                <a:gd name="connsiteX6" fmla="*/ 72580 w 104775"/>
                <a:gd name="connsiteY6" fmla="*/ 121063 h 161925"/>
                <a:gd name="connsiteX7" fmla="*/ 42672 w 104775"/>
                <a:gd name="connsiteY7" fmla="*/ 88011 h 161925"/>
                <a:gd name="connsiteX8" fmla="*/ 42672 w 104775"/>
                <a:gd name="connsiteY8" fmla="*/ 44672 h 161925"/>
                <a:gd name="connsiteX9" fmla="*/ 98774 w 104775"/>
                <a:gd name="connsiteY9" fmla="*/ 44672 h 161925"/>
                <a:gd name="connsiteX10" fmla="*/ 98774 w 104775"/>
                <a:gd name="connsiteY10" fmla="*/ 7144 h 161925"/>
                <a:gd name="connsiteX11" fmla="*/ 7144 w 104775"/>
                <a:gd name="connsiteY11" fmla="*/ 7144 h 161925"/>
                <a:gd name="connsiteX12" fmla="*/ 7144 w 104775"/>
                <a:gd name="connsiteY12" fmla="*/ 44672 h 16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4775" h="161925">
                  <a:moveTo>
                    <a:pt x="7144" y="44672"/>
                  </a:moveTo>
                  <a:lnTo>
                    <a:pt x="7144" y="44672"/>
                  </a:lnTo>
                  <a:lnTo>
                    <a:pt x="7144" y="88011"/>
                  </a:lnTo>
                  <a:cubicBezTo>
                    <a:pt x="7144" y="129445"/>
                    <a:pt x="34004" y="158401"/>
                    <a:pt x="72580" y="158401"/>
                  </a:cubicBezTo>
                  <a:lnTo>
                    <a:pt x="98013" y="158401"/>
                  </a:lnTo>
                  <a:lnTo>
                    <a:pt x="98013" y="121063"/>
                  </a:lnTo>
                  <a:lnTo>
                    <a:pt x="72580" y="121063"/>
                  </a:lnTo>
                  <a:cubicBezTo>
                    <a:pt x="53530" y="121063"/>
                    <a:pt x="42672" y="108966"/>
                    <a:pt x="42672" y="88011"/>
                  </a:cubicBezTo>
                  <a:lnTo>
                    <a:pt x="42672" y="44672"/>
                  </a:lnTo>
                  <a:lnTo>
                    <a:pt x="98774" y="44672"/>
                  </a:lnTo>
                  <a:lnTo>
                    <a:pt x="98774" y="7144"/>
                  </a:lnTo>
                  <a:lnTo>
                    <a:pt x="7144" y="7144"/>
                  </a:lnTo>
                  <a:lnTo>
                    <a:pt x="7144" y="4467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A9EAAD32-BE75-434E-8075-6D798A9655B2}"/>
                </a:ext>
              </a:extLst>
            </p:cNvPr>
            <p:cNvSpPr/>
            <p:nvPr/>
          </p:nvSpPr>
          <p:spPr>
            <a:xfrm>
              <a:off x="1429987" y="702401"/>
              <a:ext cx="171450" cy="171450"/>
            </a:xfrm>
            <a:custGeom>
              <a:avLst/>
              <a:gdLst>
                <a:gd name="connsiteX0" fmla="*/ 89822 w 171450"/>
                <a:gd name="connsiteY0" fmla="*/ 7211 h 171450"/>
                <a:gd name="connsiteX1" fmla="*/ 7211 w 171450"/>
                <a:gd name="connsiteY1" fmla="*/ 83345 h 171450"/>
                <a:gd name="connsiteX2" fmla="*/ 83345 w 171450"/>
                <a:gd name="connsiteY2" fmla="*/ 165956 h 171450"/>
                <a:gd name="connsiteX3" fmla="*/ 165956 w 171450"/>
                <a:gd name="connsiteY3" fmla="*/ 89822 h 171450"/>
                <a:gd name="connsiteX4" fmla="*/ 166022 w 171450"/>
                <a:gd name="connsiteY4" fmla="*/ 86554 h 171450"/>
                <a:gd name="connsiteX5" fmla="*/ 89950 w 171450"/>
                <a:gd name="connsiteY5" fmla="*/ 7213 h 171450"/>
                <a:gd name="connsiteX6" fmla="*/ 89822 w 171450"/>
                <a:gd name="connsiteY6" fmla="*/ 7211 h 171450"/>
                <a:gd name="connsiteX7" fmla="*/ 89822 w 171450"/>
                <a:gd name="connsiteY7" fmla="*/ 133417 h 171450"/>
                <a:gd name="connsiteX8" fmla="*/ 40189 w 171450"/>
                <a:gd name="connsiteY8" fmla="*/ 89499 h 171450"/>
                <a:gd name="connsiteX9" fmla="*/ 84108 w 171450"/>
                <a:gd name="connsiteY9" fmla="*/ 39866 h 171450"/>
                <a:gd name="connsiteX10" fmla="*/ 133741 w 171450"/>
                <a:gd name="connsiteY10" fmla="*/ 83784 h 171450"/>
                <a:gd name="connsiteX11" fmla="*/ 133828 w 171450"/>
                <a:gd name="connsiteY11" fmla="*/ 86554 h 171450"/>
                <a:gd name="connsiteX12" fmla="*/ 89822 w 171450"/>
                <a:gd name="connsiteY12" fmla="*/ 133417 h 171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71450" h="171450">
                  <a:moveTo>
                    <a:pt x="89822" y="7211"/>
                  </a:moveTo>
                  <a:cubicBezTo>
                    <a:pt x="45986" y="5422"/>
                    <a:pt x="9000" y="39509"/>
                    <a:pt x="7211" y="83345"/>
                  </a:cubicBezTo>
                  <a:cubicBezTo>
                    <a:pt x="5422" y="127181"/>
                    <a:pt x="39509" y="164167"/>
                    <a:pt x="83345" y="165956"/>
                  </a:cubicBezTo>
                  <a:cubicBezTo>
                    <a:pt x="127181" y="167745"/>
                    <a:pt x="164167" y="133658"/>
                    <a:pt x="165956" y="89822"/>
                  </a:cubicBezTo>
                  <a:cubicBezTo>
                    <a:pt x="166000" y="88733"/>
                    <a:pt x="166022" y="87644"/>
                    <a:pt x="166022" y="86554"/>
                  </a:cubicBezTo>
                  <a:cubicBezTo>
                    <a:pt x="166925" y="43638"/>
                    <a:pt x="132866" y="8116"/>
                    <a:pt x="89950" y="7213"/>
                  </a:cubicBezTo>
                  <a:cubicBezTo>
                    <a:pt x="89907" y="7212"/>
                    <a:pt x="89865" y="7212"/>
                    <a:pt x="89822" y="7211"/>
                  </a:cubicBezTo>
                  <a:close/>
                  <a:moveTo>
                    <a:pt x="89822" y="133417"/>
                  </a:moveTo>
                  <a:cubicBezTo>
                    <a:pt x="63989" y="134995"/>
                    <a:pt x="41767" y="115332"/>
                    <a:pt x="40189" y="89499"/>
                  </a:cubicBezTo>
                  <a:cubicBezTo>
                    <a:pt x="38611" y="63665"/>
                    <a:pt x="58274" y="41444"/>
                    <a:pt x="84108" y="39866"/>
                  </a:cubicBezTo>
                  <a:cubicBezTo>
                    <a:pt x="109941" y="38288"/>
                    <a:pt x="132163" y="57951"/>
                    <a:pt x="133741" y="83784"/>
                  </a:cubicBezTo>
                  <a:cubicBezTo>
                    <a:pt x="133797" y="84706"/>
                    <a:pt x="133826" y="85630"/>
                    <a:pt x="133828" y="86554"/>
                  </a:cubicBezTo>
                  <a:cubicBezTo>
                    <a:pt x="134524" y="111611"/>
                    <a:pt x="114874" y="132537"/>
                    <a:pt x="89822" y="133417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617C51CE-E191-4311-81E4-4AC000245543}"/>
                </a:ext>
              </a:extLst>
            </p:cNvPr>
            <p:cNvSpPr/>
            <p:nvPr/>
          </p:nvSpPr>
          <p:spPr>
            <a:xfrm>
              <a:off x="1902620" y="707040"/>
              <a:ext cx="123825" cy="161925"/>
            </a:xfrm>
            <a:custGeom>
              <a:avLst/>
              <a:gdLst>
                <a:gd name="connsiteX0" fmla="*/ 110013 w 123825"/>
                <a:gd name="connsiteY0" fmla="*/ 96679 h 161925"/>
                <a:gd name="connsiteX1" fmla="*/ 65436 w 123825"/>
                <a:gd name="connsiteY1" fmla="*/ 147161 h 161925"/>
                <a:gd name="connsiteX2" fmla="*/ 20954 w 123825"/>
                <a:gd name="connsiteY2" fmla="*/ 96679 h 161925"/>
                <a:gd name="connsiteX3" fmla="*/ 20954 w 123825"/>
                <a:gd name="connsiteY3" fmla="*/ 7144 h 161925"/>
                <a:gd name="connsiteX4" fmla="*/ 7238 w 123825"/>
                <a:gd name="connsiteY4" fmla="*/ 7144 h 161925"/>
                <a:gd name="connsiteX5" fmla="*/ 7238 w 123825"/>
                <a:gd name="connsiteY5" fmla="*/ 96679 h 161925"/>
                <a:gd name="connsiteX6" fmla="*/ 26288 w 123825"/>
                <a:gd name="connsiteY6" fmla="*/ 146018 h 161925"/>
                <a:gd name="connsiteX7" fmla="*/ 103536 w 123825"/>
                <a:gd name="connsiteY7" fmla="*/ 146018 h 161925"/>
                <a:gd name="connsiteX8" fmla="*/ 123062 w 123825"/>
                <a:gd name="connsiteY8" fmla="*/ 96679 h 161925"/>
                <a:gd name="connsiteX9" fmla="*/ 123063 w 123825"/>
                <a:gd name="connsiteY9" fmla="*/ 7144 h 161925"/>
                <a:gd name="connsiteX10" fmla="*/ 109346 w 123825"/>
                <a:gd name="connsiteY10" fmla="*/ 7144 h 161925"/>
                <a:gd name="connsiteX11" fmla="*/ 109346 w 123825"/>
                <a:gd name="connsiteY11" fmla="*/ 96679 h 16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3825" h="161925">
                  <a:moveTo>
                    <a:pt x="110013" y="96679"/>
                  </a:moveTo>
                  <a:cubicBezTo>
                    <a:pt x="110013" y="133731"/>
                    <a:pt x="83343" y="147161"/>
                    <a:pt x="65436" y="147161"/>
                  </a:cubicBezTo>
                  <a:cubicBezTo>
                    <a:pt x="47529" y="147161"/>
                    <a:pt x="20954" y="133731"/>
                    <a:pt x="20954" y="96679"/>
                  </a:cubicBezTo>
                  <a:lnTo>
                    <a:pt x="20954" y="7144"/>
                  </a:lnTo>
                  <a:lnTo>
                    <a:pt x="7238" y="7144"/>
                  </a:lnTo>
                  <a:lnTo>
                    <a:pt x="7238" y="96679"/>
                  </a:lnTo>
                  <a:cubicBezTo>
                    <a:pt x="6241" y="115092"/>
                    <a:pt x="13176" y="133052"/>
                    <a:pt x="26288" y="146018"/>
                  </a:cubicBezTo>
                  <a:cubicBezTo>
                    <a:pt x="47937" y="166568"/>
                    <a:pt x="81887" y="166568"/>
                    <a:pt x="103536" y="146018"/>
                  </a:cubicBezTo>
                  <a:cubicBezTo>
                    <a:pt x="116782" y="133108"/>
                    <a:pt x="123886" y="115157"/>
                    <a:pt x="123062" y="96679"/>
                  </a:cubicBezTo>
                  <a:lnTo>
                    <a:pt x="123063" y="7144"/>
                  </a:lnTo>
                  <a:lnTo>
                    <a:pt x="109346" y="7144"/>
                  </a:lnTo>
                  <a:lnTo>
                    <a:pt x="109346" y="96679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00C18936-A705-474A-BF6B-DBEE3062A6C8}"/>
                </a:ext>
              </a:extLst>
            </p:cNvPr>
            <p:cNvSpPr/>
            <p:nvPr/>
          </p:nvSpPr>
          <p:spPr>
            <a:xfrm>
              <a:off x="1182931" y="707040"/>
              <a:ext cx="161925" cy="161925"/>
            </a:xfrm>
            <a:custGeom>
              <a:avLst/>
              <a:gdLst>
                <a:gd name="connsiteX0" fmla="*/ 116279 w 161925"/>
                <a:gd name="connsiteY0" fmla="*/ 77819 h 161925"/>
                <a:gd name="connsiteX1" fmla="*/ 81989 w 161925"/>
                <a:gd name="connsiteY1" fmla="*/ 117824 h 161925"/>
                <a:gd name="connsiteX2" fmla="*/ 47603 w 161925"/>
                <a:gd name="connsiteY2" fmla="*/ 77819 h 161925"/>
                <a:gd name="connsiteX3" fmla="*/ 47603 w 161925"/>
                <a:gd name="connsiteY3" fmla="*/ 7144 h 161925"/>
                <a:gd name="connsiteX4" fmla="*/ 7217 w 161925"/>
                <a:gd name="connsiteY4" fmla="*/ 7144 h 161925"/>
                <a:gd name="connsiteX5" fmla="*/ 7217 w 161925"/>
                <a:gd name="connsiteY5" fmla="*/ 77819 h 161925"/>
                <a:gd name="connsiteX6" fmla="*/ 32268 w 161925"/>
                <a:gd name="connsiteY6" fmla="*/ 140493 h 161925"/>
                <a:gd name="connsiteX7" fmla="*/ 131329 w 161925"/>
                <a:gd name="connsiteY7" fmla="*/ 140493 h 161925"/>
                <a:gd name="connsiteX8" fmla="*/ 156379 w 161925"/>
                <a:gd name="connsiteY8" fmla="*/ 77914 h 161925"/>
                <a:gd name="connsiteX9" fmla="*/ 156379 w 161925"/>
                <a:gd name="connsiteY9" fmla="*/ 7144 h 161925"/>
                <a:gd name="connsiteX10" fmla="*/ 115993 w 161925"/>
                <a:gd name="connsiteY10" fmla="*/ 7144 h 161925"/>
                <a:gd name="connsiteX11" fmla="*/ 115993 w 161925"/>
                <a:gd name="connsiteY11" fmla="*/ 77819 h 16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1925" h="161925">
                  <a:moveTo>
                    <a:pt x="116279" y="77819"/>
                  </a:moveTo>
                  <a:cubicBezTo>
                    <a:pt x="116279" y="109442"/>
                    <a:pt x="93895" y="117824"/>
                    <a:pt x="81989" y="117824"/>
                  </a:cubicBezTo>
                  <a:cubicBezTo>
                    <a:pt x="70082" y="117824"/>
                    <a:pt x="47603" y="109442"/>
                    <a:pt x="47603" y="77819"/>
                  </a:cubicBezTo>
                  <a:lnTo>
                    <a:pt x="47603" y="7144"/>
                  </a:lnTo>
                  <a:lnTo>
                    <a:pt x="7217" y="7144"/>
                  </a:lnTo>
                  <a:lnTo>
                    <a:pt x="7217" y="77819"/>
                  </a:lnTo>
                  <a:cubicBezTo>
                    <a:pt x="6222" y="101331"/>
                    <a:pt x="15341" y="124145"/>
                    <a:pt x="32268" y="140493"/>
                  </a:cubicBezTo>
                  <a:cubicBezTo>
                    <a:pt x="60063" y="166765"/>
                    <a:pt x="103534" y="166765"/>
                    <a:pt x="131329" y="140493"/>
                  </a:cubicBezTo>
                  <a:cubicBezTo>
                    <a:pt x="148241" y="124174"/>
                    <a:pt x="157359" y="101396"/>
                    <a:pt x="156379" y="77914"/>
                  </a:cubicBezTo>
                  <a:lnTo>
                    <a:pt x="156379" y="7144"/>
                  </a:lnTo>
                  <a:lnTo>
                    <a:pt x="115993" y="7144"/>
                  </a:lnTo>
                  <a:lnTo>
                    <a:pt x="115993" y="77819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A410EFF1-6ED5-4AD1-97C8-CA9966AD618E}"/>
                </a:ext>
              </a:extLst>
            </p:cNvPr>
            <p:cNvSpPr/>
            <p:nvPr/>
          </p:nvSpPr>
          <p:spPr>
            <a:xfrm>
              <a:off x="1596891" y="702962"/>
              <a:ext cx="142875" cy="161925"/>
            </a:xfrm>
            <a:custGeom>
              <a:avLst/>
              <a:gdLst>
                <a:gd name="connsiteX0" fmla="*/ 117799 w 142875"/>
                <a:gd name="connsiteY0" fmla="*/ 24653 h 161925"/>
                <a:gd name="connsiteX1" fmla="*/ 29598 w 142875"/>
                <a:gd name="connsiteY1" fmla="*/ 24653 h 161925"/>
                <a:gd name="connsiteX2" fmla="*/ 7214 w 142875"/>
                <a:gd name="connsiteY2" fmla="*/ 80850 h 161925"/>
                <a:gd name="connsiteX3" fmla="*/ 7214 w 142875"/>
                <a:gd name="connsiteY3" fmla="*/ 160860 h 161925"/>
                <a:gd name="connsiteX4" fmla="*/ 31884 w 142875"/>
                <a:gd name="connsiteY4" fmla="*/ 160860 h 161925"/>
                <a:gd name="connsiteX5" fmla="*/ 31884 w 142875"/>
                <a:gd name="connsiteY5" fmla="*/ 80850 h 161925"/>
                <a:gd name="connsiteX6" fmla="*/ 73794 w 142875"/>
                <a:gd name="connsiteY6" fmla="*/ 33225 h 161925"/>
                <a:gd name="connsiteX7" fmla="*/ 115704 w 142875"/>
                <a:gd name="connsiteY7" fmla="*/ 80850 h 161925"/>
                <a:gd name="connsiteX8" fmla="*/ 115704 w 142875"/>
                <a:gd name="connsiteY8" fmla="*/ 160860 h 161925"/>
                <a:gd name="connsiteX9" fmla="*/ 140469 w 142875"/>
                <a:gd name="connsiteY9" fmla="*/ 160860 h 161925"/>
                <a:gd name="connsiteX10" fmla="*/ 140469 w 142875"/>
                <a:gd name="connsiteY10" fmla="*/ 80850 h 161925"/>
                <a:gd name="connsiteX11" fmla="*/ 118180 w 142875"/>
                <a:gd name="connsiteY11" fmla="*/ 24653 h 16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42875" h="161925">
                  <a:moveTo>
                    <a:pt x="117799" y="24653"/>
                  </a:moveTo>
                  <a:cubicBezTo>
                    <a:pt x="93033" y="1307"/>
                    <a:pt x="54364" y="1307"/>
                    <a:pt x="29598" y="24653"/>
                  </a:cubicBezTo>
                  <a:cubicBezTo>
                    <a:pt x="14441" y="39321"/>
                    <a:pt x="6293" y="59778"/>
                    <a:pt x="7214" y="80850"/>
                  </a:cubicBezTo>
                  <a:lnTo>
                    <a:pt x="7214" y="160860"/>
                  </a:lnTo>
                  <a:lnTo>
                    <a:pt x="31884" y="160860"/>
                  </a:lnTo>
                  <a:lnTo>
                    <a:pt x="31884" y="80850"/>
                  </a:lnTo>
                  <a:cubicBezTo>
                    <a:pt x="31884" y="42750"/>
                    <a:pt x="59220" y="33225"/>
                    <a:pt x="73794" y="33225"/>
                  </a:cubicBezTo>
                  <a:cubicBezTo>
                    <a:pt x="88367" y="33225"/>
                    <a:pt x="115704" y="43226"/>
                    <a:pt x="115704" y="80850"/>
                  </a:cubicBezTo>
                  <a:lnTo>
                    <a:pt x="115704" y="160860"/>
                  </a:lnTo>
                  <a:lnTo>
                    <a:pt x="140469" y="160860"/>
                  </a:lnTo>
                  <a:lnTo>
                    <a:pt x="140469" y="80850"/>
                  </a:lnTo>
                  <a:cubicBezTo>
                    <a:pt x="141366" y="59801"/>
                    <a:pt x="133261" y="39365"/>
                    <a:pt x="118180" y="2465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D401D571-90D8-47CA-89CB-633C8813A555}"/>
                </a:ext>
              </a:extLst>
            </p:cNvPr>
            <p:cNvSpPr/>
            <p:nvPr/>
          </p:nvSpPr>
          <p:spPr>
            <a:xfrm>
              <a:off x="2032540" y="703230"/>
              <a:ext cx="209550" cy="161925"/>
            </a:xfrm>
            <a:custGeom>
              <a:avLst/>
              <a:gdLst>
                <a:gd name="connsiteX0" fmla="*/ 157163 w 209550"/>
                <a:gd name="connsiteY0" fmla="*/ 7144 h 161925"/>
                <a:gd name="connsiteX1" fmla="*/ 108680 w 209550"/>
                <a:gd name="connsiteY1" fmla="*/ 40481 h 161925"/>
                <a:gd name="connsiteX2" fmla="*/ 60197 w 209550"/>
                <a:gd name="connsiteY2" fmla="*/ 7144 h 161925"/>
                <a:gd name="connsiteX3" fmla="*/ 7144 w 209550"/>
                <a:gd name="connsiteY3" fmla="*/ 66389 h 161925"/>
                <a:gd name="connsiteX4" fmla="*/ 7144 w 209550"/>
                <a:gd name="connsiteY4" fmla="*/ 160687 h 161925"/>
                <a:gd name="connsiteX5" fmla="*/ 16669 w 209550"/>
                <a:gd name="connsiteY5" fmla="*/ 160687 h 161925"/>
                <a:gd name="connsiteX6" fmla="*/ 16669 w 209550"/>
                <a:gd name="connsiteY6" fmla="*/ 66389 h 161925"/>
                <a:gd name="connsiteX7" fmla="*/ 60579 w 209550"/>
                <a:gd name="connsiteY7" fmla="*/ 16764 h 161925"/>
                <a:gd name="connsiteX8" fmla="*/ 104489 w 209550"/>
                <a:gd name="connsiteY8" fmla="*/ 66104 h 161925"/>
                <a:gd name="connsiteX9" fmla="*/ 104489 w 209550"/>
                <a:gd name="connsiteY9" fmla="*/ 160687 h 161925"/>
                <a:gd name="connsiteX10" fmla="*/ 114014 w 209550"/>
                <a:gd name="connsiteY10" fmla="*/ 160687 h 161925"/>
                <a:gd name="connsiteX11" fmla="*/ 114014 w 209550"/>
                <a:gd name="connsiteY11" fmla="*/ 66104 h 161925"/>
                <a:gd name="connsiteX12" fmla="*/ 157925 w 209550"/>
                <a:gd name="connsiteY12" fmla="*/ 16764 h 161925"/>
                <a:gd name="connsiteX13" fmla="*/ 201835 w 209550"/>
                <a:gd name="connsiteY13" fmla="*/ 66389 h 161925"/>
                <a:gd name="connsiteX14" fmla="*/ 201835 w 209550"/>
                <a:gd name="connsiteY14" fmla="*/ 160687 h 161925"/>
                <a:gd name="connsiteX15" fmla="*/ 211360 w 209550"/>
                <a:gd name="connsiteY15" fmla="*/ 160687 h 161925"/>
                <a:gd name="connsiteX16" fmla="*/ 211360 w 209550"/>
                <a:gd name="connsiteY16" fmla="*/ 66389 h 161925"/>
                <a:gd name="connsiteX17" fmla="*/ 158210 w 209550"/>
                <a:gd name="connsiteY17" fmla="*/ 7144 h 16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09550" h="161925">
                  <a:moveTo>
                    <a:pt x="157163" y="7144"/>
                  </a:moveTo>
                  <a:cubicBezTo>
                    <a:pt x="135739" y="7405"/>
                    <a:pt x="116592" y="20571"/>
                    <a:pt x="108680" y="40481"/>
                  </a:cubicBezTo>
                  <a:cubicBezTo>
                    <a:pt x="100789" y="20554"/>
                    <a:pt x="81629" y="7379"/>
                    <a:pt x="60197" y="7144"/>
                  </a:cubicBezTo>
                  <a:cubicBezTo>
                    <a:pt x="38862" y="7144"/>
                    <a:pt x="7144" y="22955"/>
                    <a:pt x="7144" y="66389"/>
                  </a:cubicBezTo>
                  <a:lnTo>
                    <a:pt x="7144" y="160687"/>
                  </a:lnTo>
                  <a:lnTo>
                    <a:pt x="16669" y="160687"/>
                  </a:lnTo>
                  <a:lnTo>
                    <a:pt x="16669" y="66389"/>
                  </a:lnTo>
                  <a:cubicBezTo>
                    <a:pt x="16669" y="30004"/>
                    <a:pt x="42958" y="16764"/>
                    <a:pt x="60579" y="16764"/>
                  </a:cubicBezTo>
                  <a:cubicBezTo>
                    <a:pt x="78200" y="16764"/>
                    <a:pt x="104299" y="30004"/>
                    <a:pt x="104489" y="66104"/>
                  </a:cubicBezTo>
                  <a:lnTo>
                    <a:pt x="104489" y="160687"/>
                  </a:lnTo>
                  <a:lnTo>
                    <a:pt x="114014" y="160687"/>
                  </a:lnTo>
                  <a:lnTo>
                    <a:pt x="114014" y="66104"/>
                  </a:lnTo>
                  <a:cubicBezTo>
                    <a:pt x="114014" y="30004"/>
                    <a:pt x="140303" y="16764"/>
                    <a:pt x="157925" y="16764"/>
                  </a:cubicBezTo>
                  <a:cubicBezTo>
                    <a:pt x="175546" y="16764"/>
                    <a:pt x="201835" y="30004"/>
                    <a:pt x="201835" y="66389"/>
                  </a:cubicBezTo>
                  <a:lnTo>
                    <a:pt x="201835" y="160687"/>
                  </a:lnTo>
                  <a:lnTo>
                    <a:pt x="211360" y="160687"/>
                  </a:lnTo>
                  <a:lnTo>
                    <a:pt x="211360" y="66389"/>
                  </a:lnTo>
                  <a:cubicBezTo>
                    <a:pt x="211360" y="22955"/>
                    <a:pt x="179546" y="7144"/>
                    <a:pt x="158210" y="714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9F9F8554-F5FE-4036-8BCE-D0B75EC51204}"/>
                </a:ext>
              </a:extLst>
            </p:cNvPr>
            <p:cNvSpPr/>
            <p:nvPr/>
          </p:nvSpPr>
          <p:spPr>
            <a:xfrm>
              <a:off x="1739805" y="703291"/>
              <a:ext cx="161925" cy="171450"/>
            </a:xfrm>
            <a:custGeom>
              <a:avLst/>
              <a:gdLst>
                <a:gd name="connsiteX0" fmla="*/ 98139 w 161925"/>
                <a:gd name="connsiteY0" fmla="*/ 8512 h 171450"/>
                <a:gd name="connsiteX1" fmla="*/ 8993 w 161925"/>
                <a:gd name="connsiteY1" fmla="*/ 69058 h 171450"/>
                <a:gd name="connsiteX2" fmla="*/ 8794 w 161925"/>
                <a:gd name="connsiteY2" fmla="*/ 70138 h 171450"/>
                <a:gd name="connsiteX3" fmla="*/ 68040 w 161925"/>
                <a:gd name="connsiteY3" fmla="*/ 163674 h 171450"/>
                <a:gd name="connsiteX4" fmla="*/ 153765 w 161925"/>
                <a:gd name="connsiteY4" fmla="*/ 113763 h 171450"/>
                <a:gd name="connsiteX5" fmla="*/ 132619 w 161925"/>
                <a:gd name="connsiteY5" fmla="*/ 113763 h 171450"/>
                <a:gd name="connsiteX6" fmla="*/ 71469 w 161925"/>
                <a:gd name="connsiteY6" fmla="*/ 144719 h 171450"/>
                <a:gd name="connsiteX7" fmla="*/ 27273 w 161925"/>
                <a:gd name="connsiteY7" fmla="*/ 94522 h 171450"/>
                <a:gd name="connsiteX8" fmla="*/ 158051 w 161925"/>
                <a:gd name="connsiteY8" fmla="*/ 94522 h 171450"/>
                <a:gd name="connsiteX9" fmla="*/ 97948 w 161925"/>
                <a:gd name="connsiteY9" fmla="*/ 8797 h 171450"/>
                <a:gd name="connsiteX10" fmla="*/ 27844 w 161925"/>
                <a:gd name="connsiteY10" fmla="*/ 75187 h 171450"/>
                <a:gd name="connsiteX11" fmla="*/ 27844 w 161925"/>
                <a:gd name="connsiteY11" fmla="*/ 73853 h 171450"/>
                <a:gd name="connsiteX12" fmla="*/ 92243 w 161925"/>
                <a:gd name="connsiteY12" fmla="*/ 26593 h 171450"/>
                <a:gd name="connsiteX13" fmla="*/ 94519 w 161925"/>
                <a:gd name="connsiteY13" fmla="*/ 26990 h 171450"/>
                <a:gd name="connsiteX14" fmla="*/ 138525 w 161925"/>
                <a:gd name="connsiteY14" fmla="*/ 74615 h 171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61925" h="171450">
                  <a:moveTo>
                    <a:pt x="98139" y="8512"/>
                  </a:moveTo>
                  <a:cubicBezTo>
                    <a:pt x="56802" y="614"/>
                    <a:pt x="16890" y="27721"/>
                    <a:pt x="8993" y="69058"/>
                  </a:cubicBezTo>
                  <a:cubicBezTo>
                    <a:pt x="8924" y="69417"/>
                    <a:pt x="8858" y="69778"/>
                    <a:pt x="8794" y="70138"/>
                  </a:cubicBezTo>
                  <a:cubicBezTo>
                    <a:pt x="142" y="112182"/>
                    <a:pt x="26331" y="153529"/>
                    <a:pt x="68040" y="163674"/>
                  </a:cubicBezTo>
                  <a:cubicBezTo>
                    <a:pt x="105095" y="170936"/>
                    <a:pt x="141787" y="149574"/>
                    <a:pt x="153765" y="113763"/>
                  </a:cubicBezTo>
                  <a:lnTo>
                    <a:pt x="132619" y="113763"/>
                  </a:lnTo>
                  <a:cubicBezTo>
                    <a:pt x="121847" y="136981"/>
                    <a:pt x="96558" y="149783"/>
                    <a:pt x="71469" y="144719"/>
                  </a:cubicBezTo>
                  <a:cubicBezTo>
                    <a:pt x="47541" y="139122"/>
                    <a:pt x="29795" y="118966"/>
                    <a:pt x="27273" y="94522"/>
                  </a:cubicBezTo>
                  <a:lnTo>
                    <a:pt x="158051" y="94522"/>
                  </a:lnTo>
                  <a:cubicBezTo>
                    <a:pt x="162387" y="54908"/>
                    <a:pt x="136667" y="18224"/>
                    <a:pt x="97948" y="8797"/>
                  </a:cubicBezTo>
                  <a:close/>
                  <a:moveTo>
                    <a:pt x="27844" y="75187"/>
                  </a:moveTo>
                  <a:lnTo>
                    <a:pt x="27844" y="73853"/>
                  </a:lnTo>
                  <a:cubicBezTo>
                    <a:pt x="32577" y="43019"/>
                    <a:pt x="61409" y="21860"/>
                    <a:pt x="92243" y="26593"/>
                  </a:cubicBezTo>
                  <a:cubicBezTo>
                    <a:pt x="93004" y="26710"/>
                    <a:pt x="93763" y="26842"/>
                    <a:pt x="94519" y="26990"/>
                  </a:cubicBezTo>
                  <a:cubicBezTo>
                    <a:pt x="117646" y="32201"/>
                    <a:pt x="135153" y="51149"/>
                    <a:pt x="138525" y="746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70E7D93E-5E28-46F8-8635-0003518C4DCF}"/>
                </a:ext>
              </a:extLst>
            </p:cNvPr>
            <p:cNvSpPr/>
            <p:nvPr/>
          </p:nvSpPr>
          <p:spPr>
            <a:xfrm>
              <a:off x="1030968" y="702286"/>
              <a:ext cx="152400" cy="171450"/>
            </a:xfrm>
            <a:custGeom>
              <a:avLst/>
              <a:gdLst>
                <a:gd name="connsiteX0" fmla="*/ 147370 w 152400"/>
                <a:gd name="connsiteY0" fmla="*/ 56951 h 171450"/>
                <a:gd name="connsiteX1" fmla="*/ 128320 w 152400"/>
                <a:gd name="connsiteY1" fmla="*/ 20279 h 171450"/>
                <a:gd name="connsiteX2" fmla="*/ 82409 w 152400"/>
                <a:gd name="connsiteY2" fmla="*/ 7326 h 171450"/>
                <a:gd name="connsiteX3" fmla="*/ 82409 w 152400"/>
                <a:gd name="connsiteY3" fmla="*/ 7326 h 171450"/>
                <a:gd name="connsiteX4" fmla="*/ 35451 w 152400"/>
                <a:gd name="connsiteY4" fmla="*/ 18089 h 171450"/>
                <a:gd name="connsiteX5" fmla="*/ 15449 w 152400"/>
                <a:gd name="connsiteY5" fmla="*/ 49807 h 171450"/>
                <a:gd name="connsiteX6" fmla="*/ 13925 w 152400"/>
                <a:gd name="connsiteY6" fmla="*/ 56665 h 171450"/>
                <a:gd name="connsiteX7" fmla="*/ 60597 w 152400"/>
                <a:gd name="connsiteY7" fmla="*/ 56665 h 171450"/>
                <a:gd name="connsiteX8" fmla="*/ 60597 w 152400"/>
                <a:gd name="connsiteY8" fmla="*/ 55617 h 171450"/>
                <a:gd name="connsiteX9" fmla="*/ 80219 w 152400"/>
                <a:gd name="connsiteY9" fmla="*/ 40282 h 171450"/>
                <a:gd name="connsiteX10" fmla="*/ 81552 w 152400"/>
                <a:gd name="connsiteY10" fmla="*/ 40282 h 171450"/>
                <a:gd name="connsiteX11" fmla="*/ 84791 w 152400"/>
                <a:gd name="connsiteY11" fmla="*/ 40282 h 171450"/>
                <a:gd name="connsiteX12" fmla="*/ 84791 w 152400"/>
                <a:gd name="connsiteY12" fmla="*/ 40282 h 171450"/>
                <a:gd name="connsiteX13" fmla="*/ 95745 w 152400"/>
                <a:gd name="connsiteY13" fmla="*/ 45426 h 171450"/>
                <a:gd name="connsiteX14" fmla="*/ 98602 w 152400"/>
                <a:gd name="connsiteY14" fmla="*/ 54951 h 171450"/>
                <a:gd name="connsiteX15" fmla="*/ 72218 w 152400"/>
                <a:gd name="connsiteY15" fmla="*/ 68190 h 171450"/>
                <a:gd name="connsiteX16" fmla="*/ 71170 w 152400"/>
                <a:gd name="connsiteY16" fmla="*/ 68190 h 171450"/>
                <a:gd name="connsiteX17" fmla="*/ 66121 w 152400"/>
                <a:gd name="connsiteY17" fmla="*/ 69333 h 171450"/>
                <a:gd name="connsiteX18" fmla="*/ 55549 w 152400"/>
                <a:gd name="connsiteY18" fmla="*/ 71715 h 171450"/>
                <a:gd name="connsiteX19" fmla="*/ 7162 w 152400"/>
                <a:gd name="connsiteY19" fmla="*/ 119340 h 171450"/>
                <a:gd name="connsiteX20" fmla="*/ 20306 w 152400"/>
                <a:gd name="connsiteY20" fmla="*/ 152677 h 171450"/>
                <a:gd name="connsiteX21" fmla="*/ 55167 w 152400"/>
                <a:gd name="connsiteY21" fmla="*/ 165155 h 171450"/>
                <a:gd name="connsiteX22" fmla="*/ 57168 w 152400"/>
                <a:gd name="connsiteY22" fmla="*/ 165155 h 171450"/>
                <a:gd name="connsiteX23" fmla="*/ 93553 w 152400"/>
                <a:gd name="connsiteY23" fmla="*/ 152582 h 171450"/>
                <a:gd name="connsiteX24" fmla="*/ 100602 w 152400"/>
                <a:gd name="connsiteY24" fmla="*/ 147248 h 171450"/>
                <a:gd name="connsiteX25" fmla="*/ 102698 w 152400"/>
                <a:gd name="connsiteY25" fmla="*/ 145628 h 171450"/>
                <a:gd name="connsiteX26" fmla="*/ 102698 w 152400"/>
                <a:gd name="connsiteY26" fmla="*/ 160773 h 171450"/>
                <a:gd name="connsiteX27" fmla="*/ 147846 w 152400"/>
                <a:gd name="connsiteY27" fmla="*/ 160773 h 171450"/>
                <a:gd name="connsiteX28" fmla="*/ 147846 w 152400"/>
                <a:gd name="connsiteY28" fmla="*/ 65333 h 171450"/>
                <a:gd name="connsiteX29" fmla="*/ 147275 w 152400"/>
                <a:gd name="connsiteY29" fmla="*/ 56951 h 171450"/>
                <a:gd name="connsiteX30" fmla="*/ 99745 w 152400"/>
                <a:gd name="connsiteY30" fmla="*/ 92574 h 171450"/>
                <a:gd name="connsiteX31" fmla="*/ 99745 w 152400"/>
                <a:gd name="connsiteY31" fmla="*/ 116196 h 171450"/>
                <a:gd name="connsiteX32" fmla="*/ 99745 w 152400"/>
                <a:gd name="connsiteY32" fmla="*/ 116673 h 171450"/>
                <a:gd name="connsiteX33" fmla="*/ 95459 w 152400"/>
                <a:gd name="connsiteY33" fmla="*/ 120292 h 171450"/>
                <a:gd name="connsiteX34" fmla="*/ 90505 w 152400"/>
                <a:gd name="connsiteY34" fmla="*/ 124007 h 171450"/>
                <a:gd name="connsiteX35" fmla="*/ 72408 w 152400"/>
                <a:gd name="connsiteY35" fmla="*/ 129722 h 171450"/>
                <a:gd name="connsiteX36" fmla="*/ 71551 w 152400"/>
                <a:gd name="connsiteY36" fmla="*/ 129722 h 171450"/>
                <a:gd name="connsiteX37" fmla="*/ 57571 w 152400"/>
                <a:gd name="connsiteY37" fmla="*/ 117469 h 171450"/>
                <a:gd name="connsiteX38" fmla="*/ 57549 w 152400"/>
                <a:gd name="connsiteY38" fmla="*/ 116197 h 171450"/>
                <a:gd name="connsiteX39" fmla="*/ 69169 w 152400"/>
                <a:gd name="connsiteY39" fmla="*/ 101337 h 171450"/>
                <a:gd name="connsiteX40" fmla="*/ 98507 w 152400"/>
                <a:gd name="connsiteY40" fmla="*/ 91241 h 171450"/>
                <a:gd name="connsiteX41" fmla="*/ 100221 w 152400"/>
                <a:gd name="connsiteY41" fmla="*/ 90669 h 171450"/>
                <a:gd name="connsiteX42" fmla="*/ 100221 w 152400"/>
                <a:gd name="connsiteY42" fmla="*/ 92574 h 171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152400" h="171450">
                  <a:moveTo>
                    <a:pt x="147370" y="56951"/>
                  </a:moveTo>
                  <a:cubicBezTo>
                    <a:pt x="146216" y="42661"/>
                    <a:pt x="139348" y="29440"/>
                    <a:pt x="128320" y="20279"/>
                  </a:cubicBezTo>
                  <a:cubicBezTo>
                    <a:pt x="114888" y="10966"/>
                    <a:pt x="98729" y="6407"/>
                    <a:pt x="82409" y="7326"/>
                  </a:cubicBezTo>
                  <a:lnTo>
                    <a:pt x="82409" y="7326"/>
                  </a:lnTo>
                  <a:cubicBezTo>
                    <a:pt x="66041" y="6247"/>
                    <a:pt x="49715" y="9988"/>
                    <a:pt x="35451" y="18089"/>
                  </a:cubicBezTo>
                  <a:cubicBezTo>
                    <a:pt x="24727" y="25481"/>
                    <a:pt x="17498" y="36944"/>
                    <a:pt x="15449" y="49807"/>
                  </a:cubicBezTo>
                  <a:lnTo>
                    <a:pt x="13925" y="56665"/>
                  </a:lnTo>
                  <a:lnTo>
                    <a:pt x="60597" y="56665"/>
                  </a:lnTo>
                  <a:lnTo>
                    <a:pt x="60597" y="55617"/>
                  </a:lnTo>
                  <a:cubicBezTo>
                    <a:pt x="61836" y="45996"/>
                    <a:pt x="70583" y="39160"/>
                    <a:pt x="80219" y="40282"/>
                  </a:cubicBezTo>
                  <a:lnTo>
                    <a:pt x="81552" y="40282"/>
                  </a:lnTo>
                  <a:cubicBezTo>
                    <a:pt x="82629" y="40184"/>
                    <a:pt x="83713" y="40184"/>
                    <a:pt x="84791" y="40282"/>
                  </a:cubicBezTo>
                  <a:lnTo>
                    <a:pt x="84791" y="40282"/>
                  </a:lnTo>
                  <a:cubicBezTo>
                    <a:pt x="88916" y="40718"/>
                    <a:pt x="92774" y="42530"/>
                    <a:pt x="95745" y="45426"/>
                  </a:cubicBezTo>
                  <a:cubicBezTo>
                    <a:pt x="98153" y="47968"/>
                    <a:pt x="99213" y="51502"/>
                    <a:pt x="98602" y="54951"/>
                  </a:cubicBezTo>
                  <a:cubicBezTo>
                    <a:pt x="97649" y="61713"/>
                    <a:pt x="93458" y="63237"/>
                    <a:pt x="72218" y="68190"/>
                  </a:cubicBezTo>
                  <a:lnTo>
                    <a:pt x="71170" y="68190"/>
                  </a:lnTo>
                  <a:lnTo>
                    <a:pt x="66121" y="69333"/>
                  </a:lnTo>
                  <a:cubicBezTo>
                    <a:pt x="62502" y="70000"/>
                    <a:pt x="58978" y="70857"/>
                    <a:pt x="55549" y="71715"/>
                  </a:cubicBezTo>
                  <a:cubicBezTo>
                    <a:pt x="19639" y="80573"/>
                    <a:pt x="6590" y="93622"/>
                    <a:pt x="7162" y="119340"/>
                  </a:cubicBezTo>
                  <a:cubicBezTo>
                    <a:pt x="6943" y="131757"/>
                    <a:pt x="11672" y="143751"/>
                    <a:pt x="20306" y="152677"/>
                  </a:cubicBezTo>
                  <a:cubicBezTo>
                    <a:pt x="29824" y="161276"/>
                    <a:pt x="42355" y="165761"/>
                    <a:pt x="55167" y="165155"/>
                  </a:cubicBezTo>
                  <a:lnTo>
                    <a:pt x="57168" y="165155"/>
                  </a:lnTo>
                  <a:cubicBezTo>
                    <a:pt x="70378" y="165251"/>
                    <a:pt x="83221" y="160813"/>
                    <a:pt x="93553" y="152582"/>
                  </a:cubicBezTo>
                  <a:lnTo>
                    <a:pt x="100602" y="147248"/>
                  </a:lnTo>
                  <a:lnTo>
                    <a:pt x="102698" y="145628"/>
                  </a:lnTo>
                  <a:lnTo>
                    <a:pt x="102698" y="160773"/>
                  </a:lnTo>
                  <a:lnTo>
                    <a:pt x="147846" y="160773"/>
                  </a:lnTo>
                  <a:lnTo>
                    <a:pt x="147846" y="65333"/>
                  </a:lnTo>
                  <a:cubicBezTo>
                    <a:pt x="147852" y="62529"/>
                    <a:pt x="147661" y="59728"/>
                    <a:pt x="147275" y="56951"/>
                  </a:cubicBezTo>
                  <a:close/>
                  <a:moveTo>
                    <a:pt x="99745" y="92574"/>
                  </a:moveTo>
                  <a:lnTo>
                    <a:pt x="99745" y="116196"/>
                  </a:lnTo>
                  <a:lnTo>
                    <a:pt x="99745" y="116673"/>
                  </a:lnTo>
                  <a:lnTo>
                    <a:pt x="95459" y="120292"/>
                  </a:lnTo>
                  <a:cubicBezTo>
                    <a:pt x="93926" y="121680"/>
                    <a:pt x="92268" y="122923"/>
                    <a:pt x="90505" y="124007"/>
                  </a:cubicBezTo>
                  <a:cubicBezTo>
                    <a:pt x="85089" y="127488"/>
                    <a:pt x="78842" y="129461"/>
                    <a:pt x="72408" y="129722"/>
                  </a:cubicBezTo>
                  <a:lnTo>
                    <a:pt x="71551" y="129722"/>
                  </a:lnTo>
                  <a:cubicBezTo>
                    <a:pt x="64307" y="130199"/>
                    <a:pt x="58048" y="124713"/>
                    <a:pt x="57571" y="117469"/>
                  </a:cubicBezTo>
                  <a:cubicBezTo>
                    <a:pt x="57543" y="117046"/>
                    <a:pt x="57535" y="116621"/>
                    <a:pt x="57549" y="116197"/>
                  </a:cubicBezTo>
                  <a:cubicBezTo>
                    <a:pt x="56978" y="108767"/>
                    <a:pt x="60407" y="104481"/>
                    <a:pt x="69169" y="101337"/>
                  </a:cubicBezTo>
                  <a:lnTo>
                    <a:pt x="98507" y="91241"/>
                  </a:lnTo>
                  <a:lnTo>
                    <a:pt x="100221" y="90669"/>
                  </a:lnTo>
                  <a:lnTo>
                    <a:pt x="100221" y="9257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</p:grp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C65BE06-1727-2C18-96AD-128B1196F5D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4107495" y="6527802"/>
            <a:ext cx="7593125" cy="136525"/>
          </a:xfrm>
        </p:spPr>
        <p:txBody>
          <a:bodyPr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x-none" dirty="0"/>
              <a:t>Presentation venue | Date | Speaker</a:t>
            </a:r>
          </a:p>
        </p:txBody>
      </p:sp>
    </p:spTree>
    <p:extLst>
      <p:ext uri="{BB962C8B-B14F-4D97-AF65-F5344CB8AC3E}">
        <p14:creationId xmlns:p14="http://schemas.microsoft.com/office/powerpoint/2010/main" val="38269612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bg bwMode="gray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id">
            <a:extLst>
              <a:ext uri="{FF2B5EF4-FFF2-40B4-BE49-F238E27FC236}">
                <a16:creationId xmlns:a16="http://schemas.microsoft.com/office/drawing/2014/main" id="{EC93758A-C3A9-4A6E-9EA5-B49EECD74885}"/>
              </a:ext>
            </a:extLst>
          </p:cNvPr>
          <p:cNvPicPr>
            <a:picLocks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9144" y="5733900"/>
            <a:ext cx="12218400" cy="1186916"/>
          </a:xfrm>
          <a:prstGeom prst="rect">
            <a:avLst/>
          </a:prstGeom>
        </p:spPr>
      </p:pic>
      <p:sp>
        <p:nvSpPr>
          <p:cNvPr id="2" name="Line">
            <a:extLst>
              <a:ext uri="{FF2B5EF4-FFF2-40B4-BE49-F238E27FC236}">
                <a16:creationId xmlns:a16="http://schemas.microsoft.com/office/drawing/2014/main" id="{C398A82B-E12A-4095-B923-AAB9904866B0}"/>
              </a:ext>
            </a:extLst>
          </p:cNvPr>
          <p:cNvSpPr/>
          <p:nvPr userDrawn="1"/>
        </p:nvSpPr>
        <p:spPr bwMode="gray">
          <a:xfrm>
            <a:off x="281552" y="3104827"/>
            <a:ext cx="1080000" cy="36000"/>
          </a:xfrm>
          <a:prstGeom prst="rect">
            <a:avLst/>
          </a:prstGeom>
          <a:solidFill>
            <a:srgbClr val="B8C400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noProof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itle">
            <a:extLst>
              <a:ext uri="{FF2B5EF4-FFF2-40B4-BE49-F238E27FC236}">
                <a16:creationId xmlns:a16="http://schemas.microsoft.com/office/drawing/2014/main" id="{ADF4F135-2A7E-416E-8DB7-47799050FED6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281552" y="1513668"/>
            <a:ext cx="4702404" cy="1591159"/>
          </a:xfrm>
          <a:solidFill>
            <a:srgbClr val="F5F5F5">
              <a:alpha val="69804"/>
            </a:srgbClr>
          </a:solidFill>
          <a:effectLst/>
        </p:spPr>
        <p:txBody>
          <a:bodyPr lIns="216000" tIns="216000" rIns="216000" bIns="216000"/>
          <a:lstStyle>
            <a:lvl1pPr>
              <a:lnSpc>
                <a:spcPts val="4600"/>
              </a:lnSpc>
              <a:defRPr sz="4200"/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4573368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">
            <a:extLst>
              <a:ext uri="{FF2B5EF4-FFF2-40B4-BE49-F238E27FC236}">
                <a16:creationId xmlns:a16="http://schemas.microsoft.com/office/drawing/2014/main" id="{B232EAE6-E81C-4BE6-910C-F5BAAA91573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EE520D1F-A7A6-418C-90EB-3C7F84B97953}" type="slidenum">
              <a:rPr lang="en-US" altLang="x-none" noProof="0" smtClean="0"/>
              <a:pPr/>
              <a:t>‹#›</a:t>
            </a:fld>
            <a:endParaRPr lang="en-US" altLang="x-none" noProof="0" dirty="0"/>
          </a:p>
        </p:txBody>
      </p:sp>
      <p:sp>
        <p:nvSpPr>
          <p:cNvPr id="5" name="Footer">
            <a:extLst>
              <a:ext uri="{FF2B5EF4-FFF2-40B4-BE49-F238E27FC236}">
                <a16:creationId xmlns:a16="http://schemas.microsoft.com/office/drawing/2014/main" id="{62A76EBE-E532-4998-8E5C-98B2881DF2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x-none" noProof="0" dirty="0"/>
              <a:t>Presentation venue | Date | Speaker</a:t>
            </a:r>
          </a:p>
        </p:txBody>
      </p:sp>
      <p:sp>
        <p:nvSpPr>
          <p:cNvPr id="3" name="Content">
            <a:extLst>
              <a:ext uri="{FF2B5EF4-FFF2-40B4-BE49-F238E27FC236}">
                <a16:creationId xmlns:a16="http://schemas.microsoft.com/office/drawing/2014/main" id="{B7F8C8B6-C272-4AFA-8B4B-767350AEA5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7" name="Subtitle">
            <a:extLst>
              <a:ext uri="{FF2B5EF4-FFF2-40B4-BE49-F238E27FC236}">
                <a16:creationId xmlns:a16="http://schemas.microsoft.com/office/drawing/2014/main" id="{9F87995F-206D-4187-91E8-419071DE2BC8}"/>
              </a:ext>
            </a:extLst>
          </p:cNvPr>
          <p:cNvSpPr>
            <a:spLocks noGrp="1"/>
          </p:cNvSpPr>
          <p:nvPr>
            <p:ph type="subTitle" idx="12" hasCustomPrompt="1"/>
          </p:nvPr>
        </p:nvSpPr>
        <p:spPr>
          <a:xfrm>
            <a:off x="502785" y="437505"/>
            <a:ext cx="9144000" cy="338554"/>
          </a:xfrm>
        </p:spPr>
        <p:txBody>
          <a:bodyPr anchor="b">
            <a:noAutofit/>
          </a:bodyPr>
          <a:lstStyle>
            <a:lvl1pPr marL="0" indent="0" algn="l">
              <a:buNone/>
              <a:defRPr sz="2200" b="1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 dirty="0"/>
              <a:t>Click to add title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EEAB64A-5D5C-47EF-9B9B-5812172F5E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0128572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Content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0" y="1773238"/>
            <a:ext cx="12192000" cy="5084762"/>
          </a:xfrm>
          <a:prstGeom prst="rect">
            <a:avLst/>
          </a:prstGeom>
          <a:solidFill>
            <a:srgbClr val="E8E8E8">
              <a:alpha val="83137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noProof="0" dirty="0"/>
          </a:p>
        </p:txBody>
      </p:sp>
      <p:pic>
        <p:nvPicPr>
          <p:cNvPr id="11" name="Grid">
            <a:extLst>
              <a:ext uri="{FF2B5EF4-FFF2-40B4-BE49-F238E27FC236}">
                <a16:creationId xmlns:a16="http://schemas.microsoft.com/office/drawing/2014/main" id="{EC93758A-C3A9-4A6E-9EA5-B49EECD74885}"/>
              </a:ext>
            </a:extLst>
          </p:cNvPr>
          <p:cNvPicPr>
            <a:picLocks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9144" y="5733900"/>
            <a:ext cx="12218400" cy="1186916"/>
          </a:xfrm>
          <a:prstGeom prst="rect">
            <a:avLst/>
          </a:prstGeom>
        </p:spPr>
      </p:pic>
      <p:sp>
        <p:nvSpPr>
          <p:cNvPr id="4" name="Slide Number">
            <a:extLst>
              <a:ext uri="{FF2B5EF4-FFF2-40B4-BE49-F238E27FC236}">
                <a16:creationId xmlns:a16="http://schemas.microsoft.com/office/drawing/2014/main" id="{B232EAE6-E81C-4BE6-910C-F5BAAA91573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EE520D1F-A7A6-418C-90EB-3C7F84B97953}" type="slidenum">
              <a:rPr lang="en-US" altLang="x-none" noProof="0" smtClean="0"/>
              <a:pPr/>
              <a:t>‹#›</a:t>
            </a:fld>
            <a:endParaRPr lang="en-US" altLang="x-none" noProof="0" dirty="0"/>
          </a:p>
        </p:txBody>
      </p:sp>
      <p:sp>
        <p:nvSpPr>
          <p:cNvPr id="5" name="Footer">
            <a:extLst>
              <a:ext uri="{FF2B5EF4-FFF2-40B4-BE49-F238E27FC236}">
                <a16:creationId xmlns:a16="http://schemas.microsoft.com/office/drawing/2014/main" id="{62A76EBE-E532-4998-8E5C-98B2881DF2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x-none" noProof="0" dirty="0"/>
              <a:t>Presentation venue | Date | Speaker</a:t>
            </a:r>
          </a:p>
        </p:txBody>
      </p:sp>
      <p:sp>
        <p:nvSpPr>
          <p:cNvPr id="3" name="Content">
            <a:extLst>
              <a:ext uri="{FF2B5EF4-FFF2-40B4-BE49-F238E27FC236}">
                <a16:creationId xmlns:a16="http://schemas.microsoft.com/office/drawing/2014/main" id="{B7F8C8B6-C272-4AFA-8B4B-767350AEA5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7" name="Subtitle">
            <a:extLst>
              <a:ext uri="{FF2B5EF4-FFF2-40B4-BE49-F238E27FC236}">
                <a16:creationId xmlns:a16="http://schemas.microsoft.com/office/drawing/2014/main" id="{9F87995F-206D-4187-91E8-419071DE2BC8}"/>
              </a:ext>
            </a:extLst>
          </p:cNvPr>
          <p:cNvSpPr>
            <a:spLocks noGrp="1"/>
          </p:cNvSpPr>
          <p:nvPr>
            <p:ph type="subTitle" idx="12" hasCustomPrompt="1"/>
          </p:nvPr>
        </p:nvSpPr>
        <p:spPr>
          <a:xfrm>
            <a:off x="502785" y="437505"/>
            <a:ext cx="9144000" cy="338554"/>
          </a:xfrm>
        </p:spPr>
        <p:txBody>
          <a:bodyPr anchor="b"/>
          <a:lstStyle>
            <a:lvl1pPr marL="0" indent="0" algn="l">
              <a:buNone/>
              <a:defRPr sz="2200" b="1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 dirty="0"/>
              <a:t>Click to add title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4AF86A12-8FF0-4CB7-8892-64C2BF9B7BA9}"/>
              </a:ext>
            </a:extLst>
          </p:cNvPr>
          <p:cNvCxnSpPr>
            <a:cxnSpLocks/>
          </p:cNvCxnSpPr>
          <p:nvPr userDrawn="1"/>
        </p:nvCxnSpPr>
        <p:spPr bwMode="gray">
          <a:xfrm>
            <a:off x="503238" y="1358186"/>
            <a:ext cx="547200" cy="0"/>
          </a:xfrm>
          <a:prstGeom prst="line">
            <a:avLst/>
          </a:prstGeom>
          <a:solidFill>
            <a:srgbClr val="B8C400"/>
          </a:solidFill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" name="Title 5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add subtitle</a:t>
            </a:r>
            <a:endParaRPr lang="en-US" noProof="0" dirty="0"/>
          </a:p>
        </p:txBody>
      </p:sp>
      <p:grpSp>
        <p:nvGrpSpPr>
          <p:cNvPr id="21" name="Logo_Color">
            <a:extLst>
              <a:ext uri="{FF2B5EF4-FFF2-40B4-BE49-F238E27FC236}">
                <a16:creationId xmlns:a16="http://schemas.microsoft.com/office/drawing/2014/main" id="{F6258D7C-28BE-4EF6-A1E4-2FC99401BF89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087820" y="495720"/>
            <a:ext cx="1612800" cy="229651"/>
            <a:chOff x="1030968" y="702286"/>
            <a:chExt cx="1211122" cy="172455"/>
          </a:xfrm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4C1184F0-9355-4401-AA31-8D8321459214}"/>
                </a:ext>
              </a:extLst>
            </p:cNvPr>
            <p:cNvSpPr/>
            <p:nvPr/>
          </p:nvSpPr>
          <p:spPr>
            <a:xfrm>
              <a:off x="1344835" y="707326"/>
              <a:ext cx="104775" cy="161925"/>
            </a:xfrm>
            <a:custGeom>
              <a:avLst/>
              <a:gdLst>
                <a:gd name="connsiteX0" fmla="*/ 7144 w 104775"/>
                <a:gd name="connsiteY0" fmla="*/ 44672 h 161925"/>
                <a:gd name="connsiteX1" fmla="*/ 7144 w 104775"/>
                <a:gd name="connsiteY1" fmla="*/ 44672 h 161925"/>
                <a:gd name="connsiteX2" fmla="*/ 7144 w 104775"/>
                <a:gd name="connsiteY2" fmla="*/ 88011 h 161925"/>
                <a:gd name="connsiteX3" fmla="*/ 72580 w 104775"/>
                <a:gd name="connsiteY3" fmla="*/ 158401 h 161925"/>
                <a:gd name="connsiteX4" fmla="*/ 98013 w 104775"/>
                <a:gd name="connsiteY4" fmla="*/ 158401 h 161925"/>
                <a:gd name="connsiteX5" fmla="*/ 98013 w 104775"/>
                <a:gd name="connsiteY5" fmla="*/ 121063 h 161925"/>
                <a:gd name="connsiteX6" fmla="*/ 72580 w 104775"/>
                <a:gd name="connsiteY6" fmla="*/ 121063 h 161925"/>
                <a:gd name="connsiteX7" fmla="*/ 42672 w 104775"/>
                <a:gd name="connsiteY7" fmla="*/ 88011 h 161925"/>
                <a:gd name="connsiteX8" fmla="*/ 42672 w 104775"/>
                <a:gd name="connsiteY8" fmla="*/ 44672 h 161925"/>
                <a:gd name="connsiteX9" fmla="*/ 98774 w 104775"/>
                <a:gd name="connsiteY9" fmla="*/ 44672 h 161925"/>
                <a:gd name="connsiteX10" fmla="*/ 98774 w 104775"/>
                <a:gd name="connsiteY10" fmla="*/ 7144 h 161925"/>
                <a:gd name="connsiteX11" fmla="*/ 7144 w 104775"/>
                <a:gd name="connsiteY11" fmla="*/ 7144 h 161925"/>
                <a:gd name="connsiteX12" fmla="*/ 7144 w 104775"/>
                <a:gd name="connsiteY12" fmla="*/ 44672 h 16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4775" h="161925">
                  <a:moveTo>
                    <a:pt x="7144" y="44672"/>
                  </a:moveTo>
                  <a:lnTo>
                    <a:pt x="7144" y="44672"/>
                  </a:lnTo>
                  <a:lnTo>
                    <a:pt x="7144" y="88011"/>
                  </a:lnTo>
                  <a:cubicBezTo>
                    <a:pt x="7144" y="129445"/>
                    <a:pt x="34004" y="158401"/>
                    <a:pt x="72580" y="158401"/>
                  </a:cubicBezTo>
                  <a:lnTo>
                    <a:pt x="98013" y="158401"/>
                  </a:lnTo>
                  <a:lnTo>
                    <a:pt x="98013" y="121063"/>
                  </a:lnTo>
                  <a:lnTo>
                    <a:pt x="72580" y="121063"/>
                  </a:lnTo>
                  <a:cubicBezTo>
                    <a:pt x="53530" y="121063"/>
                    <a:pt x="42672" y="108966"/>
                    <a:pt x="42672" y="88011"/>
                  </a:cubicBezTo>
                  <a:lnTo>
                    <a:pt x="42672" y="44672"/>
                  </a:lnTo>
                  <a:lnTo>
                    <a:pt x="98774" y="44672"/>
                  </a:lnTo>
                  <a:lnTo>
                    <a:pt x="98774" y="7144"/>
                  </a:lnTo>
                  <a:lnTo>
                    <a:pt x="7144" y="7144"/>
                  </a:lnTo>
                  <a:lnTo>
                    <a:pt x="7144" y="44672"/>
                  </a:lnTo>
                  <a:close/>
                </a:path>
              </a:pathLst>
            </a:custGeom>
            <a:solidFill>
              <a:srgbClr val="B8C4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9E9AC917-5B82-4FA9-AF1E-EA81AF15028C}"/>
                </a:ext>
              </a:extLst>
            </p:cNvPr>
            <p:cNvSpPr/>
            <p:nvPr/>
          </p:nvSpPr>
          <p:spPr>
            <a:xfrm>
              <a:off x="1429987" y="702401"/>
              <a:ext cx="171450" cy="171450"/>
            </a:xfrm>
            <a:custGeom>
              <a:avLst/>
              <a:gdLst>
                <a:gd name="connsiteX0" fmla="*/ 89822 w 171450"/>
                <a:gd name="connsiteY0" fmla="*/ 7211 h 171450"/>
                <a:gd name="connsiteX1" fmla="*/ 7211 w 171450"/>
                <a:gd name="connsiteY1" fmla="*/ 83345 h 171450"/>
                <a:gd name="connsiteX2" fmla="*/ 83345 w 171450"/>
                <a:gd name="connsiteY2" fmla="*/ 165956 h 171450"/>
                <a:gd name="connsiteX3" fmla="*/ 165956 w 171450"/>
                <a:gd name="connsiteY3" fmla="*/ 89822 h 171450"/>
                <a:gd name="connsiteX4" fmla="*/ 166022 w 171450"/>
                <a:gd name="connsiteY4" fmla="*/ 86554 h 171450"/>
                <a:gd name="connsiteX5" fmla="*/ 89950 w 171450"/>
                <a:gd name="connsiteY5" fmla="*/ 7213 h 171450"/>
                <a:gd name="connsiteX6" fmla="*/ 89822 w 171450"/>
                <a:gd name="connsiteY6" fmla="*/ 7211 h 171450"/>
                <a:gd name="connsiteX7" fmla="*/ 89822 w 171450"/>
                <a:gd name="connsiteY7" fmla="*/ 133417 h 171450"/>
                <a:gd name="connsiteX8" fmla="*/ 40189 w 171450"/>
                <a:gd name="connsiteY8" fmla="*/ 89499 h 171450"/>
                <a:gd name="connsiteX9" fmla="*/ 84108 w 171450"/>
                <a:gd name="connsiteY9" fmla="*/ 39866 h 171450"/>
                <a:gd name="connsiteX10" fmla="*/ 133741 w 171450"/>
                <a:gd name="connsiteY10" fmla="*/ 83784 h 171450"/>
                <a:gd name="connsiteX11" fmla="*/ 133828 w 171450"/>
                <a:gd name="connsiteY11" fmla="*/ 86554 h 171450"/>
                <a:gd name="connsiteX12" fmla="*/ 89822 w 171450"/>
                <a:gd name="connsiteY12" fmla="*/ 133417 h 171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71450" h="171450">
                  <a:moveTo>
                    <a:pt x="89822" y="7211"/>
                  </a:moveTo>
                  <a:cubicBezTo>
                    <a:pt x="45986" y="5422"/>
                    <a:pt x="9000" y="39509"/>
                    <a:pt x="7211" y="83345"/>
                  </a:cubicBezTo>
                  <a:cubicBezTo>
                    <a:pt x="5422" y="127181"/>
                    <a:pt x="39509" y="164167"/>
                    <a:pt x="83345" y="165956"/>
                  </a:cubicBezTo>
                  <a:cubicBezTo>
                    <a:pt x="127181" y="167745"/>
                    <a:pt x="164167" y="133658"/>
                    <a:pt x="165956" y="89822"/>
                  </a:cubicBezTo>
                  <a:cubicBezTo>
                    <a:pt x="166000" y="88733"/>
                    <a:pt x="166022" y="87644"/>
                    <a:pt x="166022" y="86554"/>
                  </a:cubicBezTo>
                  <a:cubicBezTo>
                    <a:pt x="166925" y="43638"/>
                    <a:pt x="132866" y="8116"/>
                    <a:pt x="89950" y="7213"/>
                  </a:cubicBezTo>
                  <a:cubicBezTo>
                    <a:pt x="89907" y="7212"/>
                    <a:pt x="89865" y="7212"/>
                    <a:pt x="89822" y="7211"/>
                  </a:cubicBezTo>
                  <a:close/>
                  <a:moveTo>
                    <a:pt x="89822" y="133417"/>
                  </a:moveTo>
                  <a:cubicBezTo>
                    <a:pt x="63989" y="134995"/>
                    <a:pt x="41767" y="115332"/>
                    <a:pt x="40189" y="89499"/>
                  </a:cubicBezTo>
                  <a:cubicBezTo>
                    <a:pt x="38611" y="63665"/>
                    <a:pt x="58274" y="41444"/>
                    <a:pt x="84108" y="39866"/>
                  </a:cubicBezTo>
                  <a:cubicBezTo>
                    <a:pt x="109941" y="38288"/>
                    <a:pt x="132163" y="57951"/>
                    <a:pt x="133741" y="83784"/>
                  </a:cubicBezTo>
                  <a:cubicBezTo>
                    <a:pt x="133797" y="84706"/>
                    <a:pt x="133826" y="85630"/>
                    <a:pt x="133828" y="86554"/>
                  </a:cubicBezTo>
                  <a:cubicBezTo>
                    <a:pt x="134524" y="111611"/>
                    <a:pt x="114874" y="132537"/>
                    <a:pt x="89822" y="133417"/>
                  </a:cubicBezTo>
                  <a:close/>
                </a:path>
              </a:pathLst>
            </a:custGeom>
            <a:solidFill>
              <a:srgbClr val="B8C4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5161459D-7D66-4344-A676-876A7C95980B}"/>
                </a:ext>
              </a:extLst>
            </p:cNvPr>
            <p:cNvSpPr/>
            <p:nvPr/>
          </p:nvSpPr>
          <p:spPr>
            <a:xfrm>
              <a:off x="1902620" y="707040"/>
              <a:ext cx="123825" cy="161925"/>
            </a:xfrm>
            <a:custGeom>
              <a:avLst/>
              <a:gdLst>
                <a:gd name="connsiteX0" fmla="*/ 110013 w 123825"/>
                <a:gd name="connsiteY0" fmla="*/ 96679 h 161925"/>
                <a:gd name="connsiteX1" fmla="*/ 65436 w 123825"/>
                <a:gd name="connsiteY1" fmla="*/ 147161 h 161925"/>
                <a:gd name="connsiteX2" fmla="*/ 20954 w 123825"/>
                <a:gd name="connsiteY2" fmla="*/ 96679 h 161925"/>
                <a:gd name="connsiteX3" fmla="*/ 20954 w 123825"/>
                <a:gd name="connsiteY3" fmla="*/ 7144 h 161925"/>
                <a:gd name="connsiteX4" fmla="*/ 7238 w 123825"/>
                <a:gd name="connsiteY4" fmla="*/ 7144 h 161925"/>
                <a:gd name="connsiteX5" fmla="*/ 7238 w 123825"/>
                <a:gd name="connsiteY5" fmla="*/ 96679 h 161925"/>
                <a:gd name="connsiteX6" fmla="*/ 26288 w 123825"/>
                <a:gd name="connsiteY6" fmla="*/ 146018 h 161925"/>
                <a:gd name="connsiteX7" fmla="*/ 103536 w 123825"/>
                <a:gd name="connsiteY7" fmla="*/ 146018 h 161925"/>
                <a:gd name="connsiteX8" fmla="*/ 123062 w 123825"/>
                <a:gd name="connsiteY8" fmla="*/ 96679 h 161925"/>
                <a:gd name="connsiteX9" fmla="*/ 123063 w 123825"/>
                <a:gd name="connsiteY9" fmla="*/ 7144 h 161925"/>
                <a:gd name="connsiteX10" fmla="*/ 109346 w 123825"/>
                <a:gd name="connsiteY10" fmla="*/ 7144 h 161925"/>
                <a:gd name="connsiteX11" fmla="*/ 109346 w 123825"/>
                <a:gd name="connsiteY11" fmla="*/ 96679 h 16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3825" h="161925">
                  <a:moveTo>
                    <a:pt x="110013" y="96679"/>
                  </a:moveTo>
                  <a:cubicBezTo>
                    <a:pt x="110013" y="133731"/>
                    <a:pt x="83343" y="147161"/>
                    <a:pt x="65436" y="147161"/>
                  </a:cubicBezTo>
                  <a:cubicBezTo>
                    <a:pt x="47529" y="147161"/>
                    <a:pt x="20954" y="133731"/>
                    <a:pt x="20954" y="96679"/>
                  </a:cubicBezTo>
                  <a:lnTo>
                    <a:pt x="20954" y="7144"/>
                  </a:lnTo>
                  <a:lnTo>
                    <a:pt x="7238" y="7144"/>
                  </a:lnTo>
                  <a:lnTo>
                    <a:pt x="7238" y="96679"/>
                  </a:lnTo>
                  <a:cubicBezTo>
                    <a:pt x="6241" y="115092"/>
                    <a:pt x="13176" y="133052"/>
                    <a:pt x="26288" y="146018"/>
                  </a:cubicBezTo>
                  <a:cubicBezTo>
                    <a:pt x="47937" y="166568"/>
                    <a:pt x="81887" y="166568"/>
                    <a:pt x="103536" y="146018"/>
                  </a:cubicBezTo>
                  <a:cubicBezTo>
                    <a:pt x="116782" y="133108"/>
                    <a:pt x="123886" y="115157"/>
                    <a:pt x="123062" y="96679"/>
                  </a:cubicBezTo>
                  <a:lnTo>
                    <a:pt x="123063" y="7144"/>
                  </a:lnTo>
                  <a:lnTo>
                    <a:pt x="109346" y="7144"/>
                  </a:lnTo>
                  <a:lnTo>
                    <a:pt x="109346" y="96679"/>
                  </a:lnTo>
                  <a:close/>
                </a:path>
              </a:pathLst>
            </a:custGeom>
            <a:solidFill>
              <a:srgbClr val="B8C4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9A37EFD-68D6-4E98-BB02-5D2C19228A91}"/>
                </a:ext>
              </a:extLst>
            </p:cNvPr>
            <p:cNvSpPr/>
            <p:nvPr/>
          </p:nvSpPr>
          <p:spPr>
            <a:xfrm>
              <a:off x="1182931" y="707040"/>
              <a:ext cx="161925" cy="161925"/>
            </a:xfrm>
            <a:custGeom>
              <a:avLst/>
              <a:gdLst>
                <a:gd name="connsiteX0" fmla="*/ 116279 w 161925"/>
                <a:gd name="connsiteY0" fmla="*/ 77819 h 161925"/>
                <a:gd name="connsiteX1" fmla="*/ 81989 w 161925"/>
                <a:gd name="connsiteY1" fmla="*/ 117824 h 161925"/>
                <a:gd name="connsiteX2" fmla="*/ 47603 w 161925"/>
                <a:gd name="connsiteY2" fmla="*/ 77819 h 161925"/>
                <a:gd name="connsiteX3" fmla="*/ 47603 w 161925"/>
                <a:gd name="connsiteY3" fmla="*/ 7144 h 161925"/>
                <a:gd name="connsiteX4" fmla="*/ 7217 w 161925"/>
                <a:gd name="connsiteY4" fmla="*/ 7144 h 161925"/>
                <a:gd name="connsiteX5" fmla="*/ 7217 w 161925"/>
                <a:gd name="connsiteY5" fmla="*/ 77819 h 161925"/>
                <a:gd name="connsiteX6" fmla="*/ 32268 w 161925"/>
                <a:gd name="connsiteY6" fmla="*/ 140493 h 161925"/>
                <a:gd name="connsiteX7" fmla="*/ 131329 w 161925"/>
                <a:gd name="connsiteY7" fmla="*/ 140493 h 161925"/>
                <a:gd name="connsiteX8" fmla="*/ 156379 w 161925"/>
                <a:gd name="connsiteY8" fmla="*/ 77914 h 161925"/>
                <a:gd name="connsiteX9" fmla="*/ 156379 w 161925"/>
                <a:gd name="connsiteY9" fmla="*/ 7144 h 161925"/>
                <a:gd name="connsiteX10" fmla="*/ 115993 w 161925"/>
                <a:gd name="connsiteY10" fmla="*/ 7144 h 161925"/>
                <a:gd name="connsiteX11" fmla="*/ 115993 w 161925"/>
                <a:gd name="connsiteY11" fmla="*/ 77819 h 16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1925" h="161925">
                  <a:moveTo>
                    <a:pt x="116279" y="77819"/>
                  </a:moveTo>
                  <a:cubicBezTo>
                    <a:pt x="116279" y="109442"/>
                    <a:pt x="93895" y="117824"/>
                    <a:pt x="81989" y="117824"/>
                  </a:cubicBezTo>
                  <a:cubicBezTo>
                    <a:pt x="70082" y="117824"/>
                    <a:pt x="47603" y="109442"/>
                    <a:pt x="47603" y="77819"/>
                  </a:cubicBezTo>
                  <a:lnTo>
                    <a:pt x="47603" y="7144"/>
                  </a:lnTo>
                  <a:lnTo>
                    <a:pt x="7217" y="7144"/>
                  </a:lnTo>
                  <a:lnTo>
                    <a:pt x="7217" y="77819"/>
                  </a:lnTo>
                  <a:cubicBezTo>
                    <a:pt x="6222" y="101331"/>
                    <a:pt x="15341" y="124145"/>
                    <a:pt x="32268" y="140493"/>
                  </a:cubicBezTo>
                  <a:cubicBezTo>
                    <a:pt x="60063" y="166765"/>
                    <a:pt x="103534" y="166765"/>
                    <a:pt x="131329" y="140493"/>
                  </a:cubicBezTo>
                  <a:cubicBezTo>
                    <a:pt x="148241" y="124174"/>
                    <a:pt x="157359" y="101396"/>
                    <a:pt x="156379" y="77914"/>
                  </a:cubicBezTo>
                  <a:lnTo>
                    <a:pt x="156379" y="7144"/>
                  </a:lnTo>
                  <a:lnTo>
                    <a:pt x="115993" y="7144"/>
                  </a:lnTo>
                  <a:lnTo>
                    <a:pt x="115993" y="77819"/>
                  </a:lnTo>
                  <a:close/>
                </a:path>
              </a:pathLst>
            </a:custGeom>
            <a:solidFill>
              <a:srgbClr val="B8C4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56C6ADE1-4688-4BCD-AA97-76E1BC5C8C96}"/>
                </a:ext>
              </a:extLst>
            </p:cNvPr>
            <p:cNvSpPr/>
            <p:nvPr/>
          </p:nvSpPr>
          <p:spPr>
            <a:xfrm>
              <a:off x="1596891" y="702962"/>
              <a:ext cx="142875" cy="161925"/>
            </a:xfrm>
            <a:custGeom>
              <a:avLst/>
              <a:gdLst>
                <a:gd name="connsiteX0" fmla="*/ 117799 w 142875"/>
                <a:gd name="connsiteY0" fmla="*/ 24653 h 161925"/>
                <a:gd name="connsiteX1" fmla="*/ 29598 w 142875"/>
                <a:gd name="connsiteY1" fmla="*/ 24653 h 161925"/>
                <a:gd name="connsiteX2" fmla="*/ 7214 w 142875"/>
                <a:gd name="connsiteY2" fmla="*/ 80850 h 161925"/>
                <a:gd name="connsiteX3" fmla="*/ 7214 w 142875"/>
                <a:gd name="connsiteY3" fmla="*/ 160860 h 161925"/>
                <a:gd name="connsiteX4" fmla="*/ 31884 w 142875"/>
                <a:gd name="connsiteY4" fmla="*/ 160860 h 161925"/>
                <a:gd name="connsiteX5" fmla="*/ 31884 w 142875"/>
                <a:gd name="connsiteY5" fmla="*/ 80850 h 161925"/>
                <a:gd name="connsiteX6" fmla="*/ 73794 w 142875"/>
                <a:gd name="connsiteY6" fmla="*/ 33225 h 161925"/>
                <a:gd name="connsiteX7" fmla="*/ 115704 w 142875"/>
                <a:gd name="connsiteY7" fmla="*/ 80850 h 161925"/>
                <a:gd name="connsiteX8" fmla="*/ 115704 w 142875"/>
                <a:gd name="connsiteY8" fmla="*/ 160860 h 161925"/>
                <a:gd name="connsiteX9" fmla="*/ 140469 w 142875"/>
                <a:gd name="connsiteY9" fmla="*/ 160860 h 161925"/>
                <a:gd name="connsiteX10" fmla="*/ 140469 w 142875"/>
                <a:gd name="connsiteY10" fmla="*/ 80850 h 161925"/>
                <a:gd name="connsiteX11" fmla="*/ 118180 w 142875"/>
                <a:gd name="connsiteY11" fmla="*/ 24653 h 16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42875" h="161925">
                  <a:moveTo>
                    <a:pt x="117799" y="24653"/>
                  </a:moveTo>
                  <a:cubicBezTo>
                    <a:pt x="93033" y="1307"/>
                    <a:pt x="54364" y="1307"/>
                    <a:pt x="29598" y="24653"/>
                  </a:cubicBezTo>
                  <a:cubicBezTo>
                    <a:pt x="14441" y="39321"/>
                    <a:pt x="6293" y="59778"/>
                    <a:pt x="7214" y="80850"/>
                  </a:cubicBezTo>
                  <a:lnTo>
                    <a:pt x="7214" y="160860"/>
                  </a:lnTo>
                  <a:lnTo>
                    <a:pt x="31884" y="160860"/>
                  </a:lnTo>
                  <a:lnTo>
                    <a:pt x="31884" y="80850"/>
                  </a:lnTo>
                  <a:cubicBezTo>
                    <a:pt x="31884" y="42750"/>
                    <a:pt x="59220" y="33225"/>
                    <a:pt x="73794" y="33225"/>
                  </a:cubicBezTo>
                  <a:cubicBezTo>
                    <a:pt x="88367" y="33225"/>
                    <a:pt x="115704" y="43226"/>
                    <a:pt x="115704" y="80850"/>
                  </a:cubicBezTo>
                  <a:lnTo>
                    <a:pt x="115704" y="160860"/>
                  </a:lnTo>
                  <a:lnTo>
                    <a:pt x="140469" y="160860"/>
                  </a:lnTo>
                  <a:lnTo>
                    <a:pt x="140469" y="80850"/>
                  </a:lnTo>
                  <a:cubicBezTo>
                    <a:pt x="141366" y="59801"/>
                    <a:pt x="133261" y="39365"/>
                    <a:pt x="118180" y="24653"/>
                  </a:cubicBezTo>
                  <a:close/>
                </a:path>
              </a:pathLst>
            </a:custGeom>
            <a:solidFill>
              <a:srgbClr val="B8C4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3787DF86-2D0C-4B51-A1C2-FBF72580BDAC}"/>
                </a:ext>
              </a:extLst>
            </p:cNvPr>
            <p:cNvSpPr/>
            <p:nvPr/>
          </p:nvSpPr>
          <p:spPr>
            <a:xfrm>
              <a:off x="2032540" y="703230"/>
              <a:ext cx="209550" cy="161925"/>
            </a:xfrm>
            <a:custGeom>
              <a:avLst/>
              <a:gdLst>
                <a:gd name="connsiteX0" fmla="*/ 157163 w 209550"/>
                <a:gd name="connsiteY0" fmla="*/ 7144 h 161925"/>
                <a:gd name="connsiteX1" fmla="*/ 108680 w 209550"/>
                <a:gd name="connsiteY1" fmla="*/ 40481 h 161925"/>
                <a:gd name="connsiteX2" fmla="*/ 60197 w 209550"/>
                <a:gd name="connsiteY2" fmla="*/ 7144 h 161925"/>
                <a:gd name="connsiteX3" fmla="*/ 7144 w 209550"/>
                <a:gd name="connsiteY3" fmla="*/ 66389 h 161925"/>
                <a:gd name="connsiteX4" fmla="*/ 7144 w 209550"/>
                <a:gd name="connsiteY4" fmla="*/ 160687 h 161925"/>
                <a:gd name="connsiteX5" fmla="*/ 16669 w 209550"/>
                <a:gd name="connsiteY5" fmla="*/ 160687 h 161925"/>
                <a:gd name="connsiteX6" fmla="*/ 16669 w 209550"/>
                <a:gd name="connsiteY6" fmla="*/ 66389 h 161925"/>
                <a:gd name="connsiteX7" fmla="*/ 60579 w 209550"/>
                <a:gd name="connsiteY7" fmla="*/ 16764 h 161925"/>
                <a:gd name="connsiteX8" fmla="*/ 104489 w 209550"/>
                <a:gd name="connsiteY8" fmla="*/ 66104 h 161925"/>
                <a:gd name="connsiteX9" fmla="*/ 104489 w 209550"/>
                <a:gd name="connsiteY9" fmla="*/ 160687 h 161925"/>
                <a:gd name="connsiteX10" fmla="*/ 114014 w 209550"/>
                <a:gd name="connsiteY10" fmla="*/ 160687 h 161925"/>
                <a:gd name="connsiteX11" fmla="*/ 114014 w 209550"/>
                <a:gd name="connsiteY11" fmla="*/ 66104 h 161925"/>
                <a:gd name="connsiteX12" fmla="*/ 157925 w 209550"/>
                <a:gd name="connsiteY12" fmla="*/ 16764 h 161925"/>
                <a:gd name="connsiteX13" fmla="*/ 201835 w 209550"/>
                <a:gd name="connsiteY13" fmla="*/ 66389 h 161925"/>
                <a:gd name="connsiteX14" fmla="*/ 201835 w 209550"/>
                <a:gd name="connsiteY14" fmla="*/ 160687 h 161925"/>
                <a:gd name="connsiteX15" fmla="*/ 211360 w 209550"/>
                <a:gd name="connsiteY15" fmla="*/ 160687 h 161925"/>
                <a:gd name="connsiteX16" fmla="*/ 211360 w 209550"/>
                <a:gd name="connsiteY16" fmla="*/ 66389 h 161925"/>
                <a:gd name="connsiteX17" fmla="*/ 158210 w 209550"/>
                <a:gd name="connsiteY17" fmla="*/ 7144 h 16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09550" h="161925">
                  <a:moveTo>
                    <a:pt x="157163" y="7144"/>
                  </a:moveTo>
                  <a:cubicBezTo>
                    <a:pt x="135739" y="7405"/>
                    <a:pt x="116592" y="20571"/>
                    <a:pt x="108680" y="40481"/>
                  </a:cubicBezTo>
                  <a:cubicBezTo>
                    <a:pt x="100789" y="20554"/>
                    <a:pt x="81629" y="7379"/>
                    <a:pt x="60197" y="7144"/>
                  </a:cubicBezTo>
                  <a:cubicBezTo>
                    <a:pt x="38862" y="7144"/>
                    <a:pt x="7144" y="22955"/>
                    <a:pt x="7144" y="66389"/>
                  </a:cubicBezTo>
                  <a:lnTo>
                    <a:pt x="7144" y="160687"/>
                  </a:lnTo>
                  <a:lnTo>
                    <a:pt x="16669" y="160687"/>
                  </a:lnTo>
                  <a:lnTo>
                    <a:pt x="16669" y="66389"/>
                  </a:lnTo>
                  <a:cubicBezTo>
                    <a:pt x="16669" y="30004"/>
                    <a:pt x="42958" y="16764"/>
                    <a:pt x="60579" y="16764"/>
                  </a:cubicBezTo>
                  <a:cubicBezTo>
                    <a:pt x="78200" y="16764"/>
                    <a:pt x="104299" y="30004"/>
                    <a:pt x="104489" y="66104"/>
                  </a:cubicBezTo>
                  <a:lnTo>
                    <a:pt x="104489" y="160687"/>
                  </a:lnTo>
                  <a:lnTo>
                    <a:pt x="114014" y="160687"/>
                  </a:lnTo>
                  <a:lnTo>
                    <a:pt x="114014" y="66104"/>
                  </a:lnTo>
                  <a:cubicBezTo>
                    <a:pt x="114014" y="30004"/>
                    <a:pt x="140303" y="16764"/>
                    <a:pt x="157925" y="16764"/>
                  </a:cubicBezTo>
                  <a:cubicBezTo>
                    <a:pt x="175546" y="16764"/>
                    <a:pt x="201835" y="30004"/>
                    <a:pt x="201835" y="66389"/>
                  </a:cubicBezTo>
                  <a:lnTo>
                    <a:pt x="201835" y="160687"/>
                  </a:lnTo>
                  <a:lnTo>
                    <a:pt x="211360" y="160687"/>
                  </a:lnTo>
                  <a:lnTo>
                    <a:pt x="211360" y="66389"/>
                  </a:lnTo>
                  <a:cubicBezTo>
                    <a:pt x="211360" y="22955"/>
                    <a:pt x="179546" y="7144"/>
                    <a:pt x="158210" y="7144"/>
                  </a:cubicBezTo>
                  <a:close/>
                </a:path>
              </a:pathLst>
            </a:custGeom>
            <a:solidFill>
              <a:srgbClr val="B8C4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ABE20E30-6C75-45EC-9E43-70C5A82FAEF4}"/>
                </a:ext>
              </a:extLst>
            </p:cNvPr>
            <p:cNvSpPr/>
            <p:nvPr/>
          </p:nvSpPr>
          <p:spPr>
            <a:xfrm>
              <a:off x="1739805" y="703291"/>
              <a:ext cx="161925" cy="171450"/>
            </a:xfrm>
            <a:custGeom>
              <a:avLst/>
              <a:gdLst>
                <a:gd name="connsiteX0" fmla="*/ 98139 w 161925"/>
                <a:gd name="connsiteY0" fmla="*/ 8512 h 171450"/>
                <a:gd name="connsiteX1" fmla="*/ 8993 w 161925"/>
                <a:gd name="connsiteY1" fmla="*/ 69058 h 171450"/>
                <a:gd name="connsiteX2" fmla="*/ 8794 w 161925"/>
                <a:gd name="connsiteY2" fmla="*/ 70138 h 171450"/>
                <a:gd name="connsiteX3" fmla="*/ 68040 w 161925"/>
                <a:gd name="connsiteY3" fmla="*/ 163674 h 171450"/>
                <a:gd name="connsiteX4" fmla="*/ 153765 w 161925"/>
                <a:gd name="connsiteY4" fmla="*/ 113763 h 171450"/>
                <a:gd name="connsiteX5" fmla="*/ 132619 w 161925"/>
                <a:gd name="connsiteY5" fmla="*/ 113763 h 171450"/>
                <a:gd name="connsiteX6" fmla="*/ 71469 w 161925"/>
                <a:gd name="connsiteY6" fmla="*/ 144719 h 171450"/>
                <a:gd name="connsiteX7" fmla="*/ 27273 w 161925"/>
                <a:gd name="connsiteY7" fmla="*/ 94522 h 171450"/>
                <a:gd name="connsiteX8" fmla="*/ 158051 w 161925"/>
                <a:gd name="connsiteY8" fmla="*/ 94522 h 171450"/>
                <a:gd name="connsiteX9" fmla="*/ 97948 w 161925"/>
                <a:gd name="connsiteY9" fmla="*/ 8797 h 171450"/>
                <a:gd name="connsiteX10" fmla="*/ 27844 w 161925"/>
                <a:gd name="connsiteY10" fmla="*/ 75187 h 171450"/>
                <a:gd name="connsiteX11" fmla="*/ 27844 w 161925"/>
                <a:gd name="connsiteY11" fmla="*/ 73853 h 171450"/>
                <a:gd name="connsiteX12" fmla="*/ 92243 w 161925"/>
                <a:gd name="connsiteY12" fmla="*/ 26593 h 171450"/>
                <a:gd name="connsiteX13" fmla="*/ 94519 w 161925"/>
                <a:gd name="connsiteY13" fmla="*/ 26990 h 171450"/>
                <a:gd name="connsiteX14" fmla="*/ 138525 w 161925"/>
                <a:gd name="connsiteY14" fmla="*/ 74615 h 171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61925" h="171450">
                  <a:moveTo>
                    <a:pt x="98139" y="8512"/>
                  </a:moveTo>
                  <a:cubicBezTo>
                    <a:pt x="56802" y="614"/>
                    <a:pt x="16890" y="27721"/>
                    <a:pt x="8993" y="69058"/>
                  </a:cubicBezTo>
                  <a:cubicBezTo>
                    <a:pt x="8924" y="69417"/>
                    <a:pt x="8858" y="69778"/>
                    <a:pt x="8794" y="70138"/>
                  </a:cubicBezTo>
                  <a:cubicBezTo>
                    <a:pt x="142" y="112182"/>
                    <a:pt x="26331" y="153529"/>
                    <a:pt x="68040" y="163674"/>
                  </a:cubicBezTo>
                  <a:cubicBezTo>
                    <a:pt x="105095" y="170936"/>
                    <a:pt x="141787" y="149574"/>
                    <a:pt x="153765" y="113763"/>
                  </a:cubicBezTo>
                  <a:lnTo>
                    <a:pt x="132619" y="113763"/>
                  </a:lnTo>
                  <a:cubicBezTo>
                    <a:pt x="121847" y="136981"/>
                    <a:pt x="96558" y="149783"/>
                    <a:pt x="71469" y="144719"/>
                  </a:cubicBezTo>
                  <a:cubicBezTo>
                    <a:pt x="47541" y="139122"/>
                    <a:pt x="29795" y="118966"/>
                    <a:pt x="27273" y="94522"/>
                  </a:cubicBezTo>
                  <a:lnTo>
                    <a:pt x="158051" y="94522"/>
                  </a:lnTo>
                  <a:cubicBezTo>
                    <a:pt x="162387" y="54908"/>
                    <a:pt x="136667" y="18224"/>
                    <a:pt x="97948" y="8797"/>
                  </a:cubicBezTo>
                  <a:close/>
                  <a:moveTo>
                    <a:pt x="27844" y="75187"/>
                  </a:moveTo>
                  <a:lnTo>
                    <a:pt x="27844" y="73853"/>
                  </a:lnTo>
                  <a:cubicBezTo>
                    <a:pt x="32577" y="43019"/>
                    <a:pt x="61409" y="21860"/>
                    <a:pt x="92243" y="26593"/>
                  </a:cubicBezTo>
                  <a:cubicBezTo>
                    <a:pt x="93004" y="26710"/>
                    <a:pt x="93763" y="26842"/>
                    <a:pt x="94519" y="26990"/>
                  </a:cubicBezTo>
                  <a:cubicBezTo>
                    <a:pt x="117646" y="32201"/>
                    <a:pt x="135153" y="51149"/>
                    <a:pt x="138525" y="74615"/>
                  </a:cubicBezTo>
                  <a:close/>
                </a:path>
              </a:pathLst>
            </a:custGeom>
            <a:solidFill>
              <a:srgbClr val="B8C4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3089A284-F5B5-4578-A3F2-60F334FC43F9}"/>
                </a:ext>
              </a:extLst>
            </p:cNvPr>
            <p:cNvSpPr/>
            <p:nvPr/>
          </p:nvSpPr>
          <p:spPr>
            <a:xfrm>
              <a:off x="1030968" y="702286"/>
              <a:ext cx="152400" cy="171450"/>
            </a:xfrm>
            <a:custGeom>
              <a:avLst/>
              <a:gdLst>
                <a:gd name="connsiteX0" fmla="*/ 147370 w 152400"/>
                <a:gd name="connsiteY0" fmla="*/ 56951 h 171450"/>
                <a:gd name="connsiteX1" fmla="*/ 128320 w 152400"/>
                <a:gd name="connsiteY1" fmla="*/ 20279 h 171450"/>
                <a:gd name="connsiteX2" fmla="*/ 82409 w 152400"/>
                <a:gd name="connsiteY2" fmla="*/ 7326 h 171450"/>
                <a:gd name="connsiteX3" fmla="*/ 82409 w 152400"/>
                <a:gd name="connsiteY3" fmla="*/ 7326 h 171450"/>
                <a:gd name="connsiteX4" fmla="*/ 35451 w 152400"/>
                <a:gd name="connsiteY4" fmla="*/ 18089 h 171450"/>
                <a:gd name="connsiteX5" fmla="*/ 15449 w 152400"/>
                <a:gd name="connsiteY5" fmla="*/ 49807 h 171450"/>
                <a:gd name="connsiteX6" fmla="*/ 13925 w 152400"/>
                <a:gd name="connsiteY6" fmla="*/ 56665 h 171450"/>
                <a:gd name="connsiteX7" fmla="*/ 60597 w 152400"/>
                <a:gd name="connsiteY7" fmla="*/ 56665 h 171450"/>
                <a:gd name="connsiteX8" fmla="*/ 60597 w 152400"/>
                <a:gd name="connsiteY8" fmla="*/ 55617 h 171450"/>
                <a:gd name="connsiteX9" fmla="*/ 80219 w 152400"/>
                <a:gd name="connsiteY9" fmla="*/ 40282 h 171450"/>
                <a:gd name="connsiteX10" fmla="*/ 81552 w 152400"/>
                <a:gd name="connsiteY10" fmla="*/ 40282 h 171450"/>
                <a:gd name="connsiteX11" fmla="*/ 84791 w 152400"/>
                <a:gd name="connsiteY11" fmla="*/ 40282 h 171450"/>
                <a:gd name="connsiteX12" fmla="*/ 84791 w 152400"/>
                <a:gd name="connsiteY12" fmla="*/ 40282 h 171450"/>
                <a:gd name="connsiteX13" fmla="*/ 95745 w 152400"/>
                <a:gd name="connsiteY13" fmla="*/ 45426 h 171450"/>
                <a:gd name="connsiteX14" fmla="*/ 98602 w 152400"/>
                <a:gd name="connsiteY14" fmla="*/ 54951 h 171450"/>
                <a:gd name="connsiteX15" fmla="*/ 72218 w 152400"/>
                <a:gd name="connsiteY15" fmla="*/ 68190 h 171450"/>
                <a:gd name="connsiteX16" fmla="*/ 71170 w 152400"/>
                <a:gd name="connsiteY16" fmla="*/ 68190 h 171450"/>
                <a:gd name="connsiteX17" fmla="*/ 66121 w 152400"/>
                <a:gd name="connsiteY17" fmla="*/ 69333 h 171450"/>
                <a:gd name="connsiteX18" fmla="*/ 55549 w 152400"/>
                <a:gd name="connsiteY18" fmla="*/ 71715 h 171450"/>
                <a:gd name="connsiteX19" fmla="*/ 7162 w 152400"/>
                <a:gd name="connsiteY19" fmla="*/ 119340 h 171450"/>
                <a:gd name="connsiteX20" fmla="*/ 20306 w 152400"/>
                <a:gd name="connsiteY20" fmla="*/ 152677 h 171450"/>
                <a:gd name="connsiteX21" fmla="*/ 55167 w 152400"/>
                <a:gd name="connsiteY21" fmla="*/ 165155 h 171450"/>
                <a:gd name="connsiteX22" fmla="*/ 57168 w 152400"/>
                <a:gd name="connsiteY22" fmla="*/ 165155 h 171450"/>
                <a:gd name="connsiteX23" fmla="*/ 93553 w 152400"/>
                <a:gd name="connsiteY23" fmla="*/ 152582 h 171450"/>
                <a:gd name="connsiteX24" fmla="*/ 100602 w 152400"/>
                <a:gd name="connsiteY24" fmla="*/ 147248 h 171450"/>
                <a:gd name="connsiteX25" fmla="*/ 102698 w 152400"/>
                <a:gd name="connsiteY25" fmla="*/ 145628 h 171450"/>
                <a:gd name="connsiteX26" fmla="*/ 102698 w 152400"/>
                <a:gd name="connsiteY26" fmla="*/ 160773 h 171450"/>
                <a:gd name="connsiteX27" fmla="*/ 147846 w 152400"/>
                <a:gd name="connsiteY27" fmla="*/ 160773 h 171450"/>
                <a:gd name="connsiteX28" fmla="*/ 147846 w 152400"/>
                <a:gd name="connsiteY28" fmla="*/ 65333 h 171450"/>
                <a:gd name="connsiteX29" fmla="*/ 147275 w 152400"/>
                <a:gd name="connsiteY29" fmla="*/ 56951 h 171450"/>
                <a:gd name="connsiteX30" fmla="*/ 99745 w 152400"/>
                <a:gd name="connsiteY30" fmla="*/ 92574 h 171450"/>
                <a:gd name="connsiteX31" fmla="*/ 99745 w 152400"/>
                <a:gd name="connsiteY31" fmla="*/ 116196 h 171450"/>
                <a:gd name="connsiteX32" fmla="*/ 99745 w 152400"/>
                <a:gd name="connsiteY32" fmla="*/ 116673 h 171450"/>
                <a:gd name="connsiteX33" fmla="*/ 95459 w 152400"/>
                <a:gd name="connsiteY33" fmla="*/ 120292 h 171450"/>
                <a:gd name="connsiteX34" fmla="*/ 90505 w 152400"/>
                <a:gd name="connsiteY34" fmla="*/ 124007 h 171450"/>
                <a:gd name="connsiteX35" fmla="*/ 72408 w 152400"/>
                <a:gd name="connsiteY35" fmla="*/ 129722 h 171450"/>
                <a:gd name="connsiteX36" fmla="*/ 71551 w 152400"/>
                <a:gd name="connsiteY36" fmla="*/ 129722 h 171450"/>
                <a:gd name="connsiteX37" fmla="*/ 57571 w 152400"/>
                <a:gd name="connsiteY37" fmla="*/ 117469 h 171450"/>
                <a:gd name="connsiteX38" fmla="*/ 57549 w 152400"/>
                <a:gd name="connsiteY38" fmla="*/ 116197 h 171450"/>
                <a:gd name="connsiteX39" fmla="*/ 69169 w 152400"/>
                <a:gd name="connsiteY39" fmla="*/ 101337 h 171450"/>
                <a:gd name="connsiteX40" fmla="*/ 98507 w 152400"/>
                <a:gd name="connsiteY40" fmla="*/ 91241 h 171450"/>
                <a:gd name="connsiteX41" fmla="*/ 100221 w 152400"/>
                <a:gd name="connsiteY41" fmla="*/ 90669 h 171450"/>
                <a:gd name="connsiteX42" fmla="*/ 100221 w 152400"/>
                <a:gd name="connsiteY42" fmla="*/ 92574 h 171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152400" h="171450">
                  <a:moveTo>
                    <a:pt x="147370" y="56951"/>
                  </a:moveTo>
                  <a:cubicBezTo>
                    <a:pt x="146216" y="42661"/>
                    <a:pt x="139348" y="29440"/>
                    <a:pt x="128320" y="20279"/>
                  </a:cubicBezTo>
                  <a:cubicBezTo>
                    <a:pt x="114888" y="10966"/>
                    <a:pt x="98729" y="6407"/>
                    <a:pt x="82409" y="7326"/>
                  </a:cubicBezTo>
                  <a:lnTo>
                    <a:pt x="82409" y="7326"/>
                  </a:lnTo>
                  <a:cubicBezTo>
                    <a:pt x="66041" y="6247"/>
                    <a:pt x="49715" y="9988"/>
                    <a:pt x="35451" y="18089"/>
                  </a:cubicBezTo>
                  <a:cubicBezTo>
                    <a:pt x="24727" y="25481"/>
                    <a:pt x="17498" y="36944"/>
                    <a:pt x="15449" y="49807"/>
                  </a:cubicBezTo>
                  <a:lnTo>
                    <a:pt x="13925" y="56665"/>
                  </a:lnTo>
                  <a:lnTo>
                    <a:pt x="60597" y="56665"/>
                  </a:lnTo>
                  <a:lnTo>
                    <a:pt x="60597" y="55617"/>
                  </a:lnTo>
                  <a:cubicBezTo>
                    <a:pt x="61836" y="45996"/>
                    <a:pt x="70583" y="39160"/>
                    <a:pt x="80219" y="40282"/>
                  </a:cubicBezTo>
                  <a:lnTo>
                    <a:pt x="81552" y="40282"/>
                  </a:lnTo>
                  <a:cubicBezTo>
                    <a:pt x="82629" y="40184"/>
                    <a:pt x="83713" y="40184"/>
                    <a:pt x="84791" y="40282"/>
                  </a:cubicBezTo>
                  <a:lnTo>
                    <a:pt x="84791" y="40282"/>
                  </a:lnTo>
                  <a:cubicBezTo>
                    <a:pt x="88916" y="40718"/>
                    <a:pt x="92774" y="42530"/>
                    <a:pt x="95745" y="45426"/>
                  </a:cubicBezTo>
                  <a:cubicBezTo>
                    <a:pt x="98153" y="47968"/>
                    <a:pt x="99213" y="51502"/>
                    <a:pt x="98602" y="54951"/>
                  </a:cubicBezTo>
                  <a:cubicBezTo>
                    <a:pt x="97649" y="61713"/>
                    <a:pt x="93458" y="63237"/>
                    <a:pt x="72218" y="68190"/>
                  </a:cubicBezTo>
                  <a:lnTo>
                    <a:pt x="71170" y="68190"/>
                  </a:lnTo>
                  <a:lnTo>
                    <a:pt x="66121" y="69333"/>
                  </a:lnTo>
                  <a:cubicBezTo>
                    <a:pt x="62502" y="70000"/>
                    <a:pt x="58978" y="70857"/>
                    <a:pt x="55549" y="71715"/>
                  </a:cubicBezTo>
                  <a:cubicBezTo>
                    <a:pt x="19639" y="80573"/>
                    <a:pt x="6590" y="93622"/>
                    <a:pt x="7162" y="119340"/>
                  </a:cubicBezTo>
                  <a:cubicBezTo>
                    <a:pt x="6943" y="131757"/>
                    <a:pt x="11672" y="143751"/>
                    <a:pt x="20306" y="152677"/>
                  </a:cubicBezTo>
                  <a:cubicBezTo>
                    <a:pt x="29824" y="161276"/>
                    <a:pt x="42355" y="165761"/>
                    <a:pt x="55167" y="165155"/>
                  </a:cubicBezTo>
                  <a:lnTo>
                    <a:pt x="57168" y="165155"/>
                  </a:lnTo>
                  <a:cubicBezTo>
                    <a:pt x="70378" y="165251"/>
                    <a:pt x="83221" y="160813"/>
                    <a:pt x="93553" y="152582"/>
                  </a:cubicBezTo>
                  <a:lnTo>
                    <a:pt x="100602" y="147248"/>
                  </a:lnTo>
                  <a:lnTo>
                    <a:pt x="102698" y="145628"/>
                  </a:lnTo>
                  <a:lnTo>
                    <a:pt x="102698" y="160773"/>
                  </a:lnTo>
                  <a:lnTo>
                    <a:pt x="147846" y="160773"/>
                  </a:lnTo>
                  <a:lnTo>
                    <a:pt x="147846" y="65333"/>
                  </a:lnTo>
                  <a:cubicBezTo>
                    <a:pt x="147852" y="62529"/>
                    <a:pt x="147661" y="59728"/>
                    <a:pt x="147275" y="56951"/>
                  </a:cubicBezTo>
                  <a:close/>
                  <a:moveTo>
                    <a:pt x="99745" y="92574"/>
                  </a:moveTo>
                  <a:lnTo>
                    <a:pt x="99745" y="116196"/>
                  </a:lnTo>
                  <a:lnTo>
                    <a:pt x="99745" y="116673"/>
                  </a:lnTo>
                  <a:lnTo>
                    <a:pt x="95459" y="120292"/>
                  </a:lnTo>
                  <a:cubicBezTo>
                    <a:pt x="93926" y="121680"/>
                    <a:pt x="92268" y="122923"/>
                    <a:pt x="90505" y="124007"/>
                  </a:cubicBezTo>
                  <a:cubicBezTo>
                    <a:pt x="85089" y="127488"/>
                    <a:pt x="78842" y="129461"/>
                    <a:pt x="72408" y="129722"/>
                  </a:cubicBezTo>
                  <a:lnTo>
                    <a:pt x="71551" y="129722"/>
                  </a:lnTo>
                  <a:cubicBezTo>
                    <a:pt x="64307" y="130199"/>
                    <a:pt x="58048" y="124713"/>
                    <a:pt x="57571" y="117469"/>
                  </a:cubicBezTo>
                  <a:cubicBezTo>
                    <a:pt x="57543" y="117046"/>
                    <a:pt x="57535" y="116621"/>
                    <a:pt x="57549" y="116197"/>
                  </a:cubicBezTo>
                  <a:cubicBezTo>
                    <a:pt x="56978" y="108767"/>
                    <a:pt x="60407" y="104481"/>
                    <a:pt x="69169" y="101337"/>
                  </a:cubicBezTo>
                  <a:lnTo>
                    <a:pt x="98507" y="91241"/>
                  </a:lnTo>
                  <a:lnTo>
                    <a:pt x="100221" y="90669"/>
                  </a:lnTo>
                  <a:lnTo>
                    <a:pt x="100221" y="92574"/>
                  </a:lnTo>
                  <a:close/>
                </a:path>
              </a:pathLst>
            </a:custGeom>
            <a:solidFill>
              <a:srgbClr val="B8C4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</p:grpSp>
    </p:spTree>
    <p:extLst>
      <p:ext uri="{BB962C8B-B14F-4D97-AF65-F5344CB8AC3E}">
        <p14:creationId xmlns:p14="http://schemas.microsoft.com/office/powerpoint/2010/main" val="33002689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">
            <a:extLst>
              <a:ext uri="{FF2B5EF4-FFF2-40B4-BE49-F238E27FC236}">
                <a16:creationId xmlns:a16="http://schemas.microsoft.com/office/drawing/2014/main" id="{E4A87CA0-D222-4AB5-9952-791CFB09B8F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F977201C-44AB-4380-B427-5D78BFD8A959}" type="slidenum">
              <a:rPr lang="en-US" altLang="x-none" noProof="0" smtClean="0"/>
              <a:pPr/>
              <a:t>‹#›</a:t>
            </a:fld>
            <a:endParaRPr lang="en-US" altLang="x-none" noProof="0" dirty="0"/>
          </a:p>
        </p:txBody>
      </p:sp>
      <p:sp>
        <p:nvSpPr>
          <p:cNvPr id="6" name="Footer">
            <a:extLst>
              <a:ext uri="{FF2B5EF4-FFF2-40B4-BE49-F238E27FC236}">
                <a16:creationId xmlns:a16="http://schemas.microsoft.com/office/drawing/2014/main" id="{646078C1-697D-4032-9A0C-5FB387D9A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x-none" noProof="0" dirty="0"/>
              <a:t>Presentation venue | Date | Speaker</a:t>
            </a:r>
          </a:p>
        </p:txBody>
      </p:sp>
      <p:sp>
        <p:nvSpPr>
          <p:cNvPr id="4" name="Content 2">
            <a:extLst>
              <a:ext uri="{FF2B5EF4-FFF2-40B4-BE49-F238E27FC236}">
                <a16:creationId xmlns:a16="http://schemas.microsoft.com/office/drawing/2014/main" id="{1399C9D1-ACDB-49BD-8A72-3954CFC9E5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66943" y="1773237"/>
            <a:ext cx="5436000" cy="4608513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3" name="Content 1">
            <a:extLst>
              <a:ext uri="{FF2B5EF4-FFF2-40B4-BE49-F238E27FC236}">
                <a16:creationId xmlns:a16="http://schemas.microsoft.com/office/drawing/2014/main" id="{4CB98C8E-BB61-471C-B936-06B8AF9A958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3237" y="1773237"/>
            <a:ext cx="5436000" cy="4608513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1A8524E7-931B-4BE4-AAF4-3EA4E7711DD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add subtitle</a:t>
            </a:r>
            <a:endParaRPr lang="en-US" noProof="0" dirty="0"/>
          </a:p>
        </p:txBody>
      </p:sp>
      <p:sp>
        <p:nvSpPr>
          <p:cNvPr id="8" name="Subtitle">
            <a:extLst>
              <a:ext uri="{FF2B5EF4-FFF2-40B4-BE49-F238E27FC236}">
                <a16:creationId xmlns:a16="http://schemas.microsoft.com/office/drawing/2014/main" id="{AAF727B8-4C6A-49B3-BEF1-56855A61B682}"/>
              </a:ext>
            </a:extLst>
          </p:cNvPr>
          <p:cNvSpPr>
            <a:spLocks noGrp="1"/>
          </p:cNvSpPr>
          <p:nvPr>
            <p:ph type="subTitle" idx="12" hasCustomPrompt="1"/>
          </p:nvPr>
        </p:nvSpPr>
        <p:spPr>
          <a:xfrm>
            <a:off x="502785" y="437505"/>
            <a:ext cx="9144000" cy="338554"/>
          </a:xfrm>
        </p:spPr>
        <p:txBody>
          <a:bodyPr anchor="b"/>
          <a:lstStyle>
            <a:lvl1pPr marL="0" indent="0" algn="l">
              <a:buNone/>
              <a:defRPr sz="2200" b="1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8789136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wo Content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>
            <a:spLocks/>
          </p:cNvSpPr>
          <p:nvPr userDrawn="1"/>
        </p:nvSpPr>
        <p:spPr>
          <a:xfrm>
            <a:off x="6165464" y="1773238"/>
            <a:ext cx="6026535" cy="5082382"/>
          </a:xfrm>
          <a:prstGeom prst="rect">
            <a:avLst/>
          </a:prstGeom>
          <a:solidFill>
            <a:srgbClr val="E8E8E8">
              <a:alpha val="83137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noProof="0" dirty="0"/>
          </a:p>
        </p:txBody>
      </p:sp>
      <p:sp>
        <p:nvSpPr>
          <p:cNvPr id="9" name="Rectangle 8"/>
          <p:cNvSpPr>
            <a:spLocks/>
          </p:cNvSpPr>
          <p:nvPr userDrawn="1"/>
        </p:nvSpPr>
        <p:spPr>
          <a:xfrm>
            <a:off x="0" y="1773238"/>
            <a:ext cx="6058533" cy="5083829"/>
          </a:xfrm>
          <a:prstGeom prst="rect">
            <a:avLst/>
          </a:prstGeom>
          <a:solidFill>
            <a:srgbClr val="E8E8E8">
              <a:alpha val="83137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noProof="0" dirty="0"/>
          </a:p>
        </p:txBody>
      </p:sp>
      <p:pic>
        <p:nvPicPr>
          <p:cNvPr id="13" name="Grid">
            <a:extLst>
              <a:ext uri="{FF2B5EF4-FFF2-40B4-BE49-F238E27FC236}">
                <a16:creationId xmlns:a16="http://schemas.microsoft.com/office/drawing/2014/main" id="{EC93758A-C3A9-4A6E-9EA5-B49EECD74885}"/>
              </a:ext>
            </a:extLst>
          </p:cNvPr>
          <p:cNvPicPr>
            <a:picLocks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9144" y="5733900"/>
            <a:ext cx="12218400" cy="1186916"/>
          </a:xfrm>
          <a:prstGeom prst="rect">
            <a:avLst/>
          </a:prstGeom>
        </p:spPr>
      </p:pic>
      <p:sp>
        <p:nvSpPr>
          <p:cNvPr id="5" name="Slide Number">
            <a:extLst>
              <a:ext uri="{FF2B5EF4-FFF2-40B4-BE49-F238E27FC236}">
                <a16:creationId xmlns:a16="http://schemas.microsoft.com/office/drawing/2014/main" id="{E4A87CA0-D222-4AB5-9952-791CFB09B8F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F977201C-44AB-4380-B427-5D78BFD8A959}" type="slidenum">
              <a:rPr lang="en-US" altLang="x-none" noProof="0" smtClean="0"/>
              <a:pPr/>
              <a:t>‹#›</a:t>
            </a:fld>
            <a:endParaRPr lang="en-US" altLang="x-none" noProof="0" dirty="0"/>
          </a:p>
        </p:txBody>
      </p:sp>
      <p:sp>
        <p:nvSpPr>
          <p:cNvPr id="6" name="Footer">
            <a:extLst>
              <a:ext uri="{FF2B5EF4-FFF2-40B4-BE49-F238E27FC236}">
                <a16:creationId xmlns:a16="http://schemas.microsoft.com/office/drawing/2014/main" id="{646078C1-697D-4032-9A0C-5FB387D9A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x-none" noProof="0" dirty="0"/>
              <a:t>Presentation venue | Date | Speaker</a:t>
            </a:r>
          </a:p>
        </p:txBody>
      </p:sp>
      <p:sp>
        <p:nvSpPr>
          <p:cNvPr id="4" name="Content 2">
            <a:extLst>
              <a:ext uri="{FF2B5EF4-FFF2-40B4-BE49-F238E27FC236}">
                <a16:creationId xmlns:a16="http://schemas.microsoft.com/office/drawing/2014/main" id="{1399C9D1-ACDB-49BD-8A72-3954CFC9E5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66943" y="1773237"/>
            <a:ext cx="5436000" cy="4608513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3" name="Content 1">
            <a:extLst>
              <a:ext uri="{FF2B5EF4-FFF2-40B4-BE49-F238E27FC236}">
                <a16:creationId xmlns:a16="http://schemas.microsoft.com/office/drawing/2014/main" id="{4CB98C8E-BB61-471C-B936-06B8AF9A958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3237" y="1773237"/>
            <a:ext cx="5436000" cy="4608513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1A8524E7-931B-4BE4-AAF4-3EA4E7711DD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add subtitle</a:t>
            </a:r>
            <a:endParaRPr lang="en-US" noProof="0" dirty="0"/>
          </a:p>
        </p:txBody>
      </p:sp>
      <p:sp>
        <p:nvSpPr>
          <p:cNvPr id="8" name="Subtitle">
            <a:extLst>
              <a:ext uri="{FF2B5EF4-FFF2-40B4-BE49-F238E27FC236}">
                <a16:creationId xmlns:a16="http://schemas.microsoft.com/office/drawing/2014/main" id="{AAF727B8-4C6A-49B3-BEF1-56855A61B682}"/>
              </a:ext>
            </a:extLst>
          </p:cNvPr>
          <p:cNvSpPr>
            <a:spLocks noGrp="1"/>
          </p:cNvSpPr>
          <p:nvPr>
            <p:ph type="subTitle" idx="12" hasCustomPrompt="1"/>
          </p:nvPr>
        </p:nvSpPr>
        <p:spPr>
          <a:xfrm>
            <a:off x="502785" y="437505"/>
            <a:ext cx="9144000" cy="338554"/>
          </a:xfrm>
        </p:spPr>
        <p:txBody>
          <a:bodyPr anchor="b"/>
          <a:lstStyle>
            <a:lvl1pPr marL="0" indent="0" algn="l">
              <a:buNone/>
              <a:defRPr sz="2200" b="1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 dirty="0"/>
              <a:t>Click to add title</a:t>
            </a:r>
          </a:p>
        </p:txBody>
      </p:sp>
      <p:cxnSp>
        <p:nvCxnSpPr>
          <p:cNvPr id="14" name="Line">
            <a:extLst>
              <a:ext uri="{FF2B5EF4-FFF2-40B4-BE49-F238E27FC236}">
                <a16:creationId xmlns:a16="http://schemas.microsoft.com/office/drawing/2014/main" id="{4AF86A12-8FF0-4CB7-8892-64C2BF9B7BA9}"/>
              </a:ext>
            </a:extLst>
          </p:cNvPr>
          <p:cNvCxnSpPr>
            <a:cxnSpLocks/>
          </p:cNvCxnSpPr>
          <p:nvPr userDrawn="1"/>
        </p:nvCxnSpPr>
        <p:spPr bwMode="gray">
          <a:xfrm>
            <a:off x="503238" y="1358186"/>
            <a:ext cx="547200" cy="0"/>
          </a:xfrm>
          <a:prstGeom prst="line">
            <a:avLst/>
          </a:prstGeom>
          <a:solidFill>
            <a:srgbClr val="B8C400"/>
          </a:solidFill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4" name="Logo_Color">
            <a:extLst>
              <a:ext uri="{FF2B5EF4-FFF2-40B4-BE49-F238E27FC236}">
                <a16:creationId xmlns:a16="http://schemas.microsoft.com/office/drawing/2014/main" id="{DA768CE5-B78C-4A88-B9B8-6CA91B420AA1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087820" y="495720"/>
            <a:ext cx="1612800" cy="229651"/>
            <a:chOff x="1030968" y="702286"/>
            <a:chExt cx="1211122" cy="172455"/>
          </a:xfrm>
        </p:grpSpPr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13F7E226-2A85-42D5-97AC-D9160BAD9A05}"/>
                </a:ext>
              </a:extLst>
            </p:cNvPr>
            <p:cNvSpPr/>
            <p:nvPr/>
          </p:nvSpPr>
          <p:spPr>
            <a:xfrm>
              <a:off x="1344835" y="707326"/>
              <a:ext cx="104775" cy="161925"/>
            </a:xfrm>
            <a:custGeom>
              <a:avLst/>
              <a:gdLst>
                <a:gd name="connsiteX0" fmla="*/ 7144 w 104775"/>
                <a:gd name="connsiteY0" fmla="*/ 44672 h 161925"/>
                <a:gd name="connsiteX1" fmla="*/ 7144 w 104775"/>
                <a:gd name="connsiteY1" fmla="*/ 44672 h 161925"/>
                <a:gd name="connsiteX2" fmla="*/ 7144 w 104775"/>
                <a:gd name="connsiteY2" fmla="*/ 88011 h 161925"/>
                <a:gd name="connsiteX3" fmla="*/ 72580 w 104775"/>
                <a:gd name="connsiteY3" fmla="*/ 158401 h 161925"/>
                <a:gd name="connsiteX4" fmla="*/ 98013 w 104775"/>
                <a:gd name="connsiteY4" fmla="*/ 158401 h 161925"/>
                <a:gd name="connsiteX5" fmla="*/ 98013 w 104775"/>
                <a:gd name="connsiteY5" fmla="*/ 121063 h 161925"/>
                <a:gd name="connsiteX6" fmla="*/ 72580 w 104775"/>
                <a:gd name="connsiteY6" fmla="*/ 121063 h 161925"/>
                <a:gd name="connsiteX7" fmla="*/ 42672 w 104775"/>
                <a:gd name="connsiteY7" fmla="*/ 88011 h 161925"/>
                <a:gd name="connsiteX8" fmla="*/ 42672 w 104775"/>
                <a:gd name="connsiteY8" fmla="*/ 44672 h 161925"/>
                <a:gd name="connsiteX9" fmla="*/ 98774 w 104775"/>
                <a:gd name="connsiteY9" fmla="*/ 44672 h 161925"/>
                <a:gd name="connsiteX10" fmla="*/ 98774 w 104775"/>
                <a:gd name="connsiteY10" fmla="*/ 7144 h 161925"/>
                <a:gd name="connsiteX11" fmla="*/ 7144 w 104775"/>
                <a:gd name="connsiteY11" fmla="*/ 7144 h 161925"/>
                <a:gd name="connsiteX12" fmla="*/ 7144 w 104775"/>
                <a:gd name="connsiteY12" fmla="*/ 44672 h 16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4775" h="161925">
                  <a:moveTo>
                    <a:pt x="7144" y="44672"/>
                  </a:moveTo>
                  <a:lnTo>
                    <a:pt x="7144" y="44672"/>
                  </a:lnTo>
                  <a:lnTo>
                    <a:pt x="7144" y="88011"/>
                  </a:lnTo>
                  <a:cubicBezTo>
                    <a:pt x="7144" y="129445"/>
                    <a:pt x="34004" y="158401"/>
                    <a:pt x="72580" y="158401"/>
                  </a:cubicBezTo>
                  <a:lnTo>
                    <a:pt x="98013" y="158401"/>
                  </a:lnTo>
                  <a:lnTo>
                    <a:pt x="98013" y="121063"/>
                  </a:lnTo>
                  <a:lnTo>
                    <a:pt x="72580" y="121063"/>
                  </a:lnTo>
                  <a:cubicBezTo>
                    <a:pt x="53530" y="121063"/>
                    <a:pt x="42672" y="108966"/>
                    <a:pt x="42672" y="88011"/>
                  </a:cubicBezTo>
                  <a:lnTo>
                    <a:pt x="42672" y="44672"/>
                  </a:lnTo>
                  <a:lnTo>
                    <a:pt x="98774" y="44672"/>
                  </a:lnTo>
                  <a:lnTo>
                    <a:pt x="98774" y="7144"/>
                  </a:lnTo>
                  <a:lnTo>
                    <a:pt x="7144" y="7144"/>
                  </a:lnTo>
                  <a:lnTo>
                    <a:pt x="7144" y="44672"/>
                  </a:lnTo>
                  <a:close/>
                </a:path>
              </a:pathLst>
            </a:custGeom>
            <a:solidFill>
              <a:srgbClr val="B8C4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68BFEDD7-F30B-465C-ABDF-BAA9083AC1F4}"/>
                </a:ext>
              </a:extLst>
            </p:cNvPr>
            <p:cNvSpPr/>
            <p:nvPr/>
          </p:nvSpPr>
          <p:spPr>
            <a:xfrm>
              <a:off x="1429987" y="702401"/>
              <a:ext cx="171450" cy="171450"/>
            </a:xfrm>
            <a:custGeom>
              <a:avLst/>
              <a:gdLst>
                <a:gd name="connsiteX0" fmla="*/ 89822 w 171450"/>
                <a:gd name="connsiteY0" fmla="*/ 7211 h 171450"/>
                <a:gd name="connsiteX1" fmla="*/ 7211 w 171450"/>
                <a:gd name="connsiteY1" fmla="*/ 83345 h 171450"/>
                <a:gd name="connsiteX2" fmla="*/ 83345 w 171450"/>
                <a:gd name="connsiteY2" fmla="*/ 165956 h 171450"/>
                <a:gd name="connsiteX3" fmla="*/ 165956 w 171450"/>
                <a:gd name="connsiteY3" fmla="*/ 89822 h 171450"/>
                <a:gd name="connsiteX4" fmla="*/ 166022 w 171450"/>
                <a:gd name="connsiteY4" fmla="*/ 86554 h 171450"/>
                <a:gd name="connsiteX5" fmla="*/ 89950 w 171450"/>
                <a:gd name="connsiteY5" fmla="*/ 7213 h 171450"/>
                <a:gd name="connsiteX6" fmla="*/ 89822 w 171450"/>
                <a:gd name="connsiteY6" fmla="*/ 7211 h 171450"/>
                <a:gd name="connsiteX7" fmla="*/ 89822 w 171450"/>
                <a:gd name="connsiteY7" fmla="*/ 133417 h 171450"/>
                <a:gd name="connsiteX8" fmla="*/ 40189 w 171450"/>
                <a:gd name="connsiteY8" fmla="*/ 89499 h 171450"/>
                <a:gd name="connsiteX9" fmla="*/ 84108 w 171450"/>
                <a:gd name="connsiteY9" fmla="*/ 39866 h 171450"/>
                <a:gd name="connsiteX10" fmla="*/ 133741 w 171450"/>
                <a:gd name="connsiteY10" fmla="*/ 83784 h 171450"/>
                <a:gd name="connsiteX11" fmla="*/ 133828 w 171450"/>
                <a:gd name="connsiteY11" fmla="*/ 86554 h 171450"/>
                <a:gd name="connsiteX12" fmla="*/ 89822 w 171450"/>
                <a:gd name="connsiteY12" fmla="*/ 133417 h 171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71450" h="171450">
                  <a:moveTo>
                    <a:pt x="89822" y="7211"/>
                  </a:moveTo>
                  <a:cubicBezTo>
                    <a:pt x="45986" y="5422"/>
                    <a:pt x="9000" y="39509"/>
                    <a:pt x="7211" y="83345"/>
                  </a:cubicBezTo>
                  <a:cubicBezTo>
                    <a:pt x="5422" y="127181"/>
                    <a:pt x="39509" y="164167"/>
                    <a:pt x="83345" y="165956"/>
                  </a:cubicBezTo>
                  <a:cubicBezTo>
                    <a:pt x="127181" y="167745"/>
                    <a:pt x="164167" y="133658"/>
                    <a:pt x="165956" y="89822"/>
                  </a:cubicBezTo>
                  <a:cubicBezTo>
                    <a:pt x="166000" y="88733"/>
                    <a:pt x="166022" y="87644"/>
                    <a:pt x="166022" y="86554"/>
                  </a:cubicBezTo>
                  <a:cubicBezTo>
                    <a:pt x="166925" y="43638"/>
                    <a:pt x="132866" y="8116"/>
                    <a:pt x="89950" y="7213"/>
                  </a:cubicBezTo>
                  <a:cubicBezTo>
                    <a:pt x="89907" y="7212"/>
                    <a:pt x="89865" y="7212"/>
                    <a:pt x="89822" y="7211"/>
                  </a:cubicBezTo>
                  <a:close/>
                  <a:moveTo>
                    <a:pt x="89822" y="133417"/>
                  </a:moveTo>
                  <a:cubicBezTo>
                    <a:pt x="63989" y="134995"/>
                    <a:pt x="41767" y="115332"/>
                    <a:pt x="40189" y="89499"/>
                  </a:cubicBezTo>
                  <a:cubicBezTo>
                    <a:pt x="38611" y="63665"/>
                    <a:pt x="58274" y="41444"/>
                    <a:pt x="84108" y="39866"/>
                  </a:cubicBezTo>
                  <a:cubicBezTo>
                    <a:pt x="109941" y="38288"/>
                    <a:pt x="132163" y="57951"/>
                    <a:pt x="133741" y="83784"/>
                  </a:cubicBezTo>
                  <a:cubicBezTo>
                    <a:pt x="133797" y="84706"/>
                    <a:pt x="133826" y="85630"/>
                    <a:pt x="133828" y="86554"/>
                  </a:cubicBezTo>
                  <a:cubicBezTo>
                    <a:pt x="134524" y="111611"/>
                    <a:pt x="114874" y="132537"/>
                    <a:pt x="89822" y="133417"/>
                  </a:cubicBezTo>
                  <a:close/>
                </a:path>
              </a:pathLst>
            </a:custGeom>
            <a:solidFill>
              <a:srgbClr val="B8C4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405DA252-AAFB-463A-A823-677056BF20D6}"/>
                </a:ext>
              </a:extLst>
            </p:cNvPr>
            <p:cNvSpPr/>
            <p:nvPr/>
          </p:nvSpPr>
          <p:spPr>
            <a:xfrm>
              <a:off x="1902620" y="707040"/>
              <a:ext cx="123825" cy="161925"/>
            </a:xfrm>
            <a:custGeom>
              <a:avLst/>
              <a:gdLst>
                <a:gd name="connsiteX0" fmla="*/ 110013 w 123825"/>
                <a:gd name="connsiteY0" fmla="*/ 96679 h 161925"/>
                <a:gd name="connsiteX1" fmla="*/ 65436 w 123825"/>
                <a:gd name="connsiteY1" fmla="*/ 147161 h 161925"/>
                <a:gd name="connsiteX2" fmla="*/ 20954 w 123825"/>
                <a:gd name="connsiteY2" fmla="*/ 96679 h 161925"/>
                <a:gd name="connsiteX3" fmla="*/ 20954 w 123825"/>
                <a:gd name="connsiteY3" fmla="*/ 7144 h 161925"/>
                <a:gd name="connsiteX4" fmla="*/ 7238 w 123825"/>
                <a:gd name="connsiteY4" fmla="*/ 7144 h 161925"/>
                <a:gd name="connsiteX5" fmla="*/ 7238 w 123825"/>
                <a:gd name="connsiteY5" fmla="*/ 96679 h 161925"/>
                <a:gd name="connsiteX6" fmla="*/ 26288 w 123825"/>
                <a:gd name="connsiteY6" fmla="*/ 146018 h 161925"/>
                <a:gd name="connsiteX7" fmla="*/ 103536 w 123825"/>
                <a:gd name="connsiteY7" fmla="*/ 146018 h 161925"/>
                <a:gd name="connsiteX8" fmla="*/ 123062 w 123825"/>
                <a:gd name="connsiteY8" fmla="*/ 96679 h 161925"/>
                <a:gd name="connsiteX9" fmla="*/ 123063 w 123825"/>
                <a:gd name="connsiteY9" fmla="*/ 7144 h 161925"/>
                <a:gd name="connsiteX10" fmla="*/ 109346 w 123825"/>
                <a:gd name="connsiteY10" fmla="*/ 7144 h 161925"/>
                <a:gd name="connsiteX11" fmla="*/ 109346 w 123825"/>
                <a:gd name="connsiteY11" fmla="*/ 96679 h 16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3825" h="161925">
                  <a:moveTo>
                    <a:pt x="110013" y="96679"/>
                  </a:moveTo>
                  <a:cubicBezTo>
                    <a:pt x="110013" y="133731"/>
                    <a:pt x="83343" y="147161"/>
                    <a:pt x="65436" y="147161"/>
                  </a:cubicBezTo>
                  <a:cubicBezTo>
                    <a:pt x="47529" y="147161"/>
                    <a:pt x="20954" y="133731"/>
                    <a:pt x="20954" y="96679"/>
                  </a:cubicBezTo>
                  <a:lnTo>
                    <a:pt x="20954" y="7144"/>
                  </a:lnTo>
                  <a:lnTo>
                    <a:pt x="7238" y="7144"/>
                  </a:lnTo>
                  <a:lnTo>
                    <a:pt x="7238" y="96679"/>
                  </a:lnTo>
                  <a:cubicBezTo>
                    <a:pt x="6241" y="115092"/>
                    <a:pt x="13176" y="133052"/>
                    <a:pt x="26288" y="146018"/>
                  </a:cubicBezTo>
                  <a:cubicBezTo>
                    <a:pt x="47937" y="166568"/>
                    <a:pt x="81887" y="166568"/>
                    <a:pt x="103536" y="146018"/>
                  </a:cubicBezTo>
                  <a:cubicBezTo>
                    <a:pt x="116782" y="133108"/>
                    <a:pt x="123886" y="115157"/>
                    <a:pt x="123062" y="96679"/>
                  </a:cubicBezTo>
                  <a:lnTo>
                    <a:pt x="123063" y="7144"/>
                  </a:lnTo>
                  <a:lnTo>
                    <a:pt x="109346" y="7144"/>
                  </a:lnTo>
                  <a:lnTo>
                    <a:pt x="109346" y="96679"/>
                  </a:lnTo>
                  <a:close/>
                </a:path>
              </a:pathLst>
            </a:custGeom>
            <a:solidFill>
              <a:srgbClr val="B8C4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8F017427-B599-4173-AB18-A1F0F6BD93EF}"/>
                </a:ext>
              </a:extLst>
            </p:cNvPr>
            <p:cNvSpPr/>
            <p:nvPr/>
          </p:nvSpPr>
          <p:spPr>
            <a:xfrm>
              <a:off x="1182931" y="707040"/>
              <a:ext cx="161925" cy="161925"/>
            </a:xfrm>
            <a:custGeom>
              <a:avLst/>
              <a:gdLst>
                <a:gd name="connsiteX0" fmla="*/ 116279 w 161925"/>
                <a:gd name="connsiteY0" fmla="*/ 77819 h 161925"/>
                <a:gd name="connsiteX1" fmla="*/ 81989 w 161925"/>
                <a:gd name="connsiteY1" fmla="*/ 117824 h 161925"/>
                <a:gd name="connsiteX2" fmla="*/ 47603 w 161925"/>
                <a:gd name="connsiteY2" fmla="*/ 77819 h 161925"/>
                <a:gd name="connsiteX3" fmla="*/ 47603 w 161925"/>
                <a:gd name="connsiteY3" fmla="*/ 7144 h 161925"/>
                <a:gd name="connsiteX4" fmla="*/ 7217 w 161925"/>
                <a:gd name="connsiteY4" fmla="*/ 7144 h 161925"/>
                <a:gd name="connsiteX5" fmla="*/ 7217 w 161925"/>
                <a:gd name="connsiteY5" fmla="*/ 77819 h 161925"/>
                <a:gd name="connsiteX6" fmla="*/ 32268 w 161925"/>
                <a:gd name="connsiteY6" fmla="*/ 140493 h 161925"/>
                <a:gd name="connsiteX7" fmla="*/ 131329 w 161925"/>
                <a:gd name="connsiteY7" fmla="*/ 140493 h 161925"/>
                <a:gd name="connsiteX8" fmla="*/ 156379 w 161925"/>
                <a:gd name="connsiteY8" fmla="*/ 77914 h 161925"/>
                <a:gd name="connsiteX9" fmla="*/ 156379 w 161925"/>
                <a:gd name="connsiteY9" fmla="*/ 7144 h 161925"/>
                <a:gd name="connsiteX10" fmla="*/ 115993 w 161925"/>
                <a:gd name="connsiteY10" fmla="*/ 7144 h 161925"/>
                <a:gd name="connsiteX11" fmla="*/ 115993 w 161925"/>
                <a:gd name="connsiteY11" fmla="*/ 77819 h 16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1925" h="161925">
                  <a:moveTo>
                    <a:pt x="116279" y="77819"/>
                  </a:moveTo>
                  <a:cubicBezTo>
                    <a:pt x="116279" y="109442"/>
                    <a:pt x="93895" y="117824"/>
                    <a:pt x="81989" y="117824"/>
                  </a:cubicBezTo>
                  <a:cubicBezTo>
                    <a:pt x="70082" y="117824"/>
                    <a:pt x="47603" y="109442"/>
                    <a:pt x="47603" y="77819"/>
                  </a:cubicBezTo>
                  <a:lnTo>
                    <a:pt x="47603" y="7144"/>
                  </a:lnTo>
                  <a:lnTo>
                    <a:pt x="7217" y="7144"/>
                  </a:lnTo>
                  <a:lnTo>
                    <a:pt x="7217" y="77819"/>
                  </a:lnTo>
                  <a:cubicBezTo>
                    <a:pt x="6222" y="101331"/>
                    <a:pt x="15341" y="124145"/>
                    <a:pt x="32268" y="140493"/>
                  </a:cubicBezTo>
                  <a:cubicBezTo>
                    <a:pt x="60063" y="166765"/>
                    <a:pt x="103534" y="166765"/>
                    <a:pt x="131329" y="140493"/>
                  </a:cubicBezTo>
                  <a:cubicBezTo>
                    <a:pt x="148241" y="124174"/>
                    <a:pt x="157359" y="101396"/>
                    <a:pt x="156379" y="77914"/>
                  </a:cubicBezTo>
                  <a:lnTo>
                    <a:pt x="156379" y="7144"/>
                  </a:lnTo>
                  <a:lnTo>
                    <a:pt x="115993" y="7144"/>
                  </a:lnTo>
                  <a:lnTo>
                    <a:pt x="115993" y="77819"/>
                  </a:lnTo>
                  <a:close/>
                </a:path>
              </a:pathLst>
            </a:custGeom>
            <a:solidFill>
              <a:srgbClr val="B8C4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CFB94805-6C4B-46DC-BD3B-1FA9955915B2}"/>
                </a:ext>
              </a:extLst>
            </p:cNvPr>
            <p:cNvSpPr/>
            <p:nvPr/>
          </p:nvSpPr>
          <p:spPr>
            <a:xfrm>
              <a:off x="1596891" y="702962"/>
              <a:ext cx="142875" cy="161925"/>
            </a:xfrm>
            <a:custGeom>
              <a:avLst/>
              <a:gdLst>
                <a:gd name="connsiteX0" fmla="*/ 117799 w 142875"/>
                <a:gd name="connsiteY0" fmla="*/ 24653 h 161925"/>
                <a:gd name="connsiteX1" fmla="*/ 29598 w 142875"/>
                <a:gd name="connsiteY1" fmla="*/ 24653 h 161925"/>
                <a:gd name="connsiteX2" fmla="*/ 7214 w 142875"/>
                <a:gd name="connsiteY2" fmla="*/ 80850 h 161925"/>
                <a:gd name="connsiteX3" fmla="*/ 7214 w 142875"/>
                <a:gd name="connsiteY3" fmla="*/ 160860 h 161925"/>
                <a:gd name="connsiteX4" fmla="*/ 31884 w 142875"/>
                <a:gd name="connsiteY4" fmla="*/ 160860 h 161925"/>
                <a:gd name="connsiteX5" fmla="*/ 31884 w 142875"/>
                <a:gd name="connsiteY5" fmla="*/ 80850 h 161925"/>
                <a:gd name="connsiteX6" fmla="*/ 73794 w 142875"/>
                <a:gd name="connsiteY6" fmla="*/ 33225 h 161925"/>
                <a:gd name="connsiteX7" fmla="*/ 115704 w 142875"/>
                <a:gd name="connsiteY7" fmla="*/ 80850 h 161925"/>
                <a:gd name="connsiteX8" fmla="*/ 115704 w 142875"/>
                <a:gd name="connsiteY8" fmla="*/ 160860 h 161925"/>
                <a:gd name="connsiteX9" fmla="*/ 140469 w 142875"/>
                <a:gd name="connsiteY9" fmla="*/ 160860 h 161925"/>
                <a:gd name="connsiteX10" fmla="*/ 140469 w 142875"/>
                <a:gd name="connsiteY10" fmla="*/ 80850 h 161925"/>
                <a:gd name="connsiteX11" fmla="*/ 118180 w 142875"/>
                <a:gd name="connsiteY11" fmla="*/ 24653 h 16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42875" h="161925">
                  <a:moveTo>
                    <a:pt x="117799" y="24653"/>
                  </a:moveTo>
                  <a:cubicBezTo>
                    <a:pt x="93033" y="1307"/>
                    <a:pt x="54364" y="1307"/>
                    <a:pt x="29598" y="24653"/>
                  </a:cubicBezTo>
                  <a:cubicBezTo>
                    <a:pt x="14441" y="39321"/>
                    <a:pt x="6293" y="59778"/>
                    <a:pt x="7214" y="80850"/>
                  </a:cubicBezTo>
                  <a:lnTo>
                    <a:pt x="7214" y="160860"/>
                  </a:lnTo>
                  <a:lnTo>
                    <a:pt x="31884" y="160860"/>
                  </a:lnTo>
                  <a:lnTo>
                    <a:pt x="31884" y="80850"/>
                  </a:lnTo>
                  <a:cubicBezTo>
                    <a:pt x="31884" y="42750"/>
                    <a:pt x="59220" y="33225"/>
                    <a:pt x="73794" y="33225"/>
                  </a:cubicBezTo>
                  <a:cubicBezTo>
                    <a:pt x="88367" y="33225"/>
                    <a:pt x="115704" y="43226"/>
                    <a:pt x="115704" y="80850"/>
                  </a:cubicBezTo>
                  <a:lnTo>
                    <a:pt x="115704" y="160860"/>
                  </a:lnTo>
                  <a:lnTo>
                    <a:pt x="140469" y="160860"/>
                  </a:lnTo>
                  <a:lnTo>
                    <a:pt x="140469" y="80850"/>
                  </a:lnTo>
                  <a:cubicBezTo>
                    <a:pt x="141366" y="59801"/>
                    <a:pt x="133261" y="39365"/>
                    <a:pt x="118180" y="24653"/>
                  </a:cubicBezTo>
                  <a:close/>
                </a:path>
              </a:pathLst>
            </a:custGeom>
            <a:solidFill>
              <a:srgbClr val="B8C4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2C400460-AE87-4536-AFA4-019E93EB9841}"/>
                </a:ext>
              </a:extLst>
            </p:cNvPr>
            <p:cNvSpPr/>
            <p:nvPr/>
          </p:nvSpPr>
          <p:spPr>
            <a:xfrm>
              <a:off x="2032540" y="703230"/>
              <a:ext cx="209550" cy="161925"/>
            </a:xfrm>
            <a:custGeom>
              <a:avLst/>
              <a:gdLst>
                <a:gd name="connsiteX0" fmla="*/ 157163 w 209550"/>
                <a:gd name="connsiteY0" fmla="*/ 7144 h 161925"/>
                <a:gd name="connsiteX1" fmla="*/ 108680 w 209550"/>
                <a:gd name="connsiteY1" fmla="*/ 40481 h 161925"/>
                <a:gd name="connsiteX2" fmla="*/ 60197 w 209550"/>
                <a:gd name="connsiteY2" fmla="*/ 7144 h 161925"/>
                <a:gd name="connsiteX3" fmla="*/ 7144 w 209550"/>
                <a:gd name="connsiteY3" fmla="*/ 66389 h 161925"/>
                <a:gd name="connsiteX4" fmla="*/ 7144 w 209550"/>
                <a:gd name="connsiteY4" fmla="*/ 160687 h 161925"/>
                <a:gd name="connsiteX5" fmla="*/ 16669 w 209550"/>
                <a:gd name="connsiteY5" fmla="*/ 160687 h 161925"/>
                <a:gd name="connsiteX6" fmla="*/ 16669 w 209550"/>
                <a:gd name="connsiteY6" fmla="*/ 66389 h 161925"/>
                <a:gd name="connsiteX7" fmla="*/ 60579 w 209550"/>
                <a:gd name="connsiteY7" fmla="*/ 16764 h 161925"/>
                <a:gd name="connsiteX8" fmla="*/ 104489 w 209550"/>
                <a:gd name="connsiteY8" fmla="*/ 66104 h 161925"/>
                <a:gd name="connsiteX9" fmla="*/ 104489 w 209550"/>
                <a:gd name="connsiteY9" fmla="*/ 160687 h 161925"/>
                <a:gd name="connsiteX10" fmla="*/ 114014 w 209550"/>
                <a:gd name="connsiteY10" fmla="*/ 160687 h 161925"/>
                <a:gd name="connsiteX11" fmla="*/ 114014 w 209550"/>
                <a:gd name="connsiteY11" fmla="*/ 66104 h 161925"/>
                <a:gd name="connsiteX12" fmla="*/ 157925 w 209550"/>
                <a:gd name="connsiteY12" fmla="*/ 16764 h 161925"/>
                <a:gd name="connsiteX13" fmla="*/ 201835 w 209550"/>
                <a:gd name="connsiteY13" fmla="*/ 66389 h 161925"/>
                <a:gd name="connsiteX14" fmla="*/ 201835 w 209550"/>
                <a:gd name="connsiteY14" fmla="*/ 160687 h 161925"/>
                <a:gd name="connsiteX15" fmla="*/ 211360 w 209550"/>
                <a:gd name="connsiteY15" fmla="*/ 160687 h 161925"/>
                <a:gd name="connsiteX16" fmla="*/ 211360 w 209550"/>
                <a:gd name="connsiteY16" fmla="*/ 66389 h 161925"/>
                <a:gd name="connsiteX17" fmla="*/ 158210 w 209550"/>
                <a:gd name="connsiteY17" fmla="*/ 7144 h 16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09550" h="161925">
                  <a:moveTo>
                    <a:pt x="157163" y="7144"/>
                  </a:moveTo>
                  <a:cubicBezTo>
                    <a:pt x="135739" y="7405"/>
                    <a:pt x="116592" y="20571"/>
                    <a:pt x="108680" y="40481"/>
                  </a:cubicBezTo>
                  <a:cubicBezTo>
                    <a:pt x="100789" y="20554"/>
                    <a:pt x="81629" y="7379"/>
                    <a:pt x="60197" y="7144"/>
                  </a:cubicBezTo>
                  <a:cubicBezTo>
                    <a:pt x="38862" y="7144"/>
                    <a:pt x="7144" y="22955"/>
                    <a:pt x="7144" y="66389"/>
                  </a:cubicBezTo>
                  <a:lnTo>
                    <a:pt x="7144" y="160687"/>
                  </a:lnTo>
                  <a:lnTo>
                    <a:pt x="16669" y="160687"/>
                  </a:lnTo>
                  <a:lnTo>
                    <a:pt x="16669" y="66389"/>
                  </a:lnTo>
                  <a:cubicBezTo>
                    <a:pt x="16669" y="30004"/>
                    <a:pt x="42958" y="16764"/>
                    <a:pt x="60579" y="16764"/>
                  </a:cubicBezTo>
                  <a:cubicBezTo>
                    <a:pt x="78200" y="16764"/>
                    <a:pt x="104299" y="30004"/>
                    <a:pt x="104489" y="66104"/>
                  </a:cubicBezTo>
                  <a:lnTo>
                    <a:pt x="104489" y="160687"/>
                  </a:lnTo>
                  <a:lnTo>
                    <a:pt x="114014" y="160687"/>
                  </a:lnTo>
                  <a:lnTo>
                    <a:pt x="114014" y="66104"/>
                  </a:lnTo>
                  <a:cubicBezTo>
                    <a:pt x="114014" y="30004"/>
                    <a:pt x="140303" y="16764"/>
                    <a:pt x="157925" y="16764"/>
                  </a:cubicBezTo>
                  <a:cubicBezTo>
                    <a:pt x="175546" y="16764"/>
                    <a:pt x="201835" y="30004"/>
                    <a:pt x="201835" y="66389"/>
                  </a:cubicBezTo>
                  <a:lnTo>
                    <a:pt x="201835" y="160687"/>
                  </a:lnTo>
                  <a:lnTo>
                    <a:pt x="211360" y="160687"/>
                  </a:lnTo>
                  <a:lnTo>
                    <a:pt x="211360" y="66389"/>
                  </a:lnTo>
                  <a:cubicBezTo>
                    <a:pt x="211360" y="22955"/>
                    <a:pt x="179546" y="7144"/>
                    <a:pt x="158210" y="7144"/>
                  </a:cubicBezTo>
                  <a:close/>
                </a:path>
              </a:pathLst>
            </a:custGeom>
            <a:solidFill>
              <a:srgbClr val="B8C4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371F196-4220-4E1B-B6AD-CA533ED56856}"/>
                </a:ext>
              </a:extLst>
            </p:cNvPr>
            <p:cNvSpPr/>
            <p:nvPr/>
          </p:nvSpPr>
          <p:spPr>
            <a:xfrm>
              <a:off x="1739805" y="703291"/>
              <a:ext cx="161925" cy="171450"/>
            </a:xfrm>
            <a:custGeom>
              <a:avLst/>
              <a:gdLst>
                <a:gd name="connsiteX0" fmla="*/ 98139 w 161925"/>
                <a:gd name="connsiteY0" fmla="*/ 8512 h 171450"/>
                <a:gd name="connsiteX1" fmla="*/ 8993 w 161925"/>
                <a:gd name="connsiteY1" fmla="*/ 69058 h 171450"/>
                <a:gd name="connsiteX2" fmla="*/ 8794 w 161925"/>
                <a:gd name="connsiteY2" fmla="*/ 70138 h 171450"/>
                <a:gd name="connsiteX3" fmla="*/ 68040 w 161925"/>
                <a:gd name="connsiteY3" fmla="*/ 163674 h 171450"/>
                <a:gd name="connsiteX4" fmla="*/ 153765 w 161925"/>
                <a:gd name="connsiteY4" fmla="*/ 113763 h 171450"/>
                <a:gd name="connsiteX5" fmla="*/ 132619 w 161925"/>
                <a:gd name="connsiteY5" fmla="*/ 113763 h 171450"/>
                <a:gd name="connsiteX6" fmla="*/ 71469 w 161925"/>
                <a:gd name="connsiteY6" fmla="*/ 144719 h 171450"/>
                <a:gd name="connsiteX7" fmla="*/ 27273 w 161925"/>
                <a:gd name="connsiteY7" fmla="*/ 94522 h 171450"/>
                <a:gd name="connsiteX8" fmla="*/ 158051 w 161925"/>
                <a:gd name="connsiteY8" fmla="*/ 94522 h 171450"/>
                <a:gd name="connsiteX9" fmla="*/ 97948 w 161925"/>
                <a:gd name="connsiteY9" fmla="*/ 8797 h 171450"/>
                <a:gd name="connsiteX10" fmla="*/ 27844 w 161925"/>
                <a:gd name="connsiteY10" fmla="*/ 75187 h 171450"/>
                <a:gd name="connsiteX11" fmla="*/ 27844 w 161925"/>
                <a:gd name="connsiteY11" fmla="*/ 73853 h 171450"/>
                <a:gd name="connsiteX12" fmla="*/ 92243 w 161925"/>
                <a:gd name="connsiteY12" fmla="*/ 26593 h 171450"/>
                <a:gd name="connsiteX13" fmla="*/ 94519 w 161925"/>
                <a:gd name="connsiteY13" fmla="*/ 26990 h 171450"/>
                <a:gd name="connsiteX14" fmla="*/ 138525 w 161925"/>
                <a:gd name="connsiteY14" fmla="*/ 74615 h 171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61925" h="171450">
                  <a:moveTo>
                    <a:pt x="98139" y="8512"/>
                  </a:moveTo>
                  <a:cubicBezTo>
                    <a:pt x="56802" y="614"/>
                    <a:pt x="16890" y="27721"/>
                    <a:pt x="8993" y="69058"/>
                  </a:cubicBezTo>
                  <a:cubicBezTo>
                    <a:pt x="8924" y="69417"/>
                    <a:pt x="8858" y="69778"/>
                    <a:pt x="8794" y="70138"/>
                  </a:cubicBezTo>
                  <a:cubicBezTo>
                    <a:pt x="142" y="112182"/>
                    <a:pt x="26331" y="153529"/>
                    <a:pt x="68040" y="163674"/>
                  </a:cubicBezTo>
                  <a:cubicBezTo>
                    <a:pt x="105095" y="170936"/>
                    <a:pt x="141787" y="149574"/>
                    <a:pt x="153765" y="113763"/>
                  </a:cubicBezTo>
                  <a:lnTo>
                    <a:pt x="132619" y="113763"/>
                  </a:lnTo>
                  <a:cubicBezTo>
                    <a:pt x="121847" y="136981"/>
                    <a:pt x="96558" y="149783"/>
                    <a:pt x="71469" y="144719"/>
                  </a:cubicBezTo>
                  <a:cubicBezTo>
                    <a:pt x="47541" y="139122"/>
                    <a:pt x="29795" y="118966"/>
                    <a:pt x="27273" y="94522"/>
                  </a:cubicBezTo>
                  <a:lnTo>
                    <a:pt x="158051" y="94522"/>
                  </a:lnTo>
                  <a:cubicBezTo>
                    <a:pt x="162387" y="54908"/>
                    <a:pt x="136667" y="18224"/>
                    <a:pt x="97948" y="8797"/>
                  </a:cubicBezTo>
                  <a:close/>
                  <a:moveTo>
                    <a:pt x="27844" y="75187"/>
                  </a:moveTo>
                  <a:lnTo>
                    <a:pt x="27844" y="73853"/>
                  </a:lnTo>
                  <a:cubicBezTo>
                    <a:pt x="32577" y="43019"/>
                    <a:pt x="61409" y="21860"/>
                    <a:pt x="92243" y="26593"/>
                  </a:cubicBezTo>
                  <a:cubicBezTo>
                    <a:pt x="93004" y="26710"/>
                    <a:pt x="93763" y="26842"/>
                    <a:pt x="94519" y="26990"/>
                  </a:cubicBezTo>
                  <a:cubicBezTo>
                    <a:pt x="117646" y="32201"/>
                    <a:pt x="135153" y="51149"/>
                    <a:pt x="138525" y="74615"/>
                  </a:cubicBezTo>
                  <a:close/>
                </a:path>
              </a:pathLst>
            </a:custGeom>
            <a:solidFill>
              <a:srgbClr val="B8C4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FF6699F1-E995-4C2A-B778-B07D9D91CAD0}"/>
                </a:ext>
              </a:extLst>
            </p:cNvPr>
            <p:cNvSpPr/>
            <p:nvPr/>
          </p:nvSpPr>
          <p:spPr>
            <a:xfrm>
              <a:off x="1030968" y="702286"/>
              <a:ext cx="152400" cy="171450"/>
            </a:xfrm>
            <a:custGeom>
              <a:avLst/>
              <a:gdLst>
                <a:gd name="connsiteX0" fmla="*/ 147370 w 152400"/>
                <a:gd name="connsiteY0" fmla="*/ 56951 h 171450"/>
                <a:gd name="connsiteX1" fmla="*/ 128320 w 152400"/>
                <a:gd name="connsiteY1" fmla="*/ 20279 h 171450"/>
                <a:gd name="connsiteX2" fmla="*/ 82409 w 152400"/>
                <a:gd name="connsiteY2" fmla="*/ 7326 h 171450"/>
                <a:gd name="connsiteX3" fmla="*/ 82409 w 152400"/>
                <a:gd name="connsiteY3" fmla="*/ 7326 h 171450"/>
                <a:gd name="connsiteX4" fmla="*/ 35451 w 152400"/>
                <a:gd name="connsiteY4" fmla="*/ 18089 h 171450"/>
                <a:gd name="connsiteX5" fmla="*/ 15449 w 152400"/>
                <a:gd name="connsiteY5" fmla="*/ 49807 h 171450"/>
                <a:gd name="connsiteX6" fmla="*/ 13925 w 152400"/>
                <a:gd name="connsiteY6" fmla="*/ 56665 h 171450"/>
                <a:gd name="connsiteX7" fmla="*/ 60597 w 152400"/>
                <a:gd name="connsiteY7" fmla="*/ 56665 h 171450"/>
                <a:gd name="connsiteX8" fmla="*/ 60597 w 152400"/>
                <a:gd name="connsiteY8" fmla="*/ 55617 h 171450"/>
                <a:gd name="connsiteX9" fmla="*/ 80219 w 152400"/>
                <a:gd name="connsiteY9" fmla="*/ 40282 h 171450"/>
                <a:gd name="connsiteX10" fmla="*/ 81552 w 152400"/>
                <a:gd name="connsiteY10" fmla="*/ 40282 h 171450"/>
                <a:gd name="connsiteX11" fmla="*/ 84791 w 152400"/>
                <a:gd name="connsiteY11" fmla="*/ 40282 h 171450"/>
                <a:gd name="connsiteX12" fmla="*/ 84791 w 152400"/>
                <a:gd name="connsiteY12" fmla="*/ 40282 h 171450"/>
                <a:gd name="connsiteX13" fmla="*/ 95745 w 152400"/>
                <a:gd name="connsiteY13" fmla="*/ 45426 h 171450"/>
                <a:gd name="connsiteX14" fmla="*/ 98602 w 152400"/>
                <a:gd name="connsiteY14" fmla="*/ 54951 h 171450"/>
                <a:gd name="connsiteX15" fmla="*/ 72218 w 152400"/>
                <a:gd name="connsiteY15" fmla="*/ 68190 h 171450"/>
                <a:gd name="connsiteX16" fmla="*/ 71170 w 152400"/>
                <a:gd name="connsiteY16" fmla="*/ 68190 h 171450"/>
                <a:gd name="connsiteX17" fmla="*/ 66121 w 152400"/>
                <a:gd name="connsiteY17" fmla="*/ 69333 h 171450"/>
                <a:gd name="connsiteX18" fmla="*/ 55549 w 152400"/>
                <a:gd name="connsiteY18" fmla="*/ 71715 h 171450"/>
                <a:gd name="connsiteX19" fmla="*/ 7162 w 152400"/>
                <a:gd name="connsiteY19" fmla="*/ 119340 h 171450"/>
                <a:gd name="connsiteX20" fmla="*/ 20306 w 152400"/>
                <a:gd name="connsiteY20" fmla="*/ 152677 h 171450"/>
                <a:gd name="connsiteX21" fmla="*/ 55167 w 152400"/>
                <a:gd name="connsiteY21" fmla="*/ 165155 h 171450"/>
                <a:gd name="connsiteX22" fmla="*/ 57168 w 152400"/>
                <a:gd name="connsiteY22" fmla="*/ 165155 h 171450"/>
                <a:gd name="connsiteX23" fmla="*/ 93553 w 152400"/>
                <a:gd name="connsiteY23" fmla="*/ 152582 h 171450"/>
                <a:gd name="connsiteX24" fmla="*/ 100602 w 152400"/>
                <a:gd name="connsiteY24" fmla="*/ 147248 h 171450"/>
                <a:gd name="connsiteX25" fmla="*/ 102698 w 152400"/>
                <a:gd name="connsiteY25" fmla="*/ 145628 h 171450"/>
                <a:gd name="connsiteX26" fmla="*/ 102698 w 152400"/>
                <a:gd name="connsiteY26" fmla="*/ 160773 h 171450"/>
                <a:gd name="connsiteX27" fmla="*/ 147846 w 152400"/>
                <a:gd name="connsiteY27" fmla="*/ 160773 h 171450"/>
                <a:gd name="connsiteX28" fmla="*/ 147846 w 152400"/>
                <a:gd name="connsiteY28" fmla="*/ 65333 h 171450"/>
                <a:gd name="connsiteX29" fmla="*/ 147275 w 152400"/>
                <a:gd name="connsiteY29" fmla="*/ 56951 h 171450"/>
                <a:gd name="connsiteX30" fmla="*/ 99745 w 152400"/>
                <a:gd name="connsiteY30" fmla="*/ 92574 h 171450"/>
                <a:gd name="connsiteX31" fmla="*/ 99745 w 152400"/>
                <a:gd name="connsiteY31" fmla="*/ 116196 h 171450"/>
                <a:gd name="connsiteX32" fmla="*/ 99745 w 152400"/>
                <a:gd name="connsiteY32" fmla="*/ 116673 h 171450"/>
                <a:gd name="connsiteX33" fmla="*/ 95459 w 152400"/>
                <a:gd name="connsiteY33" fmla="*/ 120292 h 171450"/>
                <a:gd name="connsiteX34" fmla="*/ 90505 w 152400"/>
                <a:gd name="connsiteY34" fmla="*/ 124007 h 171450"/>
                <a:gd name="connsiteX35" fmla="*/ 72408 w 152400"/>
                <a:gd name="connsiteY35" fmla="*/ 129722 h 171450"/>
                <a:gd name="connsiteX36" fmla="*/ 71551 w 152400"/>
                <a:gd name="connsiteY36" fmla="*/ 129722 h 171450"/>
                <a:gd name="connsiteX37" fmla="*/ 57571 w 152400"/>
                <a:gd name="connsiteY37" fmla="*/ 117469 h 171450"/>
                <a:gd name="connsiteX38" fmla="*/ 57549 w 152400"/>
                <a:gd name="connsiteY38" fmla="*/ 116197 h 171450"/>
                <a:gd name="connsiteX39" fmla="*/ 69169 w 152400"/>
                <a:gd name="connsiteY39" fmla="*/ 101337 h 171450"/>
                <a:gd name="connsiteX40" fmla="*/ 98507 w 152400"/>
                <a:gd name="connsiteY40" fmla="*/ 91241 h 171450"/>
                <a:gd name="connsiteX41" fmla="*/ 100221 w 152400"/>
                <a:gd name="connsiteY41" fmla="*/ 90669 h 171450"/>
                <a:gd name="connsiteX42" fmla="*/ 100221 w 152400"/>
                <a:gd name="connsiteY42" fmla="*/ 92574 h 171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152400" h="171450">
                  <a:moveTo>
                    <a:pt x="147370" y="56951"/>
                  </a:moveTo>
                  <a:cubicBezTo>
                    <a:pt x="146216" y="42661"/>
                    <a:pt x="139348" y="29440"/>
                    <a:pt x="128320" y="20279"/>
                  </a:cubicBezTo>
                  <a:cubicBezTo>
                    <a:pt x="114888" y="10966"/>
                    <a:pt x="98729" y="6407"/>
                    <a:pt x="82409" y="7326"/>
                  </a:cubicBezTo>
                  <a:lnTo>
                    <a:pt x="82409" y="7326"/>
                  </a:lnTo>
                  <a:cubicBezTo>
                    <a:pt x="66041" y="6247"/>
                    <a:pt x="49715" y="9988"/>
                    <a:pt x="35451" y="18089"/>
                  </a:cubicBezTo>
                  <a:cubicBezTo>
                    <a:pt x="24727" y="25481"/>
                    <a:pt x="17498" y="36944"/>
                    <a:pt x="15449" y="49807"/>
                  </a:cubicBezTo>
                  <a:lnTo>
                    <a:pt x="13925" y="56665"/>
                  </a:lnTo>
                  <a:lnTo>
                    <a:pt x="60597" y="56665"/>
                  </a:lnTo>
                  <a:lnTo>
                    <a:pt x="60597" y="55617"/>
                  </a:lnTo>
                  <a:cubicBezTo>
                    <a:pt x="61836" y="45996"/>
                    <a:pt x="70583" y="39160"/>
                    <a:pt x="80219" y="40282"/>
                  </a:cubicBezTo>
                  <a:lnTo>
                    <a:pt x="81552" y="40282"/>
                  </a:lnTo>
                  <a:cubicBezTo>
                    <a:pt x="82629" y="40184"/>
                    <a:pt x="83713" y="40184"/>
                    <a:pt x="84791" y="40282"/>
                  </a:cubicBezTo>
                  <a:lnTo>
                    <a:pt x="84791" y="40282"/>
                  </a:lnTo>
                  <a:cubicBezTo>
                    <a:pt x="88916" y="40718"/>
                    <a:pt x="92774" y="42530"/>
                    <a:pt x="95745" y="45426"/>
                  </a:cubicBezTo>
                  <a:cubicBezTo>
                    <a:pt x="98153" y="47968"/>
                    <a:pt x="99213" y="51502"/>
                    <a:pt x="98602" y="54951"/>
                  </a:cubicBezTo>
                  <a:cubicBezTo>
                    <a:pt x="97649" y="61713"/>
                    <a:pt x="93458" y="63237"/>
                    <a:pt x="72218" y="68190"/>
                  </a:cubicBezTo>
                  <a:lnTo>
                    <a:pt x="71170" y="68190"/>
                  </a:lnTo>
                  <a:lnTo>
                    <a:pt x="66121" y="69333"/>
                  </a:lnTo>
                  <a:cubicBezTo>
                    <a:pt x="62502" y="70000"/>
                    <a:pt x="58978" y="70857"/>
                    <a:pt x="55549" y="71715"/>
                  </a:cubicBezTo>
                  <a:cubicBezTo>
                    <a:pt x="19639" y="80573"/>
                    <a:pt x="6590" y="93622"/>
                    <a:pt x="7162" y="119340"/>
                  </a:cubicBezTo>
                  <a:cubicBezTo>
                    <a:pt x="6943" y="131757"/>
                    <a:pt x="11672" y="143751"/>
                    <a:pt x="20306" y="152677"/>
                  </a:cubicBezTo>
                  <a:cubicBezTo>
                    <a:pt x="29824" y="161276"/>
                    <a:pt x="42355" y="165761"/>
                    <a:pt x="55167" y="165155"/>
                  </a:cubicBezTo>
                  <a:lnTo>
                    <a:pt x="57168" y="165155"/>
                  </a:lnTo>
                  <a:cubicBezTo>
                    <a:pt x="70378" y="165251"/>
                    <a:pt x="83221" y="160813"/>
                    <a:pt x="93553" y="152582"/>
                  </a:cubicBezTo>
                  <a:lnTo>
                    <a:pt x="100602" y="147248"/>
                  </a:lnTo>
                  <a:lnTo>
                    <a:pt x="102698" y="145628"/>
                  </a:lnTo>
                  <a:lnTo>
                    <a:pt x="102698" y="160773"/>
                  </a:lnTo>
                  <a:lnTo>
                    <a:pt x="147846" y="160773"/>
                  </a:lnTo>
                  <a:lnTo>
                    <a:pt x="147846" y="65333"/>
                  </a:lnTo>
                  <a:cubicBezTo>
                    <a:pt x="147852" y="62529"/>
                    <a:pt x="147661" y="59728"/>
                    <a:pt x="147275" y="56951"/>
                  </a:cubicBezTo>
                  <a:close/>
                  <a:moveTo>
                    <a:pt x="99745" y="92574"/>
                  </a:moveTo>
                  <a:lnTo>
                    <a:pt x="99745" y="116196"/>
                  </a:lnTo>
                  <a:lnTo>
                    <a:pt x="99745" y="116673"/>
                  </a:lnTo>
                  <a:lnTo>
                    <a:pt x="95459" y="120292"/>
                  </a:lnTo>
                  <a:cubicBezTo>
                    <a:pt x="93926" y="121680"/>
                    <a:pt x="92268" y="122923"/>
                    <a:pt x="90505" y="124007"/>
                  </a:cubicBezTo>
                  <a:cubicBezTo>
                    <a:pt x="85089" y="127488"/>
                    <a:pt x="78842" y="129461"/>
                    <a:pt x="72408" y="129722"/>
                  </a:cubicBezTo>
                  <a:lnTo>
                    <a:pt x="71551" y="129722"/>
                  </a:lnTo>
                  <a:cubicBezTo>
                    <a:pt x="64307" y="130199"/>
                    <a:pt x="58048" y="124713"/>
                    <a:pt x="57571" y="117469"/>
                  </a:cubicBezTo>
                  <a:cubicBezTo>
                    <a:pt x="57543" y="117046"/>
                    <a:pt x="57535" y="116621"/>
                    <a:pt x="57549" y="116197"/>
                  </a:cubicBezTo>
                  <a:cubicBezTo>
                    <a:pt x="56978" y="108767"/>
                    <a:pt x="60407" y="104481"/>
                    <a:pt x="69169" y="101337"/>
                  </a:cubicBezTo>
                  <a:lnTo>
                    <a:pt x="98507" y="91241"/>
                  </a:lnTo>
                  <a:lnTo>
                    <a:pt x="100221" y="90669"/>
                  </a:lnTo>
                  <a:lnTo>
                    <a:pt x="100221" y="92574"/>
                  </a:lnTo>
                  <a:close/>
                </a:path>
              </a:pathLst>
            </a:custGeom>
            <a:solidFill>
              <a:srgbClr val="B8C4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</p:grpSp>
    </p:spTree>
    <p:extLst>
      <p:ext uri="{BB962C8B-B14F-4D97-AF65-F5344CB8AC3E}">
        <p14:creationId xmlns:p14="http://schemas.microsoft.com/office/powerpoint/2010/main" val="33969184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">
            <a:extLst>
              <a:ext uri="{FF2B5EF4-FFF2-40B4-BE49-F238E27FC236}">
                <a16:creationId xmlns:a16="http://schemas.microsoft.com/office/drawing/2014/main" id="{8552C11C-0AD0-4407-99C8-90897D70E8E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9F209BBB-A67C-4A41-BEF2-05CA082B4CE0}" type="slidenum">
              <a:rPr lang="en-US" altLang="x-none" noProof="0" smtClean="0"/>
              <a:pPr/>
              <a:t>‹#›</a:t>
            </a:fld>
            <a:endParaRPr lang="en-US" altLang="x-none" noProof="0" dirty="0"/>
          </a:p>
        </p:txBody>
      </p:sp>
      <p:sp>
        <p:nvSpPr>
          <p:cNvPr id="4" name="Footer">
            <a:extLst>
              <a:ext uri="{FF2B5EF4-FFF2-40B4-BE49-F238E27FC236}">
                <a16:creationId xmlns:a16="http://schemas.microsoft.com/office/drawing/2014/main" id="{40089BC2-D3CD-49E9-BEE6-7402DEE304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x-none" noProof="0" dirty="0"/>
              <a:t>Presentation venue | Date | Speaker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BDC58DF4-62CC-4AEF-9244-9A919D2ED7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add subtitle</a:t>
            </a:r>
            <a:endParaRPr lang="en-US" noProof="0" dirty="0"/>
          </a:p>
        </p:txBody>
      </p:sp>
      <p:sp>
        <p:nvSpPr>
          <p:cNvPr id="6" name="Subtitle">
            <a:extLst>
              <a:ext uri="{FF2B5EF4-FFF2-40B4-BE49-F238E27FC236}">
                <a16:creationId xmlns:a16="http://schemas.microsoft.com/office/drawing/2014/main" id="{E2A99E25-B5C9-438A-90C2-EA2B83CCDAB1}"/>
              </a:ext>
            </a:extLst>
          </p:cNvPr>
          <p:cNvSpPr>
            <a:spLocks noGrp="1"/>
          </p:cNvSpPr>
          <p:nvPr>
            <p:ph type="subTitle" idx="12" hasCustomPrompt="1"/>
          </p:nvPr>
        </p:nvSpPr>
        <p:spPr>
          <a:xfrm>
            <a:off x="502785" y="437505"/>
            <a:ext cx="9144000" cy="338554"/>
          </a:xfrm>
        </p:spPr>
        <p:txBody>
          <a:bodyPr anchor="b"/>
          <a:lstStyle>
            <a:lvl1pPr marL="0" indent="0" algn="l">
              <a:buNone/>
              <a:defRPr sz="2200" b="1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13184543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Only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1773238"/>
            <a:ext cx="12192000" cy="5084762"/>
          </a:xfrm>
          <a:prstGeom prst="rect">
            <a:avLst/>
          </a:prstGeom>
          <a:solidFill>
            <a:srgbClr val="E8E8E8">
              <a:alpha val="83137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noProof="0" dirty="0"/>
          </a:p>
        </p:txBody>
      </p:sp>
      <p:pic>
        <p:nvPicPr>
          <p:cNvPr id="9" name="Grid">
            <a:extLst>
              <a:ext uri="{FF2B5EF4-FFF2-40B4-BE49-F238E27FC236}">
                <a16:creationId xmlns:a16="http://schemas.microsoft.com/office/drawing/2014/main" id="{EC93758A-C3A9-4A6E-9EA5-B49EECD74885}"/>
              </a:ext>
            </a:extLst>
          </p:cNvPr>
          <p:cNvPicPr>
            <a:picLocks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9144" y="5733900"/>
            <a:ext cx="12218400" cy="1186916"/>
          </a:xfrm>
          <a:prstGeom prst="rect">
            <a:avLst/>
          </a:prstGeom>
        </p:spPr>
      </p:pic>
      <p:sp>
        <p:nvSpPr>
          <p:cNvPr id="3" name="Slide Number">
            <a:extLst>
              <a:ext uri="{FF2B5EF4-FFF2-40B4-BE49-F238E27FC236}">
                <a16:creationId xmlns:a16="http://schemas.microsoft.com/office/drawing/2014/main" id="{8552C11C-0AD0-4407-99C8-90897D70E8E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9F209BBB-A67C-4A41-BEF2-05CA082B4CE0}" type="slidenum">
              <a:rPr lang="en-US" altLang="x-none" noProof="0" smtClean="0"/>
              <a:pPr/>
              <a:t>‹#›</a:t>
            </a:fld>
            <a:endParaRPr lang="en-US" altLang="x-none" noProof="0" dirty="0"/>
          </a:p>
        </p:txBody>
      </p:sp>
      <p:sp>
        <p:nvSpPr>
          <p:cNvPr id="4" name="Footer">
            <a:extLst>
              <a:ext uri="{FF2B5EF4-FFF2-40B4-BE49-F238E27FC236}">
                <a16:creationId xmlns:a16="http://schemas.microsoft.com/office/drawing/2014/main" id="{40089BC2-D3CD-49E9-BEE6-7402DEE304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x-none" noProof="0" dirty="0"/>
              <a:t>Presentation venue | Date | Speaker</a:t>
            </a:r>
          </a:p>
        </p:txBody>
      </p:sp>
      <p:sp>
        <p:nvSpPr>
          <p:cNvPr id="6" name="Subtitle">
            <a:extLst>
              <a:ext uri="{FF2B5EF4-FFF2-40B4-BE49-F238E27FC236}">
                <a16:creationId xmlns:a16="http://schemas.microsoft.com/office/drawing/2014/main" id="{E2A99E25-B5C9-438A-90C2-EA2B83CCDAB1}"/>
              </a:ext>
            </a:extLst>
          </p:cNvPr>
          <p:cNvSpPr>
            <a:spLocks noGrp="1"/>
          </p:cNvSpPr>
          <p:nvPr>
            <p:ph type="subTitle" idx="12" hasCustomPrompt="1"/>
          </p:nvPr>
        </p:nvSpPr>
        <p:spPr>
          <a:xfrm>
            <a:off x="502785" y="437505"/>
            <a:ext cx="9144000" cy="338554"/>
          </a:xfrm>
        </p:spPr>
        <p:txBody>
          <a:bodyPr anchor="b"/>
          <a:lstStyle>
            <a:lvl1pPr marL="0" indent="0" algn="l">
              <a:buNone/>
              <a:defRPr sz="2200" b="1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 dirty="0"/>
              <a:t>Click to add title</a:t>
            </a:r>
          </a:p>
        </p:txBody>
      </p:sp>
      <p:cxnSp>
        <p:nvCxnSpPr>
          <p:cNvPr id="10" name="Line">
            <a:extLst>
              <a:ext uri="{FF2B5EF4-FFF2-40B4-BE49-F238E27FC236}">
                <a16:creationId xmlns:a16="http://schemas.microsoft.com/office/drawing/2014/main" id="{4AF86A12-8FF0-4CB7-8892-64C2BF9B7BA9}"/>
              </a:ext>
            </a:extLst>
          </p:cNvPr>
          <p:cNvCxnSpPr>
            <a:cxnSpLocks/>
          </p:cNvCxnSpPr>
          <p:nvPr userDrawn="1"/>
        </p:nvCxnSpPr>
        <p:spPr bwMode="gray">
          <a:xfrm>
            <a:off x="503238" y="1358186"/>
            <a:ext cx="547200" cy="0"/>
          </a:xfrm>
          <a:prstGeom prst="line">
            <a:avLst/>
          </a:prstGeom>
          <a:solidFill>
            <a:srgbClr val="B8C400"/>
          </a:solidFill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0" name="Logo_Color">
            <a:extLst>
              <a:ext uri="{FF2B5EF4-FFF2-40B4-BE49-F238E27FC236}">
                <a16:creationId xmlns:a16="http://schemas.microsoft.com/office/drawing/2014/main" id="{CFD01046-A088-495F-9739-E5E26FD46FC8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087820" y="495720"/>
            <a:ext cx="1612800" cy="229651"/>
            <a:chOff x="1030968" y="702286"/>
            <a:chExt cx="1211122" cy="172455"/>
          </a:xfrm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B9DF1C70-FE52-405C-9BC2-79BF49CAF1B0}"/>
                </a:ext>
              </a:extLst>
            </p:cNvPr>
            <p:cNvSpPr/>
            <p:nvPr/>
          </p:nvSpPr>
          <p:spPr>
            <a:xfrm>
              <a:off x="1344835" y="707326"/>
              <a:ext cx="104775" cy="161925"/>
            </a:xfrm>
            <a:custGeom>
              <a:avLst/>
              <a:gdLst>
                <a:gd name="connsiteX0" fmla="*/ 7144 w 104775"/>
                <a:gd name="connsiteY0" fmla="*/ 44672 h 161925"/>
                <a:gd name="connsiteX1" fmla="*/ 7144 w 104775"/>
                <a:gd name="connsiteY1" fmla="*/ 44672 h 161925"/>
                <a:gd name="connsiteX2" fmla="*/ 7144 w 104775"/>
                <a:gd name="connsiteY2" fmla="*/ 88011 h 161925"/>
                <a:gd name="connsiteX3" fmla="*/ 72580 w 104775"/>
                <a:gd name="connsiteY3" fmla="*/ 158401 h 161925"/>
                <a:gd name="connsiteX4" fmla="*/ 98013 w 104775"/>
                <a:gd name="connsiteY4" fmla="*/ 158401 h 161925"/>
                <a:gd name="connsiteX5" fmla="*/ 98013 w 104775"/>
                <a:gd name="connsiteY5" fmla="*/ 121063 h 161925"/>
                <a:gd name="connsiteX6" fmla="*/ 72580 w 104775"/>
                <a:gd name="connsiteY6" fmla="*/ 121063 h 161925"/>
                <a:gd name="connsiteX7" fmla="*/ 42672 w 104775"/>
                <a:gd name="connsiteY7" fmla="*/ 88011 h 161925"/>
                <a:gd name="connsiteX8" fmla="*/ 42672 w 104775"/>
                <a:gd name="connsiteY8" fmla="*/ 44672 h 161925"/>
                <a:gd name="connsiteX9" fmla="*/ 98774 w 104775"/>
                <a:gd name="connsiteY9" fmla="*/ 44672 h 161925"/>
                <a:gd name="connsiteX10" fmla="*/ 98774 w 104775"/>
                <a:gd name="connsiteY10" fmla="*/ 7144 h 161925"/>
                <a:gd name="connsiteX11" fmla="*/ 7144 w 104775"/>
                <a:gd name="connsiteY11" fmla="*/ 7144 h 161925"/>
                <a:gd name="connsiteX12" fmla="*/ 7144 w 104775"/>
                <a:gd name="connsiteY12" fmla="*/ 44672 h 16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4775" h="161925">
                  <a:moveTo>
                    <a:pt x="7144" y="44672"/>
                  </a:moveTo>
                  <a:lnTo>
                    <a:pt x="7144" y="44672"/>
                  </a:lnTo>
                  <a:lnTo>
                    <a:pt x="7144" y="88011"/>
                  </a:lnTo>
                  <a:cubicBezTo>
                    <a:pt x="7144" y="129445"/>
                    <a:pt x="34004" y="158401"/>
                    <a:pt x="72580" y="158401"/>
                  </a:cubicBezTo>
                  <a:lnTo>
                    <a:pt x="98013" y="158401"/>
                  </a:lnTo>
                  <a:lnTo>
                    <a:pt x="98013" y="121063"/>
                  </a:lnTo>
                  <a:lnTo>
                    <a:pt x="72580" y="121063"/>
                  </a:lnTo>
                  <a:cubicBezTo>
                    <a:pt x="53530" y="121063"/>
                    <a:pt x="42672" y="108966"/>
                    <a:pt x="42672" y="88011"/>
                  </a:cubicBezTo>
                  <a:lnTo>
                    <a:pt x="42672" y="44672"/>
                  </a:lnTo>
                  <a:lnTo>
                    <a:pt x="98774" y="44672"/>
                  </a:lnTo>
                  <a:lnTo>
                    <a:pt x="98774" y="7144"/>
                  </a:lnTo>
                  <a:lnTo>
                    <a:pt x="7144" y="7144"/>
                  </a:lnTo>
                  <a:lnTo>
                    <a:pt x="7144" y="44672"/>
                  </a:lnTo>
                  <a:close/>
                </a:path>
              </a:pathLst>
            </a:custGeom>
            <a:solidFill>
              <a:srgbClr val="B8C4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78410B21-E578-4970-8241-9B63EE0AEB9C}"/>
                </a:ext>
              </a:extLst>
            </p:cNvPr>
            <p:cNvSpPr/>
            <p:nvPr/>
          </p:nvSpPr>
          <p:spPr>
            <a:xfrm>
              <a:off x="1429987" y="702401"/>
              <a:ext cx="171450" cy="171450"/>
            </a:xfrm>
            <a:custGeom>
              <a:avLst/>
              <a:gdLst>
                <a:gd name="connsiteX0" fmla="*/ 89822 w 171450"/>
                <a:gd name="connsiteY0" fmla="*/ 7211 h 171450"/>
                <a:gd name="connsiteX1" fmla="*/ 7211 w 171450"/>
                <a:gd name="connsiteY1" fmla="*/ 83345 h 171450"/>
                <a:gd name="connsiteX2" fmla="*/ 83345 w 171450"/>
                <a:gd name="connsiteY2" fmla="*/ 165956 h 171450"/>
                <a:gd name="connsiteX3" fmla="*/ 165956 w 171450"/>
                <a:gd name="connsiteY3" fmla="*/ 89822 h 171450"/>
                <a:gd name="connsiteX4" fmla="*/ 166022 w 171450"/>
                <a:gd name="connsiteY4" fmla="*/ 86554 h 171450"/>
                <a:gd name="connsiteX5" fmla="*/ 89950 w 171450"/>
                <a:gd name="connsiteY5" fmla="*/ 7213 h 171450"/>
                <a:gd name="connsiteX6" fmla="*/ 89822 w 171450"/>
                <a:gd name="connsiteY6" fmla="*/ 7211 h 171450"/>
                <a:gd name="connsiteX7" fmla="*/ 89822 w 171450"/>
                <a:gd name="connsiteY7" fmla="*/ 133417 h 171450"/>
                <a:gd name="connsiteX8" fmla="*/ 40189 w 171450"/>
                <a:gd name="connsiteY8" fmla="*/ 89499 h 171450"/>
                <a:gd name="connsiteX9" fmla="*/ 84108 w 171450"/>
                <a:gd name="connsiteY9" fmla="*/ 39866 h 171450"/>
                <a:gd name="connsiteX10" fmla="*/ 133741 w 171450"/>
                <a:gd name="connsiteY10" fmla="*/ 83784 h 171450"/>
                <a:gd name="connsiteX11" fmla="*/ 133828 w 171450"/>
                <a:gd name="connsiteY11" fmla="*/ 86554 h 171450"/>
                <a:gd name="connsiteX12" fmla="*/ 89822 w 171450"/>
                <a:gd name="connsiteY12" fmla="*/ 133417 h 171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71450" h="171450">
                  <a:moveTo>
                    <a:pt x="89822" y="7211"/>
                  </a:moveTo>
                  <a:cubicBezTo>
                    <a:pt x="45986" y="5422"/>
                    <a:pt x="9000" y="39509"/>
                    <a:pt x="7211" y="83345"/>
                  </a:cubicBezTo>
                  <a:cubicBezTo>
                    <a:pt x="5422" y="127181"/>
                    <a:pt x="39509" y="164167"/>
                    <a:pt x="83345" y="165956"/>
                  </a:cubicBezTo>
                  <a:cubicBezTo>
                    <a:pt x="127181" y="167745"/>
                    <a:pt x="164167" y="133658"/>
                    <a:pt x="165956" y="89822"/>
                  </a:cubicBezTo>
                  <a:cubicBezTo>
                    <a:pt x="166000" y="88733"/>
                    <a:pt x="166022" y="87644"/>
                    <a:pt x="166022" y="86554"/>
                  </a:cubicBezTo>
                  <a:cubicBezTo>
                    <a:pt x="166925" y="43638"/>
                    <a:pt x="132866" y="8116"/>
                    <a:pt x="89950" y="7213"/>
                  </a:cubicBezTo>
                  <a:cubicBezTo>
                    <a:pt x="89907" y="7212"/>
                    <a:pt x="89865" y="7212"/>
                    <a:pt x="89822" y="7211"/>
                  </a:cubicBezTo>
                  <a:close/>
                  <a:moveTo>
                    <a:pt x="89822" y="133417"/>
                  </a:moveTo>
                  <a:cubicBezTo>
                    <a:pt x="63989" y="134995"/>
                    <a:pt x="41767" y="115332"/>
                    <a:pt x="40189" y="89499"/>
                  </a:cubicBezTo>
                  <a:cubicBezTo>
                    <a:pt x="38611" y="63665"/>
                    <a:pt x="58274" y="41444"/>
                    <a:pt x="84108" y="39866"/>
                  </a:cubicBezTo>
                  <a:cubicBezTo>
                    <a:pt x="109941" y="38288"/>
                    <a:pt x="132163" y="57951"/>
                    <a:pt x="133741" y="83784"/>
                  </a:cubicBezTo>
                  <a:cubicBezTo>
                    <a:pt x="133797" y="84706"/>
                    <a:pt x="133826" y="85630"/>
                    <a:pt x="133828" y="86554"/>
                  </a:cubicBezTo>
                  <a:cubicBezTo>
                    <a:pt x="134524" y="111611"/>
                    <a:pt x="114874" y="132537"/>
                    <a:pt x="89822" y="133417"/>
                  </a:cubicBezTo>
                  <a:close/>
                </a:path>
              </a:pathLst>
            </a:custGeom>
            <a:solidFill>
              <a:srgbClr val="B8C4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3F3678DD-6EC7-46B7-8620-A5035D8F4A5B}"/>
                </a:ext>
              </a:extLst>
            </p:cNvPr>
            <p:cNvSpPr/>
            <p:nvPr/>
          </p:nvSpPr>
          <p:spPr>
            <a:xfrm>
              <a:off x="1902620" y="707040"/>
              <a:ext cx="123825" cy="161925"/>
            </a:xfrm>
            <a:custGeom>
              <a:avLst/>
              <a:gdLst>
                <a:gd name="connsiteX0" fmla="*/ 110013 w 123825"/>
                <a:gd name="connsiteY0" fmla="*/ 96679 h 161925"/>
                <a:gd name="connsiteX1" fmla="*/ 65436 w 123825"/>
                <a:gd name="connsiteY1" fmla="*/ 147161 h 161925"/>
                <a:gd name="connsiteX2" fmla="*/ 20954 w 123825"/>
                <a:gd name="connsiteY2" fmla="*/ 96679 h 161925"/>
                <a:gd name="connsiteX3" fmla="*/ 20954 w 123825"/>
                <a:gd name="connsiteY3" fmla="*/ 7144 h 161925"/>
                <a:gd name="connsiteX4" fmla="*/ 7238 w 123825"/>
                <a:gd name="connsiteY4" fmla="*/ 7144 h 161925"/>
                <a:gd name="connsiteX5" fmla="*/ 7238 w 123825"/>
                <a:gd name="connsiteY5" fmla="*/ 96679 h 161925"/>
                <a:gd name="connsiteX6" fmla="*/ 26288 w 123825"/>
                <a:gd name="connsiteY6" fmla="*/ 146018 h 161925"/>
                <a:gd name="connsiteX7" fmla="*/ 103536 w 123825"/>
                <a:gd name="connsiteY7" fmla="*/ 146018 h 161925"/>
                <a:gd name="connsiteX8" fmla="*/ 123062 w 123825"/>
                <a:gd name="connsiteY8" fmla="*/ 96679 h 161925"/>
                <a:gd name="connsiteX9" fmla="*/ 123063 w 123825"/>
                <a:gd name="connsiteY9" fmla="*/ 7144 h 161925"/>
                <a:gd name="connsiteX10" fmla="*/ 109346 w 123825"/>
                <a:gd name="connsiteY10" fmla="*/ 7144 h 161925"/>
                <a:gd name="connsiteX11" fmla="*/ 109346 w 123825"/>
                <a:gd name="connsiteY11" fmla="*/ 96679 h 16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3825" h="161925">
                  <a:moveTo>
                    <a:pt x="110013" y="96679"/>
                  </a:moveTo>
                  <a:cubicBezTo>
                    <a:pt x="110013" y="133731"/>
                    <a:pt x="83343" y="147161"/>
                    <a:pt x="65436" y="147161"/>
                  </a:cubicBezTo>
                  <a:cubicBezTo>
                    <a:pt x="47529" y="147161"/>
                    <a:pt x="20954" y="133731"/>
                    <a:pt x="20954" y="96679"/>
                  </a:cubicBezTo>
                  <a:lnTo>
                    <a:pt x="20954" y="7144"/>
                  </a:lnTo>
                  <a:lnTo>
                    <a:pt x="7238" y="7144"/>
                  </a:lnTo>
                  <a:lnTo>
                    <a:pt x="7238" y="96679"/>
                  </a:lnTo>
                  <a:cubicBezTo>
                    <a:pt x="6241" y="115092"/>
                    <a:pt x="13176" y="133052"/>
                    <a:pt x="26288" y="146018"/>
                  </a:cubicBezTo>
                  <a:cubicBezTo>
                    <a:pt x="47937" y="166568"/>
                    <a:pt x="81887" y="166568"/>
                    <a:pt x="103536" y="146018"/>
                  </a:cubicBezTo>
                  <a:cubicBezTo>
                    <a:pt x="116782" y="133108"/>
                    <a:pt x="123886" y="115157"/>
                    <a:pt x="123062" y="96679"/>
                  </a:cubicBezTo>
                  <a:lnTo>
                    <a:pt x="123063" y="7144"/>
                  </a:lnTo>
                  <a:lnTo>
                    <a:pt x="109346" y="7144"/>
                  </a:lnTo>
                  <a:lnTo>
                    <a:pt x="109346" y="96679"/>
                  </a:lnTo>
                  <a:close/>
                </a:path>
              </a:pathLst>
            </a:custGeom>
            <a:solidFill>
              <a:srgbClr val="B8C4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DF671508-D246-47A5-9FE4-41719225F78B}"/>
                </a:ext>
              </a:extLst>
            </p:cNvPr>
            <p:cNvSpPr/>
            <p:nvPr/>
          </p:nvSpPr>
          <p:spPr>
            <a:xfrm>
              <a:off x="1182931" y="707040"/>
              <a:ext cx="161925" cy="161925"/>
            </a:xfrm>
            <a:custGeom>
              <a:avLst/>
              <a:gdLst>
                <a:gd name="connsiteX0" fmla="*/ 116279 w 161925"/>
                <a:gd name="connsiteY0" fmla="*/ 77819 h 161925"/>
                <a:gd name="connsiteX1" fmla="*/ 81989 w 161925"/>
                <a:gd name="connsiteY1" fmla="*/ 117824 h 161925"/>
                <a:gd name="connsiteX2" fmla="*/ 47603 w 161925"/>
                <a:gd name="connsiteY2" fmla="*/ 77819 h 161925"/>
                <a:gd name="connsiteX3" fmla="*/ 47603 w 161925"/>
                <a:gd name="connsiteY3" fmla="*/ 7144 h 161925"/>
                <a:gd name="connsiteX4" fmla="*/ 7217 w 161925"/>
                <a:gd name="connsiteY4" fmla="*/ 7144 h 161925"/>
                <a:gd name="connsiteX5" fmla="*/ 7217 w 161925"/>
                <a:gd name="connsiteY5" fmla="*/ 77819 h 161925"/>
                <a:gd name="connsiteX6" fmla="*/ 32268 w 161925"/>
                <a:gd name="connsiteY6" fmla="*/ 140493 h 161925"/>
                <a:gd name="connsiteX7" fmla="*/ 131329 w 161925"/>
                <a:gd name="connsiteY7" fmla="*/ 140493 h 161925"/>
                <a:gd name="connsiteX8" fmla="*/ 156379 w 161925"/>
                <a:gd name="connsiteY8" fmla="*/ 77914 h 161925"/>
                <a:gd name="connsiteX9" fmla="*/ 156379 w 161925"/>
                <a:gd name="connsiteY9" fmla="*/ 7144 h 161925"/>
                <a:gd name="connsiteX10" fmla="*/ 115993 w 161925"/>
                <a:gd name="connsiteY10" fmla="*/ 7144 h 161925"/>
                <a:gd name="connsiteX11" fmla="*/ 115993 w 161925"/>
                <a:gd name="connsiteY11" fmla="*/ 77819 h 16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1925" h="161925">
                  <a:moveTo>
                    <a:pt x="116279" y="77819"/>
                  </a:moveTo>
                  <a:cubicBezTo>
                    <a:pt x="116279" y="109442"/>
                    <a:pt x="93895" y="117824"/>
                    <a:pt x="81989" y="117824"/>
                  </a:cubicBezTo>
                  <a:cubicBezTo>
                    <a:pt x="70082" y="117824"/>
                    <a:pt x="47603" y="109442"/>
                    <a:pt x="47603" y="77819"/>
                  </a:cubicBezTo>
                  <a:lnTo>
                    <a:pt x="47603" y="7144"/>
                  </a:lnTo>
                  <a:lnTo>
                    <a:pt x="7217" y="7144"/>
                  </a:lnTo>
                  <a:lnTo>
                    <a:pt x="7217" y="77819"/>
                  </a:lnTo>
                  <a:cubicBezTo>
                    <a:pt x="6222" y="101331"/>
                    <a:pt x="15341" y="124145"/>
                    <a:pt x="32268" y="140493"/>
                  </a:cubicBezTo>
                  <a:cubicBezTo>
                    <a:pt x="60063" y="166765"/>
                    <a:pt x="103534" y="166765"/>
                    <a:pt x="131329" y="140493"/>
                  </a:cubicBezTo>
                  <a:cubicBezTo>
                    <a:pt x="148241" y="124174"/>
                    <a:pt x="157359" y="101396"/>
                    <a:pt x="156379" y="77914"/>
                  </a:cubicBezTo>
                  <a:lnTo>
                    <a:pt x="156379" y="7144"/>
                  </a:lnTo>
                  <a:lnTo>
                    <a:pt x="115993" y="7144"/>
                  </a:lnTo>
                  <a:lnTo>
                    <a:pt x="115993" y="77819"/>
                  </a:lnTo>
                  <a:close/>
                </a:path>
              </a:pathLst>
            </a:custGeom>
            <a:solidFill>
              <a:srgbClr val="B8C4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01E570CD-CB25-4199-B12B-7E0EAF025115}"/>
                </a:ext>
              </a:extLst>
            </p:cNvPr>
            <p:cNvSpPr/>
            <p:nvPr/>
          </p:nvSpPr>
          <p:spPr>
            <a:xfrm>
              <a:off x="1596891" y="702962"/>
              <a:ext cx="142875" cy="161925"/>
            </a:xfrm>
            <a:custGeom>
              <a:avLst/>
              <a:gdLst>
                <a:gd name="connsiteX0" fmla="*/ 117799 w 142875"/>
                <a:gd name="connsiteY0" fmla="*/ 24653 h 161925"/>
                <a:gd name="connsiteX1" fmla="*/ 29598 w 142875"/>
                <a:gd name="connsiteY1" fmla="*/ 24653 h 161925"/>
                <a:gd name="connsiteX2" fmla="*/ 7214 w 142875"/>
                <a:gd name="connsiteY2" fmla="*/ 80850 h 161925"/>
                <a:gd name="connsiteX3" fmla="*/ 7214 w 142875"/>
                <a:gd name="connsiteY3" fmla="*/ 160860 h 161925"/>
                <a:gd name="connsiteX4" fmla="*/ 31884 w 142875"/>
                <a:gd name="connsiteY4" fmla="*/ 160860 h 161925"/>
                <a:gd name="connsiteX5" fmla="*/ 31884 w 142875"/>
                <a:gd name="connsiteY5" fmla="*/ 80850 h 161925"/>
                <a:gd name="connsiteX6" fmla="*/ 73794 w 142875"/>
                <a:gd name="connsiteY6" fmla="*/ 33225 h 161925"/>
                <a:gd name="connsiteX7" fmla="*/ 115704 w 142875"/>
                <a:gd name="connsiteY7" fmla="*/ 80850 h 161925"/>
                <a:gd name="connsiteX8" fmla="*/ 115704 w 142875"/>
                <a:gd name="connsiteY8" fmla="*/ 160860 h 161925"/>
                <a:gd name="connsiteX9" fmla="*/ 140469 w 142875"/>
                <a:gd name="connsiteY9" fmla="*/ 160860 h 161925"/>
                <a:gd name="connsiteX10" fmla="*/ 140469 w 142875"/>
                <a:gd name="connsiteY10" fmla="*/ 80850 h 161925"/>
                <a:gd name="connsiteX11" fmla="*/ 118180 w 142875"/>
                <a:gd name="connsiteY11" fmla="*/ 24653 h 16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42875" h="161925">
                  <a:moveTo>
                    <a:pt x="117799" y="24653"/>
                  </a:moveTo>
                  <a:cubicBezTo>
                    <a:pt x="93033" y="1307"/>
                    <a:pt x="54364" y="1307"/>
                    <a:pt x="29598" y="24653"/>
                  </a:cubicBezTo>
                  <a:cubicBezTo>
                    <a:pt x="14441" y="39321"/>
                    <a:pt x="6293" y="59778"/>
                    <a:pt x="7214" y="80850"/>
                  </a:cubicBezTo>
                  <a:lnTo>
                    <a:pt x="7214" y="160860"/>
                  </a:lnTo>
                  <a:lnTo>
                    <a:pt x="31884" y="160860"/>
                  </a:lnTo>
                  <a:lnTo>
                    <a:pt x="31884" y="80850"/>
                  </a:lnTo>
                  <a:cubicBezTo>
                    <a:pt x="31884" y="42750"/>
                    <a:pt x="59220" y="33225"/>
                    <a:pt x="73794" y="33225"/>
                  </a:cubicBezTo>
                  <a:cubicBezTo>
                    <a:pt x="88367" y="33225"/>
                    <a:pt x="115704" y="43226"/>
                    <a:pt x="115704" y="80850"/>
                  </a:cubicBezTo>
                  <a:lnTo>
                    <a:pt x="115704" y="160860"/>
                  </a:lnTo>
                  <a:lnTo>
                    <a:pt x="140469" y="160860"/>
                  </a:lnTo>
                  <a:lnTo>
                    <a:pt x="140469" y="80850"/>
                  </a:lnTo>
                  <a:cubicBezTo>
                    <a:pt x="141366" y="59801"/>
                    <a:pt x="133261" y="39365"/>
                    <a:pt x="118180" y="24653"/>
                  </a:cubicBezTo>
                  <a:close/>
                </a:path>
              </a:pathLst>
            </a:custGeom>
            <a:solidFill>
              <a:srgbClr val="B8C4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10683589-CBE0-4248-A75D-F24189E93922}"/>
                </a:ext>
              </a:extLst>
            </p:cNvPr>
            <p:cNvSpPr/>
            <p:nvPr/>
          </p:nvSpPr>
          <p:spPr>
            <a:xfrm>
              <a:off x="2032540" y="703230"/>
              <a:ext cx="209550" cy="161925"/>
            </a:xfrm>
            <a:custGeom>
              <a:avLst/>
              <a:gdLst>
                <a:gd name="connsiteX0" fmla="*/ 157163 w 209550"/>
                <a:gd name="connsiteY0" fmla="*/ 7144 h 161925"/>
                <a:gd name="connsiteX1" fmla="*/ 108680 w 209550"/>
                <a:gd name="connsiteY1" fmla="*/ 40481 h 161925"/>
                <a:gd name="connsiteX2" fmla="*/ 60197 w 209550"/>
                <a:gd name="connsiteY2" fmla="*/ 7144 h 161925"/>
                <a:gd name="connsiteX3" fmla="*/ 7144 w 209550"/>
                <a:gd name="connsiteY3" fmla="*/ 66389 h 161925"/>
                <a:gd name="connsiteX4" fmla="*/ 7144 w 209550"/>
                <a:gd name="connsiteY4" fmla="*/ 160687 h 161925"/>
                <a:gd name="connsiteX5" fmla="*/ 16669 w 209550"/>
                <a:gd name="connsiteY5" fmla="*/ 160687 h 161925"/>
                <a:gd name="connsiteX6" fmla="*/ 16669 w 209550"/>
                <a:gd name="connsiteY6" fmla="*/ 66389 h 161925"/>
                <a:gd name="connsiteX7" fmla="*/ 60579 w 209550"/>
                <a:gd name="connsiteY7" fmla="*/ 16764 h 161925"/>
                <a:gd name="connsiteX8" fmla="*/ 104489 w 209550"/>
                <a:gd name="connsiteY8" fmla="*/ 66104 h 161925"/>
                <a:gd name="connsiteX9" fmla="*/ 104489 w 209550"/>
                <a:gd name="connsiteY9" fmla="*/ 160687 h 161925"/>
                <a:gd name="connsiteX10" fmla="*/ 114014 w 209550"/>
                <a:gd name="connsiteY10" fmla="*/ 160687 h 161925"/>
                <a:gd name="connsiteX11" fmla="*/ 114014 w 209550"/>
                <a:gd name="connsiteY11" fmla="*/ 66104 h 161925"/>
                <a:gd name="connsiteX12" fmla="*/ 157925 w 209550"/>
                <a:gd name="connsiteY12" fmla="*/ 16764 h 161925"/>
                <a:gd name="connsiteX13" fmla="*/ 201835 w 209550"/>
                <a:gd name="connsiteY13" fmla="*/ 66389 h 161925"/>
                <a:gd name="connsiteX14" fmla="*/ 201835 w 209550"/>
                <a:gd name="connsiteY14" fmla="*/ 160687 h 161925"/>
                <a:gd name="connsiteX15" fmla="*/ 211360 w 209550"/>
                <a:gd name="connsiteY15" fmla="*/ 160687 h 161925"/>
                <a:gd name="connsiteX16" fmla="*/ 211360 w 209550"/>
                <a:gd name="connsiteY16" fmla="*/ 66389 h 161925"/>
                <a:gd name="connsiteX17" fmla="*/ 158210 w 209550"/>
                <a:gd name="connsiteY17" fmla="*/ 7144 h 16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09550" h="161925">
                  <a:moveTo>
                    <a:pt x="157163" y="7144"/>
                  </a:moveTo>
                  <a:cubicBezTo>
                    <a:pt x="135739" y="7405"/>
                    <a:pt x="116592" y="20571"/>
                    <a:pt x="108680" y="40481"/>
                  </a:cubicBezTo>
                  <a:cubicBezTo>
                    <a:pt x="100789" y="20554"/>
                    <a:pt x="81629" y="7379"/>
                    <a:pt x="60197" y="7144"/>
                  </a:cubicBezTo>
                  <a:cubicBezTo>
                    <a:pt x="38862" y="7144"/>
                    <a:pt x="7144" y="22955"/>
                    <a:pt x="7144" y="66389"/>
                  </a:cubicBezTo>
                  <a:lnTo>
                    <a:pt x="7144" y="160687"/>
                  </a:lnTo>
                  <a:lnTo>
                    <a:pt x="16669" y="160687"/>
                  </a:lnTo>
                  <a:lnTo>
                    <a:pt x="16669" y="66389"/>
                  </a:lnTo>
                  <a:cubicBezTo>
                    <a:pt x="16669" y="30004"/>
                    <a:pt x="42958" y="16764"/>
                    <a:pt x="60579" y="16764"/>
                  </a:cubicBezTo>
                  <a:cubicBezTo>
                    <a:pt x="78200" y="16764"/>
                    <a:pt x="104299" y="30004"/>
                    <a:pt x="104489" y="66104"/>
                  </a:cubicBezTo>
                  <a:lnTo>
                    <a:pt x="104489" y="160687"/>
                  </a:lnTo>
                  <a:lnTo>
                    <a:pt x="114014" y="160687"/>
                  </a:lnTo>
                  <a:lnTo>
                    <a:pt x="114014" y="66104"/>
                  </a:lnTo>
                  <a:cubicBezTo>
                    <a:pt x="114014" y="30004"/>
                    <a:pt x="140303" y="16764"/>
                    <a:pt x="157925" y="16764"/>
                  </a:cubicBezTo>
                  <a:cubicBezTo>
                    <a:pt x="175546" y="16764"/>
                    <a:pt x="201835" y="30004"/>
                    <a:pt x="201835" y="66389"/>
                  </a:cubicBezTo>
                  <a:lnTo>
                    <a:pt x="201835" y="160687"/>
                  </a:lnTo>
                  <a:lnTo>
                    <a:pt x="211360" y="160687"/>
                  </a:lnTo>
                  <a:lnTo>
                    <a:pt x="211360" y="66389"/>
                  </a:lnTo>
                  <a:cubicBezTo>
                    <a:pt x="211360" y="22955"/>
                    <a:pt x="179546" y="7144"/>
                    <a:pt x="158210" y="7144"/>
                  </a:cubicBezTo>
                  <a:close/>
                </a:path>
              </a:pathLst>
            </a:custGeom>
            <a:solidFill>
              <a:srgbClr val="B8C4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6B8CCF97-3CC5-4999-810D-63361F627BCE}"/>
                </a:ext>
              </a:extLst>
            </p:cNvPr>
            <p:cNvSpPr/>
            <p:nvPr/>
          </p:nvSpPr>
          <p:spPr>
            <a:xfrm>
              <a:off x="1739805" y="703291"/>
              <a:ext cx="161925" cy="171450"/>
            </a:xfrm>
            <a:custGeom>
              <a:avLst/>
              <a:gdLst>
                <a:gd name="connsiteX0" fmla="*/ 98139 w 161925"/>
                <a:gd name="connsiteY0" fmla="*/ 8512 h 171450"/>
                <a:gd name="connsiteX1" fmla="*/ 8993 w 161925"/>
                <a:gd name="connsiteY1" fmla="*/ 69058 h 171450"/>
                <a:gd name="connsiteX2" fmla="*/ 8794 w 161925"/>
                <a:gd name="connsiteY2" fmla="*/ 70138 h 171450"/>
                <a:gd name="connsiteX3" fmla="*/ 68040 w 161925"/>
                <a:gd name="connsiteY3" fmla="*/ 163674 h 171450"/>
                <a:gd name="connsiteX4" fmla="*/ 153765 w 161925"/>
                <a:gd name="connsiteY4" fmla="*/ 113763 h 171450"/>
                <a:gd name="connsiteX5" fmla="*/ 132619 w 161925"/>
                <a:gd name="connsiteY5" fmla="*/ 113763 h 171450"/>
                <a:gd name="connsiteX6" fmla="*/ 71469 w 161925"/>
                <a:gd name="connsiteY6" fmla="*/ 144719 h 171450"/>
                <a:gd name="connsiteX7" fmla="*/ 27273 w 161925"/>
                <a:gd name="connsiteY7" fmla="*/ 94522 h 171450"/>
                <a:gd name="connsiteX8" fmla="*/ 158051 w 161925"/>
                <a:gd name="connsiteY8" fmla="*/ 94522 h 171450"/>
                <a:gd name="connsiteX9" fmla="*/ 97948 w 161925"/>
                <a:gd name="connsiteY9" fmla="*/ 8797 h 171450"/>
                <a:gd name="connsiteX10" fmla="*/ 27844 w 161925"/>
                <a:gd name="connsiteY10" fmla="*/ 75187 h 171450"/>
                <a:gd name="connsiteX11" fmla="*/ 27844 w 161925"/>
                <a:gd name="connsiteY11" fmla="*/ 73853 h 171450"/>
                <a:gd name="connsiteX12" fmla="*/ 92243 w 161925"/>
                <a:gd name="connsiteY12" fmla="*/ 26593 h 171450"/>
                <a:gd name="connsiteX13" fmla="*/ 94519 w 161925"/>
                <a:gd name="connsiteY13" fmla="*/ 26990 h 171450"/>
                <a:gd name="connsiteX14" fmla="*/ 138525 w 161925"/>
                <a:gd name="connsiteY14" fmla="*/ 74615 h 171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61925" h="171450">
                  <a:moveTo>
                    <a:pt x="98139" y="8512"/>
                  </a:moveTo>
                  <a:cubicBezTo>
                    <a:pt x="56802" y="614"/>
                    <a:pt x="16890" y="27721"/>
                    <a:pt x="8993" y="69058"/>
                  </a:cubicBezTo>
                  <a:cubicBezTo>
                    <a:pt x="8924" y="69417"/>
                    <a:pt x="8858" y="69778"/>
                    <a:pt x="8794" y="70138"/>
                  </a:cubicBezTo>
                  <a:cubicBezTo>
                    <a:pt x="142" y="112182"/>
                    <a:pt x="26331" y="153529"/>
                    <a:pt x="68040" y="163674"/>
                  </a:cubicBezTo>
                  <a:cubicBezTo>
                    <a:pt x="105095" y="170936"/>
                    <a:pt x="141787" y="149574"/>
                    <a:pt x="153765" y="113763"/>
                  </a:cubicBezTo>
                  <a:lnTo>
                    <a:pt x="132619" y="113763"/>
                  </a:lnTo>
                  <a:cubicBezTo>
                    <a:pt x="121847" y="136981"/>
                    <a:pt x="96558" y="149783"/>
                    <a:pt x="71469" y="144719"/>
                  </a:cubicBezTo>
                  <a:cubicBezTo>
                    <a:pt x="47541" y="139122"/>
                    <a:pt x="29795" y="118966"/>
                    <a:pt x="27273" y="94522"/>
                  </a:cubicBezTo>
                  <a:lnTo>
                    <a:pt x="158051" y="94522"/>
                  </a:lnTo>
                  <a:cubicBezTo>
                    <a:pt x="162387" y="54908"/>
                    <a:pt x="136667" y="18224"/>
                    <a:pt x="97948" y="8797"/>
                  </a:cubicBezTo>
                  <a:close/>
                  <a:moveTo>
                    <a:pt x="27844" y="75187"/>
                  </a:moveTo>
                  <a:lnTo>
                    <a:pt x="27844" y="73853"/>
                  </a:lnTo>
                  <a:cubicBezTo>
                    <a:pt x="32577" y="43019"/>
                    <a:pt x="61409" y="21860"/>
                    <a:pt x="92243" y="26593"/>
                  </a:cubicBezTo>
                  <a:cubicBezTo>
                    <a:pt x="93004" y="26710"/>
                    <a:pt x="93763" y="26842"/>
                    <a:pt x="94519" y="26990"/>
                  </a:cubicBezTo>
                  <a:cubicBezTo>
                    <a:pt x="117646" y="32201"/>
                    <a:pt x="135153" y="51149"/>
                    <a:pt x="138525" y="74615"/>
                  </a:cubicBezTo>
                  <a:close/>
                </a:path>
              </a:pathLst>
            </a:custGeom>
            <a:solidFill>
              <a:srgbClr val="B8C4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925B8268-BC28-4317-935D-8BFF0100DB26}"/>
                </a:ext>
              </a:extLst>
            </p:cNvPr>
            <p:cNvSpPr/>
            <p:nvPr/>
          </p:nvSpPr>
          <p:spPr>
            <a:xfrm>
              <a:off x="1030968" y="702286"/>
              <a:ext cx="152400" cy="171450"/>
            </a:xfrm>
            <a:custGeom>
              <a:avLst/>
              <a:gdLst>
                <a:gd name="connsiteX0" fmla="*/ 147370 w 152400"/>
                <a:gd name="connsiteY0" fmla="*/ 56951 h 171450"/>
                <a:gd name="connsiteX1" fmla="*/ 128320 w 152400"/>
                <a:gd name="connsiteY1" fmla="*/ 20279 h 171450"/>
                <a:gd name="connsiteX2" fmla="*/ 82409 w 152400"/>
                <a:gd name="connsiteY2" fmla="*/ 7326 h 171450"/>
                <a:gd name="connsiteX3" fmla="*/ 82409 w 152400"/>
                <a:gd name="connsiteY3" fmla="*/ 7326 h 171450"/>
                <a:gd name="connsiteX4" fmla="*/ 35451 w 152400"/>
                <a:gd name="connsiteY4" fmla="*/ 18089 h 171450"/>
                <a:gd name="connsiteX5" fmla="*/ 15449 w 152400"/>
                <a:gd name="connsiteY5" fmla="*/ 49807 h 171450"/>
                <a:gd name="connsiteX6" fmla="*/ 13925 w 152400"/>
                <a:gd name="connsiteY6" fmla="*/ 56665 h 171450"/>
                <a:gd name="connsiteX7" fmla="*/ 60597 w 152400"/>
                <a:gd name="connsiteY7" fmla="*/ 56665 h 171450"/>
                <a:gd name="connsiteX8" fmla="*/ 60597 w 152400"/>
                <a:gd name="connsiteY8" fmla="*/ 55617 h 171450"/>
                <a:gd name="connsiteX9" fmla="*/ 80219 w 152400"/>
                <a:gd name="connsiteY9" fmla="*/ 40282 h 171450"/>
                <a:gd name="connsiteX10" fmla="*/ 81552 w 152400"/>
                <a:gd name="connsiteY10" fmla="*/ 40282 h 171450"/>
                <a:gd name="connsiteX11" fmla="*/ 84791 w 152400"/>
                <a:gd name="connsiteY11" fmla="*/ 40282 h 171450"/>
                <a:gd name="connsiteX12" fmla="*/ 84791 w 152400"/>
                <a:gd name="connsiteY12" fmla="*/ 40282 h 171450"/>
                <a:gd name="connsiteX13" fmla="*/ 95745 w 152400"/>
                <a:gd name="connsiteY13" fmla="*/ 45426 h 171450"/>
                <a:gd name="connsiteX14" fmla="*/ 98602 w 152400"/>
                <a:gd name="connsiteY14" fmla="*/ 54951 h 171450"/>
                <a:gd name="connsiteX15" fmla="*/ 72218 w 152400"/>
                <a:gd name="connsiteY15" fmla="*/ 68190 h 171450"/>
                <a:gd name="connsiteX16" fmla="*/ 71170 w 152400"/>
                <a:gd name="connsiteY16" fmla="*/ 68190 h 171450"/>
                <a:gd name="connsiteX17" fmla="*/ 66121 w 152400"/>
                <a:gd name="connsiteY17" fmla="*/ 69333 h 171450"/>
                <a:gd name="connsiteX18" fmla="*/ 55549 w 152400"/>
                <a:gd name="connsiteY18" fmla="*/ 71715 h 171450"/>
                <a:gd name="connsiteX19" fmla="*/ 7162 w 152400"/>
                <a:gd name="connsiteY19" fmla="*/ 119340 h 171450"/>
                <a:gd name="connsiteX20" fmla="*/ 20306 w 152400"/>
                <a:gd name="connsiteY20" fmla="*/ 152677 h 171450"/>
                <a:gd name="connsiteX21" fmla="*/ 55167 w 152400"/>
                <a:gd name="connsiteY21" fmla="*/ 165155 h 171450"/>
                <a:gd name="connsiteX22" fmla="*/ 57168 w 152400"/>
                <a:gd name="connsiteY22" fmla="*/ 165155 h 171450"/>
                <a:gd name="connsiteX23" fmla="*/ 93553 w 152400"/>
                <a:gd name="connsiteY23" fmla="*/ 152582 h 171450"/>
                <a:gd name="connsiteX24" fmla="*/ 100602 w 152400"/>
                <a:gd name="connsiteY24" fmla="*/ 147248 h 171450"/>
                <a:gd name="connsiteX25" fmla="*/ 102698 w 152400"/>
                <a:gd name="connsiteY25" fmla="*/ 145628 h 171450"/>
                <a:gd name="connsiteX26" fmla="*/ 102698 w 152400"/>
                <a:gd name="connsiteY26" fmla="*/ 160773 h 171450"/>
                <a:gd name="connsiteX27" fmla="*/ 147846 w 152400"/>
                <a:gd name="connsiteY27" fmla="*/ 160773 h 171450"/>
                <a:gd name="connsiteX28" fmla="*/ 147846 w 152400"/>
                <a:gd name="connsiteY28" fmla="*/ 65333 h 171450"/>
                <a:gd name="connsiteX29" fmla="*/ 147275 w 152400"/>
                <a:gd name="connsiteY29" fmla="*/ 56951 h 171450"/>
                <a:gd name="connsiteX30" fmla="*/ 99745 w 152400"/>
                <a:gd name="connsiteY30" fmla="*/ 92574 h 171450"/>
                <a:gd name="connsiteX31" fmla="*/ 99745 w 152400"/>
                <a:gd name="connsiteY31" fmla="*/ 116196 h 171450"/>
                <a:gd name="connsiteX32" fmla="*/ 99745 w 152400"/>
                <a:gd name="connsiteY32" fmla="*/ 116673 h 171450"/>
                <a:gd name="connsiteX33" fmla="*/ 95459 w 152400"/>
                <a:gd name="connsiteY33" fmla="*/ 120292 h 171450"/>
                <a:gd name="connsiteX34" fmla="*/ 90505 w 152400"/>
                <a:gd name="connsiteY34" fmla="*/ 124007 h 171450"/>
                <a:gd name="connsiteX35" fmla="*/ 72408 w 152400"/>
                <a:gd name="connsiteY35" fmla="*/ 129722 h 171450"/>
                <a:gd name="connsiteX36" fmla="*/ 71551 w 152400"/>
                <a:gd name="connsiteY36" fmla="*/ 129722 h 171450"/>
                <a:gd name="connsiteX37" fmla="*/ 57571 w 152400"/>
                <a:gd name="connsiteY37" fmla="*/ 117469 h 171450"/>
                <a:gd name="connsiteX38" fmla="*/ 57549 w 152400"/>
                <a:gd name="connsiteY38" fmla="*/ 116197 h 171450"/>
                <a:gd name="connsiteX39" fmla="*/ 69169 w 152400"/>
                <a:gd name="connsiteY39" fmla="*/ 101337 h 171450"/>
                <a:gd name="connsiteX40" fmla="*/ 98507 w 152400"/>
                <a:gd name="connsiteY40" fmla="*/ 91241 h 171450"/>
                <a:gd name="connsiteX41" fmla="*/ 100221 w 152400"/>
                <a:gd name="connsiteY41" fmla="*/ 90669 h 171450"/>
                <a:gd name="connsiteX42" fmla="*/ 100221 w 152400"/>
                <a:gd name="connsiteY42" fmla="*/ 92574 h 171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152400" h="171450">
                  <a:moveTo>
                    <a:pt x="147370" y="56951"/>
                  </a:moveTo>
                  <a:cubicBezTo>
                    <a:pt x="146216" y="42661"/>
                    <a:pt x="139348" y="29440"/>
                    <a:pt x="128320" y="20279"/>
                  </a:cubicBezTo>
                  <a:cubicBezTo>
                    <a:pt x="114888" y="10966"/>
                    <a:pt x="98729" y="6407"/>
                    <a:pt x="82409" y="7326"/>
                  </a:cubicBezTo>
                  <a:lnTo>
                    <a:pt x="82409" y="7326"/>
                  </a:lnTo>
                  <a:cubicBezTo>
                    <a:pt x="66041" y="6247"/>
                    <a:pt x="49715" y="9988"/>
                    <a:pt x="35451" y="18089"/>
                  </a:cubicBezTo>
                  <a:cubicBezTo>
                    <a:pt x="24727" y="25481"/>
                    <a:pt x="17498" y="36944"/>
                    <a:pt x="15449" y="49807"/>
                  </a:cubicBezTo>
                  <a:lnTo>
                    <a:pt x="13925" y="56665"/>
                  </a:lnTo>
                  <a:lnTo>
                    <a:pt x="60597" y="56665"/>
                  </a:lnTo>
                  <a:lnTo>
                    <a:pt x="60597" y="55617"/>
                  </a:lnTo>
                  <a:cubicBezTo>
                    <a:pt x="61836" y="45996"/>
                    <a:pt x="70583" y="39160"/>
                    <a:pt x="80219" y="40282"/>
                  </a:cubicBezTo>
                  <a:lnTo>
                    <a:pt x="81552" y="40282"/>
                  </a:lnTo>
                  <a:cubicBezTo>
                    <a:pt x="82629" y="40184"/>
                    <a:pt x="83713" y="40184"/>
                    <a:pt x="84791" y="40282"/>
                  </a:cubicBezTo>
                  <a:lnTo>
                    <a:pt x="84791" y="40282"/>
                  </a:lnTo>
                  <a:cubicBezTo>
                    <a:pt x="88916" y="40718"/>
                    <a:pt x="92774" y="42530"/>
                    <a:pt x="95745" y="45426"/>
                  </a:cubicBezTo>
                  <a:cubicBezTo>
                    <a:pt x="98153" y="47968"/>
                    <a:pt x="99213" y="51502"/>
                    <a:pt x="98602" y="54951"/>
                  </a:cubicBezTo>
                  <a:cubicBezTo>
                    <a:pt x="97649" y="61713"/>
                    <a:pt x="93458" y="63237"/>
                    <a:pt x="72218" y="68190"/>
                  </a:cubicBezTo>
                  <a:lnTo>
                    <a:pt x="71170" y="68190"/>
                  </a:lnTo>
                  <a:lnTo>
                    <a:pt x="66121" y="69333"/>
                  </a:lnTo>
                  <a:cubicBezTo>
                    <a:pt x="62502" y="70000"/>
                    <a:pt x="58978" y="70857"/>
                    <a:pt x="55549" y="71715"/>
                  </a:cubicBezTo>
                  <a:cubicBezTo>
                    <a:pt x="19639" y="80573"/>
                    <a:pt x="6590" y="93622"/>
                    <a:pt x="7162" y="119340"/>
                  </a:cubicBezTo>
                  <a:cubicBezTo>
                    <a:pt x="6943" y="131757"/>
                    <a:pt x="11672" y="143751"/>
                    <a:pt x="20306" y="152677"/>
                  </a:cubicBezTo>
                  <a:cubicBezTo>
                    <a:pt x="29824" y="161276"/>
                    <a:pt x="42355" y="165761"/>
                    <a:pt x="55167" y="165155"/>
                  </a:cubicBezTo>
                  <a:lnTo>
                    <a:pt x="57168" y="165155"/>
                  </a:lnTo>
                  <a:cubicBezTo>
                    <a:pt x="70378" y="165251"/>
                    <a:pt x="83221" y="160813"/>
                    <a:pt x="93553" y="152582"/>
                  </a:cubicBezTo>
                  <a:lnTo>
                    <a:pt x="100602" y="147248"/>
                  </a:lnTo>
                  <a:lnTo>
                    <a:pt x="102698" y="145628"/>
                  </a:lnTo>
                  <a:lnTo>
                    <a:pt x="102698" y="160773"/>
                  </a:lnTo>
                  <a:lnTo>
                    <a:pt x="147846" y="160773"/>
                  </a:lnTo>
                  <a:lnTo>
                    <a:pt x="147846" y="65333"/>
                  </a:lnTo>
                  <a:cubicBezTo>
                    <a:pt x="147852" y="62529"/>
                    <a:pt x="147661" y="59728"/>
                    <a:pt x="147275" y="56951"/>
                  </a:cubicBezTo>
                  <a:close/>
                  <a:moveTo>
                    <a:pt x="99745" y="92574"/>
                  </a:moveTo>
                  <a:lnTo>
                    <a:pt x="99745" y="116196"/>
                  </a:lnTo>
                  <a:lnTo>
                    <a:pt x="99745" y="116673"/>
                  </a:lnTo>
                  <a:lnTo>
                    <a:pt x="95459" y="120292"/>
                  </a:lnTo>
                  <a:cubicBezTo>
                    <a:pt x="93926" y="121680"/>
                    <a:pt x="92268" y="122923"/>
                    <a:pt x="90505" y="124007"/>
                  </a:cubicBezTo>
                  <a:cubicBezTo>
                    <a:pt x="85089" y="127488"/>
                    <a:pt x="78842" y="129461"/>
                    <a:pt x="72408" y="129722"/>
                  </a:cubicBezTo>
                  <a:lnTo>
                    <a:pt x="71551" y="129722"/>
                  </a:lnTo>
                  <a:cubicBezTo>
                    <a:pt x="64307" y="130199"/>
                    <a:pt x="58048" y="124713"/>
                    <a:pt x="57571" y="117469"/>
                  </a:cubicBezTo>
                  <a:cubicBezTo>
                    <a:pt x="57543" y="117046"/>
                    <a:pt x="57535" y="116621"/>
                    <a:pt x="57549" y="116197"/>
                  </a:cubicBezTo>
                  <a:cubicBezTo>
                    <a:pt x="56978" y="108767"/>
                    <a:pt x="60407" y="104481"/>
                    <a:pt x="69169" y="101337"/>
                  </a:cubicBezTo>
                  <a:lnTo>
                    <a:pt x="98507" y="91241"/>
                  </a:lnTo>
                  <a:lnTo>
                    <a:pt x="100221" y="90669"/>
                  </a:lnTo>
                  <a:lnTo>
                    <a:pt x="100221" y="92574"/>
                  </a:lnTo>
                  <a:close/>
                </a:path>
              </a:pathLst>
            </a:custGeom>
            <a:solidFill>
              <a:srgbClr val="B8C4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</p:grpSp>
      <p:sp>
        <p:nvSpPr>
          <p:cNvPr id="5" name="Title 4">
            <a:extLst>
              <a:ext uri="{FF2B5EF4-FFF2-40B4-BE49-F238E27FC236}">
                <a16:creationId xmlns:a16="http://schemas.microsoft.com/office/drawing/2014/main" id="{57AF3C3E-F5D0-4333-9C42-8BF925430F0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0970721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">
            <a:extLst>
              <a:ext uri="{FF2B5EF4-FFF2-40B4-BE49-F238E27FC236}">
                <a16:creationId xmlns:a16="http://schemas.microsoft.com/office/drawing/2014/main" id="{C5207CEA-FF8D-4B89-898C-8346443AF94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4D891165-E20D-47F4-8E61-E6497C71033B}" type="slidenum">
              <a:rPr lang="en-US" altLang="x-none" noProof="0" smtClean="0"/>
              <a:pPr/>
              <a:t>‹#›</a:t>
            </a:fld>
            <a:endParaRPr lang="en-US" altLang="x-none" noProof="0" dirty="0"/>
          </a:p>
        </p:txBody>
      </p:sp>
      <p:sp>
        <p:nvSpPr>
          <p:cNvPr id="3" name="Footer">
            <a:extLst>
              <a:ext uri="{FF2B5EF4-FFF2-40B4-BE49-F238E27FC236}">
                <a16:creationId xmlns:a16="http://schemas.microsoft.com/office/drawing/2014/main" id="{6E1A0383-17F4-4AAB-8EBA-23557D8A73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x-none" noProof="0" dirty="0"/>
              <a:t>Presentation venue | Date | Speaker</a:t>
            </a:r>
          </a:p>
        </p:txBody>
      </p:sp>
      <p:sp>
        <p:nvSpPr>
          <p:cNvPr id="4" name="Hider">
            <a:extLst>
              <a:ext uri="{FF2B5EF4-FFF2-40B4-BE49-F238E27FC236}">
                <a16:creationId xmlns:a16="http://schemas.microsoft.com/office/drawing/2014/main" id="{DB65CE08-3606-4BFD-9BD1-40E62CEACB4A}"/>
              </a:ext>
            </a:extLst>
          </p:cNvPr>
          <p:cNvSpPr/>
          <p:nvPr userDrawn="1"/>
        </p:nvSpPr>
        <p:spPr bwMode="gray">
          <a:xfrm>
            <a:off x="421217" y="1268760"/>
            <a:ext cx="778239" cy="216024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noProof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82876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Closing Slide">
    <p:bg bwMode="gray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agline">
            <a:extLst>
              <a:ext uri="{FF2B5EF4-FFF2-40B4-BE49-F238E27FC236}">
                <a16:creationId xmlns:a16="http://schemas.microsoft.com/office/drawing/2014/main" id="{B6CAF06C-30B8-4168-9054-ED186189C5D5}"/>
              </a:ext>
            </a:extLst>
          </p:cNvPr>
          <p:cNvSpPr txBox="1"/>
          <p:nvPr userDrawn="1"/>
        </p:nvSpPr>
        <p:spPr bwMode="gray">
          <a:xfrm>
            <a:off x="412724" y="620688"/>
            <a:ext cx="47351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noProof="1">
                <a:solidFill>
                  <a:schemeClr val="bg1"/>
                </a:solidFill>
              </a:rPr>
              <a:t>Autoneum. Mastering sound and heat.</a:t>
            </a:r>
          </a:p>
        </p:txBody>
      </p:sp>
      <p:pic>
        <p:nvPicPr>
          <p:cNvPr id="5" name="Grid">
            <a:extLst>
              <a:ext uri="{FF2B5EF4-FFF2-40B4-BE49-F238E27FC236}">
                <a16:creationId xmlns:a16="http://schemas.microsoft.com/office/drawing/2014/main" id="{589B075C-EE3D-4D18-B3B8-1F7BADB3C14C}"/>
              </a:ext>
            </a:extLst>
          </p:cNvPr>
          <p:cNvPicPr>
            <a:picLocks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9144" y="5733900"/>
            <a:ext cx="12218400" cy="1186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7648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id">
            <a:extLst>
              <a:ext uri="{FF2B5EF4-FFF2-40B4-BE49-F238E27FC236}">
                <a16:creationId xmlns:a16="http://schemas.microsoft.com/office/drawing/2014/main" id="{99EBE82E-1D58-4F27-BFD1-1BD2933D4BB6}"/>
              </a:ext>
            </a:extLst>
          </p:cNvPr>
          <p:cNvPicPr>
            <a:picLocks/>
          </p:cNvPicPr>
          <p:nvPr userDrawn="1"/>
        </p:nvPicPr>
        <p:blipFill>
          <a:blip r:embed="rId1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-9144" y="5733900"/>
            <a:ext cx="12218400" cy="1186916"/>
          </a:xfrm>
          <a:prstGeom prst="rect">
            <a:avLst/>
          </a:prstGeom>
        </p:spPr>
      </p:pic>
      <p:sp>
        <p:nvSpPr>
          <p:cNvPr id="9307" name="Footer">
            <a:extLst>
              <a:ext uri="{FF2B5EF4-FFF2-40B4-BE49-F238E27FC236}">
                <a16:creationId xmlns:a16="http://schemas.microsoft.com/office/drawing/2014/main" id="{4EDAAAD2-B0D3-4D21-A49E-A5B952EF06AB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gray">
          <a:xfrm>
            <a:off x="503238" y="6527802"/>
            <a:ext cx="7593125" cy="136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prstDash val="dash"/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altLang="x-none" noProof="0" dirty="0"/>
              <a:t>Presentation venue | Date | Speaker</a:t>
            </a:r>
          </a:p>
        </p:txBody>
      </p:sp>
      <p:sp>
        <p:nvSpPr>
          <p:cNvPr id="9306" name="SlideNumber">
            <a:extLst>
              <a:ext uri="{FF2B5EF4-FFF2-40B4-BE49-F238E27FC236}">
                <a16:creationId xmlns:a16="http://schemas.microsoft.com/office/drawing/2014/main" id="{F13D8AD8-70E1-419F-8D68-12FB76F6D902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1770346" y="6527802"/>
            <a:ext cx="360000" cy="136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prstDash val="dash"/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18000" bIns="0" numCol="1" anchor="t" anchorCtr="0" compatLnSpc="1">
            <a:prstTxWarp prst="textNoShape">
              <a:avLst/>
            </a:prstTxWarp>
          </a:bodyPr>
          <a:lstStyle>
            <a:lvl1pPr algn="ctr" eaLnBrk="0" hangingPunct="0">
              <a:defRPr sz="1000" b="1">
                <a:solidFill>
                  <a:schemeClr val="accent2"/>
                </a:solidFill>
              </a:defRPr>
            </a:lvl1pPr>
          </a:lstStyle>
          <a:p>
            <a:fld id="{C5DFE346-E938-48F6-815E-A6F5FFA5F3E6}" type="slidenum">
              <a:rPr lang="en-US" altLang="x-none" noProof="0" smtClean="0"/>
              <a:pPr/>
              <a:t>‹#›</a:t>
            </a:fld>
            <a:endParaRPr lang="en-US" altLang="x-none" noProof="0" dirty="0"/>
          </a:p>
        </p:txBody>
      </p:sp>
      <p:sp>
        <p:nvSpPr>
          <p:cNvPr id="9312" name="Body">
            <a:extLst>
              <a:ext uri="{FF2B5EF4-FFF2-40B4-BE49-F238E27FC236}">
                <a16:creationId xmlns:a16="http://schemas.microsoft.com/office/drawing/2014/main" id="{F7165C6F-9B26-4E2D-AC7A-2D940B17CFF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03237" y="1773238"/>
            <a:ext cx="11200363" cy="4608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69BB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B8C400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x-none" noProof="0"/>
              <a:t>Click to edit Master text styles</a:t>
            </a:r>
          </a:p>
          <a:p>
            <a:pPr lvl="1"/>
            <a:r>
              <a:rPr lang="en-US" altLang="x-none" noProof="0"/>
              <a:t>Second level</a:t>
            </a:r>
          </a:p>
          <a:p>
            <a:pPr lvl="2"/>
            <a:r>
              <a:rPr lang="en-US" altLang="x-none" noProof="0"/>
              <a:t>Third level</a:t>
            </a:r>
          </a:p>
          <a:p>
            <a:pPr lvl="3"/>
            <a:r>
              <a:rPr lang="en-US" altLang="x-none" noProof="0"/>
              <a:t>Fourth level</a:t>
            </a:r>
          </a:p>
          <a:p>
            <a:pPr lvl="4"/>
            <a:r>
              <a:rPr lang="en-US" altLang="x-none" noProof="0"/>
              <a:t>Fifth level</a:t>
            </a:r>
            <a:endParaRPr lang="en-US" altLang="x-none" noProof="0" dirty="0"/>
          </a:p>
        </p:txBody>
      </p:sp>
      <p:sp>
        <p:nvSpPr>
          <p:cNvPr id="9222" name="Title">
            <a:extLst>
              <a:ext uri="{FF2B5EF4-FFF2-40B4-BE49-F238E27FC236}">
                <a16:creationId xmlns:a16="http://schemas.microsoft.com/office/drawing/2014/main" id="{E987F5B0-FE52-4F22-839D-B3C6F8E72E1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gray">
          <a:xfrm>
            <a:off x="503239" y="820809"/>
            <a:ext cx="9143546" cy="3718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69BB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B8C400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r>
              <a:rPr lang="en-US" altLang="x-none" noProof="0" dirty="0"/>
              <a:t>Click to add subtitle</a:t>
            </a:r>
          </a:p>
        </p:txBody>
      </p:sp>
      <p:grpSp>
        <p:nvGrpSpPr>
          <p:cNvPr id="17" name="Logo_Color">
            <a:extLst>
              <a:ext uri="{FF2B5EF4-FFF2-40B4-BE49-F238E27FC236}">
                <a16:creationId xmlns:a16="http://schemas.microsoft.com/office/drawing/2014/main" id="{23BF32FD-6C10-4B29-8766-1A5E4C5B18B3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087820" y="495720"/>
            <a:ext cx="1612800" cy="229651"/>
            <a:chOff x="1030968" y="702286"/>
            <a:chExt cx="1211122" cy="172455"/>
          </a:xfrm>
        </p:grpSpPr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8B856E29-C8C5-4138-B594-E21356DBF02E}"/>
                </a:ext>
              </a:extLst>
            </p:cNvPr>
            <p:cNvSpPr/>
            <p:nvPr/>
          </p:nvSpPr>
          <p:spPr>
            <a:xfrm>
              <a:off x="1344835" y="707326"/>
              <a:ext cx="104775" cy="161925"/>
            </a:xfrm>
            <a:custGeom>
              <a:avLst/>
              <a:gdLst>
                <a:gd name="connsiteX0" fmla="*/ 7144 w 104775"/>
                <a:gd name="connsiteY0" fmla="*/ 44672 h 161925"/>
                <a:gd name="connsiteX1" fmla="*/ 7144 w 104775"/>
                <a:gd name="connsiteY1" fmla="*/ 44672 h 161925"/>
                <a:gd name="connsiteX2" fmla="*/ 7144 w 104775"/>
                <a:gd name="connsiteY2" fmla="*/ 88011 h 161925"/>
                <a:gd name="connsiteX3" fmla="*/ 72580 w 104775"/>
                <a:gd name="connsiteY3" fmla="*/ 158401 h 161925"/>
                <a:gd name="connsiteX4" fmla="*/ 98013 w 104775"/>
                <a:gd name="connsiteY4" fmla="*/ 158401 h 161925"/>
                <a:gd name="connsiteX5" fmla="*/ 98013 w 104775"/>
                <a:gd name="connsiteY5" fmla="*/ 121063 h 161925"/>
                <a:gd name="connsiteX6" fmla="*/ 72580 w 104775"/>
                <a:gd name="connsiteY6" fmla="*/ 121063 h 161925"/>
                <a:gd name="connsiteX7" fmla="*/ 42672 w 104775"/>
                <a:gd name="connsiteY7" fmla="*/ 88011 h 161925"/>
                <a:gd name="connsiteX8" fmla="*/ 42672 w 104775"/>
                <a:gd name="connsiteY8" fmla="*/ 44672 h 161925"/>
                <a:gd name="connsiteX9" fmla="*/ 98774 w 104775"/>
                <a:gd name="connsiteY9" fmla="*/ 44672 h 161925"/>
                <a:gd name="connsiteX10" fmla="*/ 98774 w 104775"/>
                <a:gd name="connsiteY10" fmla="*/ 7144 h 161925"/>
                <a:gd name="connsiteX11" fmla="*/ 7144 w 104775"/>
                <a:gd name="connsiteY11" fmla="*/ 7144 h 161925"/>
                <a:gd name="connsiteX12" fmla="*/ 7144 w 104775"/>
                <a:gd name="connsiteY12" fmla="*/ 44672 h 16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4775" h="161925">
                  <a:moveTo>
                    <a:pt x="7144" y="44672"/>
                  </a:moveTo>
                  <a:lnTo>
                    <a:pt x="7144" y="44672"/>
                  </a:lnTo>
                  <a:lnTo>
                    <a:pt x="7144" y="88011"/>
                  </a:lnTo>
                  <a:cubicBezTo>
                    <a:pt x="7144" y="129445"/>
                    <a:pt x="34004" y="158401"/>
                    <a:pt x="72580" y="158401"/>
                  </a:cubicBezTo>
                  <a:lnTo>
                    <a:pt x="98013" y="158401"/>
                  </a:lnTo>
                  <a:lnTo>
                    <a:pt x="98013" y="121063"/>
                  </a:lnTo>
                  <a:lnTo>
                    <a:pt x="72580" y="121063"/>
                  </a:lnTo>
                  <a:cubicBezTo>
                    <a:pt x="53530" y="121063"/>
                    <a:pt x="42672" y="108966"/>
                    <a:pt x="42672" y="88011"/>
                  </a:cubicBezTo>
                  <a:lnTo>
                    <a:pt x="42672" y="44672"/>
                  </a:lnTo>
                  <a:lnTo>
                    <a:pt x="98774" y="44672"/>
                  </a:lnTo>
                  <a:lnTo>
                    <a:pt x="98774" y="7144"/>
                  </a:lnTo>
                  <a:lnTo>
                    <a:pt x="7144" y="7144"/>
                  </a:lnTo>
                  <a:lnTo>
                    <a:pt x="7144" y="44672"/>
                  </a:lnTo>
                  <a:close/>
                </a:path>
              </a:pathLst>
            </a:custGeom>
            <a:solidFill>
              <a:srgbClr val="B8C4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92A14EA8-0EE5-4787-B944-1DE5F9BDCB11}"/>
                </a:ext>
              </a:extLst>
            </p:cNvPr>
            <p:cNvSpPr/>
            <p:nvPr/>
          </p:nvSpPr>
          <p:spPr>
            <a:xfrm>
              <a:off x="1429987" y="702401"/>
              <a:ext cx="171450" cy="171450"/>
            </a:xfrm>
            <a:custGeom>
              <a:avLst/>
              <a:gdLst>
                <a:gd name="connsiteX0" fmla="*/ 89822 w 171450"/>
                <a:gd name="connsiteY0" fmla="*/ 7211 h 171450"/>
                <a:gd name="connsiteX1" fmla="*/ 7211 w 171450"/>
                <a:gd name="connsiteY1" fmla="*/ 83345 h 171450"/>
                <a:gd name="connsiteX2" fmla="*/ 83345 w 171450"/>
                <a:gd name="connsiteY2" fmla="*/ 165956 h 171450"/>
                <a:gd name="connsiteX3" fmla="*/ 165956 w 171450"/>
                <a:gd name="connsiteY3" fmla="*/ 89822 h 171450"/>
                <a:gd name="connsiteX4" fmla="*/ 166022 w 171450"/>
                <a:gd name="connsiteY4" fmla="*/ 86554 h 171450"/>
                <a:gd name="connsiteX5" fmla="*/ 89950 w 171450"/>
                <a:gd name="connsiteY5" fmla="*/ 7213 h 171450"/>
                <a:gd name="connsiteX6" fmla="*/ 89822 w 171450"/>
                <a:gd name="connsiteY6" fmla="*/ 7211 h 171450"/>
                <a:gd name="connsiteX7" fmla="*/ 89822 w 171450"/>
                <a:gd name="connsiteY7" fmla="*/ 133417 h 171450"/>
                <a:gd name="connsiteX8" fmla="*/ 40189 w 171450"/>
                <a:gd name="connsiteY8" fmla="*/ 89499 h 171450"/>
                <a:gd name="connsiteX9" fmla="*/ 84108 w 171450"/>
                <a:gd name="connsiteY9" fmla="*/ 39866 h 171450"/>
                <a:gd name="connsiteX10" fmla="*/ 133741 w 171450"/>
                <a:gd name="connsiteY10" fmla="*/ 83784 h 171450"/>
                <a:gd name="connsiteX11" fmla="*/ 133828 w 171450"/>
                <a:gd name="connsiteY11" fmla="*/ 86554 h 171450"/>
                <a:gd name="connsiteX12" fmla="*/ 89822 w 171450"/>
                <a:gd name="connsiteY12" fmla="*/ 133417 h 171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71450" h="171450">
                  <a:moveTo>
                    <a:pt x="89822" y="7211"/>
                  </a:moveTo>
                  <a:cubicBezTo>
                    <a:pt x="45986" y="5422"/>
                    <a:pt x="9000" y="39509"/>
                    <a:pt x="7211" y="83345"/>
                  </a:cubicBezTo>
                  <a:cubicBezTo>
                    <a:pt x="5422" y="127181"/>
                    <a:pt x="39509" y="164167"/>
                    <a:pt x="83345" y="165956"/>
                  </a:cubicBezTo>
                  <a:cubicBezTo>
                    <a:pt x="127181" y="167745"/>
                    <a:pt x="164167" y="133658"/>
                    <a:pt x="165956" y="89822"/>
                  </a:cubicBezTo>
                  <a:cubicBezTo>
                    <a:pt x="166000" y="88733"/>
                    <a:pt x="166022" y="87644"/>
                    <a:pt x="166022" y="86554"/>
                  </a:cubicBezTo>
                  <a:cubicBezTo>
                    <a:pt x="166925" y="43638"/>
                    <a:pt x="132866" y="8116"/>
                    <a:pt x="89950" y="7213"/>
                  </a:cubicBezTo>
                  <a:cubicBezTo>
                    <a:pt x="89907" y="7212"/>
                    <a:pt x="89865" y="7212"/>
                    <a:pt x="89822" y="7211"/>
                  </a:cubicBezTo>
                  <a:close/>
                  <a:moveTo>
                    <a:pt x="89822" y="133417"/>
                  </a:moveTo>
                  <a:cubicBezTo>
                    <a:pt x="63989" y="134995"/>
                    <a:pt x="41767" y="115332"/>
                    <a:pt x="40189" y="89499"/>
                  </a:cubicBezTo>
                  <a:cubicBezTo>
                    <a:pt x="38611" y="63665"/>
                    <a:pt x="58274" y="41444"/>
                    <a:pt x="84108" y="39866"/>
                  </a:cubicBezTo>
                  <a:cubicBezTo>
                    <a:pt x="109941" y="38288"/>
                    <a:pt x="132163" y="57951"/>
                    <a:pt x="133741" y="83784"/>
                  </a:cubicBezTo>
                  <a:cubicBezTo>
                    <a:pt x="133797" y="84706"/>
                    <a:pt x="133826" y="85630"/>
                    <a:pt x="133828" y="86554"/>
                  </a:cubicBezTo>
                  <a:cubicBezTo>
                    <a:pt x="134524" y="111611"/>
                    <a:pt x="114874" y="132537"/>
                    <a:pt x="89822" y="133417"/>
                  </a:cubicBezTo>
                  <a:close/>
                </a:path>
              </a:pathLst>
            </a:custGeom>
            <a:solidFill>
              <a:srgbClr val="B8C4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01B82ACA-1D78-45A4-9436-C965AE264156}"/>
                </a:ext>
              </a:extLst>
            </p:cNvPr>
            <p:cNvSpPr/>
            <p:nvPr/>
          </p:nvSpPr>
          <p:spPr>
            <a:xfrm>
              <a:off x="1902620" y="707040"/>
              <a:ext cx="123825" cy="161925"/>
            </a:xfrm>
            <a:custGeom>
              <a:avLst/>
              <a:gdLst>
                <a:gd name="connsiteX0" fmla="*/ 110013 w 123825"/>
                <a:gd name="connsiteY0" fmla="*/ 96679 h 161925"/>
                <a:gd name="connsiteX1" fmla="*/ 65436 w 123825"/>
                <a:gd name="connsiteY1" fmla="*/ 147161 h 161925"/>
                <a:gd name="connsiteX2" fmla="*/ 20954 w 123825"/>
                <a:gd name="connsiteY2" fmla="*/ 96679 h 161925"/>
                <a:gd name="connsiteX3" fmla="*/ 20954 w 123825"/>
                <a:gd name="connsiteY3" fmla="*/ 7144 h 161925"/>
                <a:gd name="connsiteX4" fmla="*/ 7238 w 123825"/>
                <a:gd name="connsiteY4" fmla="*/ 7144 h 161925"/>
                <a:gd name="connsiteX5" fmla="*/ 7238 w 123825"/>
                <a:gd name="connsiteY5" fmla="*/ 96679 h 161925"/>
                <a:gd name="connsiteX6" fmla="*/ 26288 w 123825"/>
                <a:gd name="connsiteY6" fmla="*/ 146018 h 161925"/>
                <a:gd name="connsiteX7" fmla="*/ 103536 w 123825"/>
                <a:gd name="connsiteY7" fmla="*/ 146018 h 161925"/>
                <a:gd name="connsiteX8" fmla="*/ 123062 w 123825"/>
                <a:gd name="connsiteY8" fmla="*/ 96679 h 161925"/>
                <a:gd name="connsiteX9" fmla="*/ 123063 w 123825"/>
                <a:gd name="connsiteY9" fmla="*/ 7144 h 161925"/>
                <a:gd name="connsiteX10" fmla="*/ 109346 w 123825"/>
                <a:gd name="connsiteY10" fmla="*/ 7144 h 161925"/>
                <a:gd name="connsiteX11" fmla="*/ 109346 w 123825"/>
                <a:gd name="connsiteY11" fmla="*/ 96679 h 16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3825" h="161925">
                  <a:moveTo>
                    <a:pt x="110013" y="96679"/>
                  </a:moveTo>
                  <a:cubicBezTo>
                    <a:pt x="110013" y="133731"/>
                    <a:pt x="83343" y="147161"/>
                    <a:pt x="65436" y="147161"/>
                  </a:cubicBezTo>
                  <a:cubicBezTo>
                    <a:pt x="47529" y="147161"/>
                    <a:pt x="20954" y="133731"/>
                    <a:pt x="20954" y="96679"/>
                  </a:cubicBezTo>
                  <a:lnTo>
                    <a:pt x="20954" y="7144"/>
                  </a:lnTo>
                  <a:lnTo>
                    <a:pt x="7238" y="7144"/>
                  </a:lnTo>
                  <a:lnTo>
                    <a:pt x="7238" y="96679"/>
                  </a:lnTo>
                  <a:cubicBezTo>
                    <a:pt x="6241" y="115092"/>
                    <a:pt x="13176" y="133052"/>
                    <a:pt x="26288" y="146018"/>
                  </a:cubicBezTo>
                  <a:cubicBezTo>
                    <a:pt x="47937" y="166568"/>
                    <a:pt x="81887" y="166568"/>
                    <a:pt x="103536" y="146018"/>
                  </a:cubicBezTo>
                  <a:cubicBezTo>
                    <a:pt x="116782" y="133108"/>
                    <a:pt x="123886" y="115157"/>
                    <a:pt x="123062" y="96679"/>
                  </a:cubicBezTo>
                  <a:lnTo>
                    <a:pt x="123063" y="7144"/>
                  </a:lnTo>
                  <a:lnTo>
                    <a:pt x="109346" y="7144"/>
                  </a:lnTo>
                  <a:lnTo>
                    <a:pt x="109346" y="96679"/>
                  </a:lnTo>
                  <a:close/>
                </a:path>
              </a:pathLst>
            </a:custGeom>
            <a:solidFill>
              <a:srgbClr val="B8C4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4CC6A97D-D953-45CC-A9D2-6881AAD1DFD0}"/>
                </a:ext>
              </a:extLst>
            </p:cNvPr>
            <p:cNvSpPr/>
            <p:nvPr/>
          </p:nvSpPr>
          <p:spPr>
            <a:xfrm>
              <a:off x="1182931" y="707040"/>
              <a:ext cx="161925" cy="161925"/>
            </a:xfrm>
            <a:custGeom>
              <a:avLst/>
              <a:gdLst>
                <a:gd name="connsiteX0" fmla="*/ 116279 w 161925"/>
                <a:gd name="connsiteY0" fmla="*/ 77819 h 161925"/>
                <a:gd name="connsiteX1" fmla="*/ 81989 w 161925"/>
                <a:gd name="connsiteY1" fmla="*/ 117824 h 161925"/>
                <a:gd name="connsiteX2" fmla="*/ 47603 w 161925"/>
                <a:gd name="connsiteY2" fmla="*/ 77819 h 161925"/>
                <a:gd name="connsiteX3" fmla="*/ 47603 w 161925"/>
                <a:gd name="connsiteY3" fmla="*/ 7144 h 161925"/>
                <a:gd name="connsiteX4" fmla="*/ 7217 w 161925"/>
                <a:gd name="connsiteY4" fmla="*/ 7144 h 161925"/>
                <a:gd name="connsiteX5" fmla="*/ 7217 w 161925"/>
                <a:gd name="connsiteY5" fmla="*/ 77819 h 161925"/>
                <a:gd name="connsiteX6" fmla="*/ 32268 w 161925"/>
                <a:gd name="connsiteY6" fmla="*/ 140493 h 161925"/>
                <a:gd name="connsiteX7" fmla="*/ 131329 w 161925"/>
                <a:gd name="connsiteY7" fmla="*/ 140493 h 161925"/>
                <a:gd name="connsiteX8" fmla="*/ 156379 w 161925"/>
                <a:gd name="connsiteY8" fmla="*/ 77914 h 161925"/>
                <a:gd name="connsiteX9" fmla="*/ 156379 w 161925"/>
                <a:gd name="connsiteY9" fmla="*/ 7144 h 161925"/>
                <a:gd name="connsiteX10" fmla="*/ 115993 w 161925"/>
                <a:gd name="connsiteY10" fmla="*/ 7144 h 161925"/>
                <a:gd name="connsiteX11" fmla="*/ 115993 w 161925"/>
                <a:gd name="connsiteY11" fmla="*/ 77819 h 16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1925" h="161925">
                  <a:moveTo>
                    <a:pt x="116279" y="77819"/>
                  </a:moveTo>
                  <a:cubicBezTo>
                    <a:pt x="116279" y="109442"/>
                    <a:pt x="93895" y="117824"/>
                    <a:pt x="81989" y="117824"/>
                  </a:cubicBezTo>
                  <a:cubicBezTo>
                    <a:pt x="70082" y="117824"/>
                    <a:pt x="47603" y="109442"/>
                    <a:pt x="47603" y="77819"/>
                  </a:cubicBezTo>
                  <a:lnTo>
                    <a:pt x="47603" y="7144"/>
                  </a:lnTo>
                  <a:lnTo>
                    <a:pt x="7217" y="7144"/>
                  </a:lnTo>
                  <a:lnTo>
                    <a:pt x="7217" y="77819"/>
                  </a:lnTo>
                  <a:cubicBezTo>
                    <a:pt x="6222" y="101331"/>
                    <a:pt x="15341" y="124145"/>
                    <a:pt x="32268" y="140493"/>
                  </a:cubicBezTo>
                  <a:cubicBezTo>
                    <a:pt x="60063" y="166765"/>
                    <a:pt x="103534" y="166765"/>
                    <a:pt x="131329" y="140493"/>
                  </a:cubicBezTo>
                  <a:cubicBezTo>
                    <a:pt x="148241" y="124174"/>
                    <a:pt x="157359" y="101396"/>
                    <a:pt x="156379" y="77914"/>
                  </a:cubicBezTo>
                  <a:lnTo>
                    <a:pt x="156379" y="7144"/>
                  </a:lnTo>
                  <a:lnTo>
                    <a:pt x="115993" y="7144"/>
                  </a:lnTo>
                  <a:lnTo>
                    <a:pt x="115993" y="77819"/>
                  </a:lnTo>
                  <a:close/>
                </a:path>
              </a:pathLst>
            </a:custGeom>
            <a:solidFill>
              <a:srgbClr val="B8C4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9BBC2DD6-2378-4348-8ED5-BABF9444F27D}"/>
                </a:ext>
              </a:extLst>
            </p:cNvPr>
            <p:cNvSpPr/>
            <p:nvPr/>
          </p:nvSpPr>
          <p:spPr>
            <a:xfrm>
              <a:off x="1596891" y="702962"/>
              <a:ext cx="142875" cy="161925"/>
            </a:xfrm>
            <a:custGeom>
              <a:avLst/>
              <a:gdLst>
                <a:gd name="connsiteX0" fmla="*/ 117799 w 142875"/>
                <a:gd name="connsiteY0" fmla="*/ 24653 h 161925"/>
                <a:gd name="connsiteX1" fmla="*/ 29598 w 142875"/>
                <a:gd name="connsiteY1" fmla="*/ 24653 h 161925"/>
                <a:gd name="connsiteX2" fmla="*/ 7214 w 142875"/>
                <a:gd name="connsiteY2" fmla="*/ 80850 h 161925"/>
                <a:gd name="connsiteX3" fmla="*/ 7214 w 142875"/>
                <a:gd name="connsiteY3" fmla="*/ 160860 h 161925"/>
                <a:gd name="connsiteX4" fmla="*/ 31884 w 142875"/>
                <a:gd name="connsiteY4" fmla="*/ 160860 h 161925"/>
                <a:gd name="connsiteX5" fmla="*/ 31884 w 142875"/>
                <a:gd name="connsiteY5" fmla="*/ 80850 h 161925"/>
                <a:gd name="connsiteX6" fmla="*/ 73794 w 142875"/>
                <a:gd name="connsiteY6" fmla="*/ 33225 h 161925"/>
                <a:gd name="connsiteX7" fmla="*/ 115704 w 142875"/>
                <a:gd name="connsiteY7" fmla="*/ 80850 h 161925"/>
                <a:gd name="connsiteX8" fmla="*/ 115704 w 142875"/>
                <a:gd name="connsiteY8" fmla="*/ 160860 h 161925"/>
                <a:gd name="connsiteX9" fmla="*/ 140469 w 142875"/>
                <a:gd name="connsiteY9" fmla="*/ 160860 h 161925"/>
                <a:gd name="connsiteX10" fmla="*/ 140469 w 142875"/>
                <a:gd name="connsiteY10" fmla="*/ 80850 h 161925"/>
                <a:gd name="connsiteX11" fmla="*/ 118180 w 142875"/>
                <a:gd name="connsiteY11" fmla="*/ 24653 h 16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42875" h="161925">
                  <a:moveTo>
                    <a:pt x="117799" y="24653"/>
                  </a:moveTo>
                  <a:cubicBezTo>
                    <a:pt x="93033" y="1307"/>
                    <a:pt x="54364" y="1307"/>
                    <a:pt x="29598" y="24653"/>
                  </a:cubicBezTo>
                  <a:cubicBezTo>
                    <a:pt x="14441" y="39321"/>
                    <a:pt x="6293" y="59778"/>
                    <a:pt x="7214" y="80850"/>
                  </a:cubicBezTo>
                  <a:lnTo>
                    <a:pt x="7214" y="160860"/>
                  </a:lnTo>
                  <a:lnTo>
                    <a:pt x="31884" y="160860"/>
                  </a:lnTo>
                  <a:lnTo>
                    <a:pt x="31884" y="80850"/>
                  </a:lnTo>
                  <a:cubicBezTo>
                    <a:pt x="31884" y="42750"/>
                    <a:pt x="59220" y="33225"/>
                    <a:pt x="73794" y="33225"/>
                  </a:cubicBezTo>
                  <a:cubicBezTo>
                    <a:pt x="88367" y="33225"/>
                    <a:pt x="115704" y="43226"/>
                    <a:pt x="115704" y="80850"/>
                  </a:cubicBezTo>
                  <a:lnTo>
                    <a:pt x="115704" y="160860"/>
                  </a:lnTo>
                  <a:lnTo>
                    <a:pt x="140469" y="160860"/>
                  </a:lnTo>
                  <a:lnTo>
                    <a:pt x="140469" y="80850"/>
                  </a:lnTo>
                  <a:cubicBezTo>
                    <a:pt x="141366" y="59801"/>
                    <a:pt x="133261" y="39365"/>
                    <a:pt x="118180" y="24653"/>
                  </a:cubicBezTo>
                  <a:close/>
                </a:path>
              </a:pathLst>
            </a:custGeom>
            <a:solidFill>
              <a:srgbClr val="B8C4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009D04E1-70A3-4CAF-BF8C-7F0CEF66E0EC}"/>
                </a:ext>
              </a:extLst>
            </p:cNvPr>
            <p:cNvSpPr/>
            <p:nvPr/>
          </p:nvSpPr>
          <p:spPr>
            <a:xfrm>
              <a:off x="2032540" y="703230"/>
              <a:ext cx="209550" cy="161925"/>
            </a:xfrm>
            <a:custGeom>
              <a:avLst/>
              <a:gdLst>
                <a:gd name="connsiteX0" fmla="*/ 157163 w 209550"/>
                <a:gd name="connsiteY0" fmla="*/ 7144 h 161925"/>
                <a:gd name="connsiteX1" fmla="*/ 108680 w 209550"/>
                <a:gd name="connsiteY1" fmla="*/ 40481 h 161925"/>
                <a:gd name="connsiteX2" fmla="*/ 60197 w 209550"/>
                <a:gd name="connsiteY2" fmla="*/ 7144 h 161925"/>
                <a:gd name="connsiteX3" fmla="*/ 7144 w 209550"/>
                <a:gd name="connsiteY3" fmla="*/ 66389 h 161925"/>
                <a:gd name="connsiteX4" fmla="*/ 7144 w 209550"/>
                <a:gd name="connsiteY4" fmla="*/ 160687 h 161925"/>
                <a:gd name="connsiteX5" fmla="*/ 16669 w 209550"/>
                <a:gd name="connsiteY5" fmla="*/ 160687 h 161925"/>
                <a:gd name="connsiteX6" fmla="*/ 16669 w 209550"/>
                <a:gd name="connsiteY6" fmla="*/ 66389 h 161925"/>
                <a:gd name="connsiteX7" fmla="*/ 60579 w 209550"/>
                <a:gd name="connsiteY7" fmla="*/ 16764 h 161925"/>
                <a:gd name="connsiteX8" fmla="*/ 104489 w 209550"/>
                <a:gd name="connsiteY8" fmla="*/ 66104 h 161925"/>
                <a:gd name="connsiteX9" fmla="*/ 104489 w 209550"/>
                <a:gd name="connsiteY9" fmla="*/ 160687 h 161925"/>
                <a:gd name="connsiteX10" fmla="*/ 114014 w 209550"/>
                <a:gd name="connsiteY10" fmla="*/ 160687 h 161925"/>
                <a:gd name="connsiteX11" fmla="*/ 114014 w 209550"/>
                <a:gd name="connsiteY11" fmla="*/ 66104 h 161925"/>
                <a:gd name="connsiteX12" fmla="*/ 157925 w 209550"/>
                <a:gd name="connsiteY12" fmla="*/ 16764 h 161925"/>
                <a:gd name="connsiteX13" fmla="*/ 201835 w 209550"/>
                <a:gd name="connsiteY13" fmla="*/ 66389 h 161925"/>
                <a:gd name="connsiteX14" fmla="*/ 201835 w 209550"/>
                <a:gd name="connsiteY14" fmla="*/ 160687 h 161925"/>
                <a:gd name="connsiteX15" fmla="*/ 211360 w 209550"/>
                <a:gd name="connsiteY15" fmla="*/ 160687 h 161925"/>
                <a:gd name="connsiteX16" fmla="*/ 211360 w 209550"/>
                <a:gd name="connsiteY16" fmla="*/ 66389 h 161925"/>
                <a:gd name="connsiteX17" fmla="*/ 158210 w 209550"/>
                <a:gd name="connsiteY17" fmla="*/ 7144 h 16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09550" h="161925">
                  <a:moveTo>
                    <a:pt x="157163" y="7144"/>
                  </a:moveTo>
                  <a:cubicBezTo>
                    <a:pt x="135739" y="7405"/>
                    <a:pt x="116592" y="20571"/>
                    <a:pt x="108680" y="40481"/>
                  </a:cubicBezTo>
                  <a:cubicBezTo>
                    <a:pt x="100789" y="20554"/>
                    <a:pt x="81629" y="7379"/>
                    <a:pt x="60197" y="7144"/>
                  </a:cubicBezTo>
                  <a:cubicBezTo>
                    <a:pt x="38862" y="7144"/>
                    <a:pt x="7144" y="22955"/>
                    <a:pt x="7144" y="66389"/>
                  </a:cubicBezTo>
                  <a:lnTo>
                    <a:pt x="7144" y="160687"/>
                  </a:lnTo>
                  <a:lnTo>
                    <a:pt x="16669" y="160687"/>
                  </a:lnTo>
                  <a:lnTo>
                    <a:pt x="16669" y="66389"/>
                  </a:lnTo>
                  <a:cubicBezTo>
                    <a:pt x="16669" y="30004"/>
                    <a:pt x="42958" y="16764"/>
                    <a:pt x="60579" y="16764"/>
                  </a:cubicBezTo>
                  <a:cubicBezTo>
                    <a:pt x="78200" y="16764"/>
                    <a:pt x="104299" y="30004"/>
                    <a:pt x="104489" y="66104"/>
                  </a:cubicBezTo>
                  <a:lnTo>
                    <a:pt x="104489" y="160687"/>
                  </a:lnTo>
                  <a:lnTo>
                    <a:pt x="114014" y="160687"/>
                  </a:lnTo>
                  <a:lnTo>
                    <a:pt x="114014" y="66104"/>
                  </a:lnTo>
                  <a:cubicBezTo>
                    <a:pt x="114014" y="30004"/>
                    <a:pt x="140303" y="16764"/>
                    <a:pt x="157925" y="16764"/>
                  </a:cubicBezTo>
                  <a:cubicBezTo>
                    <a:pt x="175546" y="16764"/>
                    <a:pt x="201835" y="30004"/>
                    <a:pt x="201835" y="66389"/>
                  </a:cubicBezTo>
                  <a:lnTo>
                    <a:pt x="201835" y="160687"/>
                  </a:lnTo>
                  <a:lnTo>
                    <a:pt x="211360" y="160687"/>
                  </a:lnTo>
                  <a:lnTo>
                    <a:pt x="211360" y="66389"/>
                  </a:lnTo>
                  <a:cubicBezTo>
                    <a:pt x="211360" y="22955"/>
                    <a:pt x="179546" y="7144"/>
                    <a:pt x="158210" y="7144"/>
                  </a:cubicBezTo>
                  <a:close/>
                </a:path>
              </a:pathLst>
            </a:custGeom>
            <a:solidFill>
              <a:srgbClr val="B8C4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CFDD0E09-05B7-4198-9583-A2C025E19DBC}"/>
                </a:ext>
              </a:extLst>
            </p:cNvPr>
            <p:cNvSpPr/>
            <p:nvPr/>
          </p:nvSpPr>
          <p:spPr>
            <a:xfrm>
              <a:off x="1739805" y="703291"/>
              <a:ext cx="161925" cy="171450"/>
            </a:xfrm>
            <a:custGeom>
              <a:avLst/>
              <a:gdLst>
                <a:gd name="connsiteX0" fmla="*/ 98139 w 161925"/>
                <a:gd name="connsiteY0" fmla="*/ 8512 h 171450"/>
                <a:gd name="connsiteX1" fmla="*/ 8993 w 161925"/>
                <a:gd name="connsiteY1" fmla="*/ 69058 h 171450"/>
                <a:gd name="connsiteX2" fmla="*/ 8794 w 161925"/>
                <a:gd name="connsiteY2" fmla="*/ 70138 h 171450"/>
                <a:gd name="connsiteX3" fmla="*/ 68040 w 161925"/>
                <a:gd name="connsiteY3" fmla="*/ 163674 h 171450"/>
                <a:gd name="connsiteX4" fmla="*/ 153765 w 161925"/>
                <a:gd name="connsiteY4" fmla="*/ 113763 h 171450"/>
                <a:gd name="connsiteX5" fmla="*/ 132619 w 161925"/>
                <a:gd name="connsiteY5" fmla="*/ 113763 h 171450"/>
                <a:gd name="connsiteX6" fmla="*/ 71469 w 161925"/>
                <a:gd name="connsiteY6" fmla="*/ 144719 h 171450"/>
                <a:gd name="connsiteX7" fmla="*/ 27273 w 161925"/>
                <a:gd name="connsiteY7" fmla="*/ 94522 h 171450"/>
                <a:gd name="connsiteX8" fmla="*/ 158051 w 161925"/>
                <a:gd name="connsiteY8" fmla="*/ 94522 h 171450"/>
                <a:gd name="connsiteX9" fmla="*/ 97948 w 161925"/>
                <a:gd name="connsiteY9" fmla="*/ 8797 h 171450"/>
                <a:gd name="connsiteX10" fmla="*/ 27844 w 161925"/>
                <a:gd name="connsiteY10" fmla="*/ 75187 h 171450"/>
                <a:gd name="connsiteX11" fmla="*/ 27844 w 161925"/>
                <a:gd name="connsiteY11" fmla="*/ 73853 h 171450"/>
                <a:gd name="connsiteX12" fmla="*/ 92243 w 161925"/>
                <a:gd name="connsiteY12" fmla="*/ 26593 h 171450"/>
                <a:gd name="connsiteX13" fmla="*/ 94519 w 161925"/>
                <a:gd name="connsiteY13" fmla="*/ 26990 h 171450"/>
                <a:gd name="connsiteX14" fmla="*/ 138525 w 161925"/>
                <a:gd name="connsiteY14" fmla="*/ 74615 h 171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61925" h="171450">
                  <a:moveTo>
                    <a:pt x="98139" y="8512"/>
                  </a:moveTo>
                  <a:cubicBezTo>
                    <a:pt x="56802" y="614"/>
                    <a:pt x="16890" y="27721"/>
                    <a:pt x="8993" y="69058"/>
                  </a:cubicBezTo>
                  <a:cubicBezTo>
                    <a:pt x="8924" y="69417"/>
                    <a:pt x="8858" y="69778"/>
                    <a:pt x="8794" y="70138"/>
                  </a:cubicBezTo>
                  <a:cubicBezTo>
                    <a:pt x="142" y="112182"/>
                    <a:pt x="26331" y="153529"/>
                    <a:pt x="68040" y="163674"/>
                  </a:cubicBezTo>
                  <a:cubicBezTo>
                    <a:pt x="105095" y="170936"/>
                    <a:pt x="141787" y="149574"/>
                    <a:pt x="153765" y="113763"/>
                  </a:cubicBezTo>
                  <a:lnTo>
                    <a:pt x="132619" y="113763"/>
                  </a:lnTo>
                  <a:cubicBezTo>
                    <a:pt x="121847" y="136981"/>
                    <a:pt x="96558" y="149783"/>
                    <a:pt x="71469" y="144719"/>
                  </a:cubicBezTo>
                  <a:cubicBezTo>
                    <a:pt x="47541" y="139122"/>
                    <a:pt x="29795" y="118966"/>
                    <a:pt x="27273" y="94522"/>
                  </a:cubicBezTo>
                  <a:lnTo>
                    <a:pt x="158051" y="94522"/>
                  </a:lnTo>
                  <a:cubicBezTo>
                    <a:pt x="162387" y="54908"/>
                    <a:pt x="136667" y="18224"/>
                    <a:pt x="97948" y="8797"/>
                  </a:cubicBezTo>
                  <a:close/>
                  <a:moveTo>
                    <a:pt x="27844" y="75187"/>
                  </a:moveTo>
                  <a:lnTo>
                    <a:pt x="27844" y="73853"/>
                  </a:lnTo>
                  <a:cubicBezTo>
                    <a:pt x="32577" y="43019"/>
                    <a:pt x="61409" y="21860"/>
                    <a:pt x="92243" y="26593"/>
                  </a:cubicBezTo>
                  <a:cubicBezTo>
                    <a:pt x="93004" y="26710"/>
                    <a:pt x="93763" y="26842"/>
                    <a:pt x="94519" y="26990"/>
                  </a:cubicBezTo>
                  <a:cubicBezTo>
                    <a:pt x="117646" y="32201"/>
                    <a:pt x="135153" y="51149"/>
                    <a:pt x="138525" y="74615"/>
                  </a:cubicBezTo>
                  <a:close/>
                </a:path>
              </a:pathLst>
            </a:custGeom>
            <a:solidFill>
              <a:srgbClr val="B8C4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CCC1ADB3-F733-4458-A38D-0C262380648A}"/>
                </a:ext>
              </a:extLst>
            </p:cNvPr>
            <p:cNvSpPr/>
            <p:nvPr/>
          </p:nvSpPr>
          <p:spPr>
            <a:xfrm>
              <a:off x="1030968" y="702286"/>
              <a:ext cx="152400" cy="171450"/>
            </a:xfrm>
            <a:custGeom>
              <a:avLst/>
              <a:gdLst>
                <a:gd name="connsiteX0" fmla="*/ 147370 w 152400"/>
                <a:gd name="connsiteY0" fmla="*/ 56951 h 171450"/>
                <a:gd name="connsiteX1" fmla="*/ 128320 w 152400"/>
                <a:gd name="connsiteY1" fmla="*/ 20279 h 171450"/>
                <a:gd name="connsiteX2" fmla="*/ 82409 w 152400"/>
                <a:gd name="connsiteY2" fmla="*/ 7326 h 171450"/>
                <a:gd name="connsiteX3" fmla="*/ 82409 w 152400"/>
                <a:gd name="connsiteY3" fmla="*/ 7326 h 171450"/>
                <a:gd name="connsiteX4" fmla="*/ 35451 w 152400"/>
                <a:gd name="connsiteY4" fmla="*/ 18089 h 171450"/>
                <a:gd name="connsiteX5" fmla="*/ 15449 w 152400"/>
                <a:gd name="connsiteY5" fmla="*/ 49807 h 171450"/>
                <a:gd name="connsiteX6" fmla="*/ 13925 w 152400"/>
                <a:gd name="connsiteY6" fmla="*/ 56665 h 171450"/>
                <a:gd name="connsiteX7" fmla="*/ 60597 w 152400"/>
                <a:gd name="connsiteY7" fmla="*/ 56665 h 171450"/>
                <a:gd name="connsiteX8" fmla="*/ 60597 w 152400"/>
                <a:gd name="connsiteY8" fmla="*/ 55617 h 171450"/>
                <a:gd name="connsiteX9" fmla="*/ 80219 w 152400"/>
                <a:gd name="connsiteY9" fmla="*/ 40282 h 171450"/>
                <a:gd name="connsiteX10" fmla="*/ 81552 w 152400"/>
                <a:gd name="connsiteY10" fmla="*/ 40282 h 171450"/>
                <a:gd name="connsiteX11" fmla="*/ 84791 w 152400"/>
                <a:gd name="connsiteY11" fmla="*/ 40282 h 171450"/>
                <a:gd name="connsiteX12" fmla="*/ 84791 w 152400"/>
                <a:gd name="connsiteY12" fmla="*/ 40282 h 171450"/>
                <a:gd name="connsiteX13" fmla="*/ 95745 w 152400"/>
                <a:gd name="connsiteY13" fmla="*/ 45426 h 171450"/>
                <a:gd name="connsiteX14" fmla="*/ 98602 w 152400"/>
                <a:gd name="connsiteY14" fmla="*/ 54951 h 171450"/>
                <a:gd name="connsiteX15" fmla="*/ 72218 w 152400"/>
                <a:gd name="connsiteY15" fmla="*/ 68190 h 171450"/>
                <a:gd name="connsiteX16" fmla="*/ 71170 w 152400"/>
                <a:gd name="connsiteY16" fmla="*/ 68190 h 171450"/>
                <a:gd name="connsiteX17" fmla="*/ 66121 w 152400"/>
                <a:gd name="connsiteY17" fmla="*/ 69333 h 171450"/>
                <a:gd name="connsiteX18" fmla="*/ 55549 w 152400"/>
                <a:gd name="connsiteY18" fmla="*/ 71715 h 171450"/>
                <a:gd name="connsiteX19" fmla="*/ 7162 w 152400"/>
                <a:gd name="connsiteY19" fmla="*/ 119340 h 171450"/>
                <a:gd name="connsiteX20" fmla="*/ 20306 w 152400"/>
                <a:gd name="connsiteY20" fmla="*/ 152677 h 171450"/>
                <a:gd name="connsiteX21" fmla="*/ 55167 w 152400"/>
                <a:gd name="connsiteY21" fmla="*/ 165155 h 171450"/>
                <a:gd name="connsiteX22" fmla="*/ 57168 w 152400"/>
                <a:gd name="connsiteY22" fmla="*/ 165155 h 171450"/>
                <a:gd name="connsiteX23" fmla="*/ 93553 w 152400"/>
                <a:gd name="connsiteY23" fmla="*/ 152582 h 171450"/>
                <a:gd name="connsiteX24" fmla="*/ 100602 w 152400"/>
                <a:gd name="connsiteY24" fmla="*/ 147248 h 171450"/>
                <a:gd name="connsiteX25" fmla="*/ 102698 w 152400"/>
                <a:gd name="connsiteY25" fmla="*/ 145628 h 171450"/>
                <a:gd name="connsiteX26" fmla="*/ 102698 w 152400"/>
                <a:gd name="connsiteY26" fmla="*/ 160773 h 171450"/>
                <a:gd name="connsiteX27" fmla="*/ 147846 w 152400"/>
                <a:gd name="connsiteY27" fmla="*/ 160773 h 171450"/>
                <a:gd name="connsiteX28" fmla="*/ 147846 w 152400"/>
                <a:gd name="connsiteY28" fmla="*/ 65333 h 171450"/>
                <a:gd name="connsiteX29" fmla="*/ 147275 w 152400"/>
                <a:gd name="connsiteY29" fmla="*/ 56951 h 171450"/>
                <a:gd name="connsiteX30" fmla="*/ 99745 w 152400"/>
                <a:gd name="connsiteY30" fmla="*/ 92574 h 171450"/>
                <a:gd name="connsiteX31" fmla="*/ 99745 w 152400"/>
                <a:gd name="connsiteY31" fmla="*/ 116196 h 171450"/>
                <a:gd name="connsiteX32" fmla="*/ 99745 w 152400"/>
                <a:gd name="connsiteY32" fmla="*/ 116673 h 171450"/>
                <a:gd name="connsiteX33" fmla="*/ 95459 w 152400"/>
                <a:gd name="connsiteY33" fmla="*/ 120292 h 171450"/>
                <a:gd name="connsiteX34" fmla="*/ 90505 w 152400"/>
                <a:gd name="connsiteY34" fmla="*/ 124007 h 171450"/>
                <a:gd name="connsiteX35" fmla="*/ 72408 w 152400"/>
                <a:gd name="connsiteY35" fmla="*/ 129722 h 171450"/>
                <a:gd name="connsiteX36" fmla="*/ 71551 w 152400"/>
                <a:gd name="connsiteY36" fmla="*/ 129722 h 171450"/>
                <a:gd name="connsiteX37" fmla="*/ 57571 w 152400"/>
                <a:gd name="connsiteY37" fmla="*/ 117469 h 171450"/>
                <a:gd name="connsiteX38" fmla="*/ 57549 w 152400"/>
                <a:gd name="connsiteY38" fmla="*/ 116197 h 171450"/>
                <a:gd name="connsiteX39" fmla="*/ 69169 w 152400"/>
                <a:gd name="connsiteY39" fmla="*/ 101337 h 171450"/>
                <a:gd name="connsiteX40" fmla="*/ 98507 w 152400"/>
                <a:gd name="connsiteY40" fmla="*/ 91241 h 171450"/>
                <a:gd name="connsiteX41" fmla="*/ 100221 w 152400"/>
                <a:gd name="connsiteY41" fmla="*/ 90669 h 171450"/>
                <a:gd name="connsiteX42" fmla="*/ 100221 w 152400"/>
                <a:gd name="connsiteY42" fmla="*/ 92574 h 171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152400" h="171450">
                  <a:moveTo>
                    <a:pt x="147370" y="56951"/>
                  </a:moveTo>
                  <a:cubicBezTo>
                    <a:pt x="146216" y="42661"/>
                    <a:pt x="139348" y="29440"/>
                    <a:pt x="128320" y="20279"/>
                  </a:cubicBezTo>
                  <a:cubicBezTo>
                    <a:pt x="114888" y="10966"/>
                    <a:pt x="98729" y="6407"/>
                    <a:pt x="82409" y="7326"/>
                  </a:cubicBezTo>
                  <a:lnTo>
                    <a:pt x="82409" y="7326"/>
                  </a:lnTo>
                  <a:cubicBezTo>
                    <a:pt x="66041" y="6247"/>
                    <a:pt x="49715" y="9988"/>
                    <a:pt x="35451" y="18089"/>
                  </a:cubicBezTo>
                  <a:cubicBezTo>
                    <a:pt x="24727" y="25481"/>
                    <a:pt x="17498" y="36944"/>
                    <a:pt x="15449" y="49807"/>
                  </a:cubicBezTo>
                  <a:lnTo>
                    <a:pt x="13925" y="56665"/>
                  </a:lnTo>
                  <a:lnTo>
                    <a:pt x="60597" y="56665"/>
                  </a:lnTo>
                  <a:lnTo>
                    <a:pt x="60597" y="55617"/>
                  </a:lnTo>
                  <a:cubicBezTo>
                    <a:pt x="61836" y="45996"/>
                    <a:pt x="70583" y="39160"/>
                    <a:pt x="80219" y="40282"/>
                  </a:cubicBezTo>
                  <a:lnTo>
                    <a:pt x="81552" y="40282"/>
                  </a:lnTo>
                  <a:cubicBezTo>
                    <a:pt x="82629" y="40184"/>
                    <a:pt x="83713" y="40184"/>
                    <a:pt x="84791" y="40282"/>
                  </a:cubicBezTo>
                  <a:lnTo>
                    <a:pt x="84791" y="40282"/>
                  </a:lnTo>
                  <a:cubicBezTo>
                    <a:pt x="88916" y="40718"/>
                    <a:pt x="92774" y="42530"/>
                    <a:pt x="95745" y="45426"/>
                  </a:cubicBezTo>
                  <a:cubicBezTo>
                    <a:pt x="98153" y="47968"/>
                    <a:pt x="99213" y="51502"/>
                    <a:pt x="98602" y="54951"/>
                  </a:cubicBezTo>
                  <a:cubicBezTo>
                    <a:pt x="97649" y="61713"/>
                    <a:pt x="93458" y="63237"/>
                    <a:pt x="72218" y="68190"/>
                  </a:cubicBezTo>
                  <a:lnTo>
                    <a:pt x="71170" y="68190"/>
                  </a:lnTo>
                  <a:lnTo>
                    <a:pt x="66121" y="69333"/>
                  </a:lnTo>
                  <a:cubicBezTo>
                    <a:pt x="62502" y="70000"/>
                    <a:pt x="58978" y="70857"/>
                    <a:pt x="55549" y="71715"/>
                  </a:cubicBezTo>
                  <a:cubicBezTo>
                    <a:pt x="19639" y="80573"/>
                    <a:pt x="6590" y="93622"/>
                    <a:pt x="7162" y="119340"/>
                  </a:cubicBezTo>
                  <a:cubicBezTo>
                    <a:pt x="6943" y="131757"/>
                    <a:pt x="11672" y="143751"/>
                    <a:pt x="20306" y="152677"/>
                  </a:cubicBezTo>
                  <a:cubicBezTo>
                    <a:pt x="29824" y="161276"/>
                    <a:pt x="42355" y="165761"/>
                    <a:pt x="55167" y="165155"/>
                  </a:cubicBezTo>
                  <a:lnTo>
                    <a:pt x="57168" y="165155"/>
                  </a:lnTo>
                  <a:cubicBezTo>
                    <a:pt x="70378" y="165251"/>
                    <a:pt x="83221" y="160813"/>
                    <a:pt x="93553" y="152582"/>
                  </a:cubicBezTo>
                  <a:lnTo>
                    <a:pt x="100602" y="147248"/>
                  </a:lnTo>
                  <a:lnTo>
                    <a:pt x="102698" y="145628"/>
                  </a:lnTo>
                  <a:lnTo>
                    <a:pt x="102698" y="160773"/>
                  </a:lnTo>
                  <a:lnTo>
                    <a:pt x="147846" y="160773"/>
                  </a:lnTo>
                  <a:lnTo>
                    <a:pt x="147846" y="65333"/>
                  </a:lnTo>
                  <a:cubicBezTo>
                    <a:pt x="147852" y="62529"/>
                    <a:pt x="147661" y="59728"/>
                    <a:pt x="147275" y="56951"/>
                  </a:cubicBezTo>
                  <a:close/>
                  <a:moveTo>
                    <a:pt x="99745" y="92574"/>
                  </a:moveTo>
                  <a:lnTo>
                    <a:pt x="99745" y="116196"/>
                  </a:lnTo>
                  <a:lnTo>
                    <a:pt x="99745" y="116673"/>
                  </a:lnTo>
                  <a:lnTo>
                    <a:pt x="95459" y="120292"/>
                  </a:lnTo>
                  <a:cubicBezTo>
                    <a:pt x="93926" y="121680"/>
                    <a:pt x="92268" y="122923"/>
                    <a:pt x="90505" y="124007"/>
                  </a:cubicBezTo>
                  <a:cubicBezTo>
                    <a:pt x="85089" y="127488"/>
                    <a:pt x="78842" y="129461"/>
                    <a:pt x="72408" y="129722"/>
                  </a:cubicBezTo>
                  <a:lnTo>
                    <a:pt x="71551" y="129722"/>
                  </a:lnTo>
                  <a:cubicBezTo>
                    <a:pt x="64307" y="130199"/>
                    <a:pt x="58048" y="124713"/>
                    <a:pt x="57571" y="117469"/>
                  </a:cubicBezTo>
                  <a:cubicBezTo>
                    <a:pt x="57543" y="117046"/>
                    <a:pt x="57535" y="116621"/>
                    <a:pt x="57549" y="116197"/>
                  </a:cubicBezTo>
                  <a:cubicBezTo>
                    <a:pt x="56978" y="108767"/>
                    <a:pt x="60407" y="104481"/>
                    <a:pt x="69169" y="101337"/>
                  </a:cubicBezTo>
                  <a:lnTo>
                    <a:pt x="98507" y="91241"/>
                  </a:lnTo>
                  <a:lnTo>
                    <a:pt x="100221" y="90669"/>
                  </a:lnTo>
                  <a:lnTo>
                    <a:pt x="100221" y="92574"/>
                  </a:lnTo>
                  <a:close/>
                </a:path>
              </a:pathLst>
            </a:custGeom>
            <a:solidFill>
              <a:srgbClr val="B8C4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8" r:id="rId1"/>
    <p:sldLayoutId id="2147483740" r:id="rId2"/>
    <p:sldLayoutId id="2147483736" r:id="rId3"/>
    <p:sldLayoutId id="2147483729" r:id="rId4"/>
    <p:sldLayoutId id="2147483737" r:id="rId5"/>
    <p:sldLayoutId id="2147483731" r:id="rId6"/>
    <p:sldLayoutId id="2147483738" r:id="rId7"/>
    <p:sldLayoutId id="2147483733" r:id="rId8"/>
    <p:sldLayoutId id="2147483739" r:id="rId9"/>
    <p:sldLayoutId id="2147483734" r:id="rId10"/>
    <p:sldLayoutId id="2147483735" r:id="rId11"/>
  </p:sldLayoutIdLst>
  <p:hf hdr="0" dt="0"/>
  <p:txStyles>
    <p:titleStyle>
      <a:lvl1pPr algn="l" rtl="0" eaLnBrk="1" fontAlgn="base" hangingPunct="1">
        <a:lnSpc>
          <a:spcPts val="2900"/>
        </a:lnSpc>
        <a:spcBef>
          <a:spcPct val="0"/>
        </a:spcBef>
        <a:spcAft>
          <a:spcPct val="0"/>
        </a:spcAft>
        <a:defRPr sz="2800" b="1" kern="1200">
          <a:solidFill>
            <a:schemeClr val="accent2"/>
          </a:solidFill>
          <a:latin typeface="+mj-lt"/>
          <a:ea typeface="+mj-ea"/>
          <a:cs typeface="+mj-cs"/>
        </a:defRPr>
      </a:lvl1pPr>
      <a:lvl2pPr algn="l" rtl="0" eaLnBrk="1" fontAlgn="base" hangingPunct="1">
        <a:lnSpc>
          <a:spcPts val="2900"/>
        </a:lnSpc>
        <a:spcBef>
          <a:spcPct val="0"/>
        </a:spcBef>
        <a:spcAft>
          <a:spcPct val="0"/>
        </a:spcAft>
        <a:defRPr sz="2400" b="1">
          <a:solidFill>
            <a:srgbClr val="B8C400"/>
          </a:solidFill>
          <a:latin typeface="Arial" panose="020B0604020202020204" pitchFamily="34" charset="0"/>
        </a:defRPr>
      </a:lvl2pPr>
      <a:lvl3pPr algn="l" rtl="0" eaLnBrk="1" fontAlgn="base" hangingPunct="1">
        <a:lnSpc>
          <a:spcPts val="2900"/>
        </a:lnSpc>
        <a:spcBef>
          <a:spcPct val="0"/>
        </a:spcBef>
        <a:spcAft>
          <a:spcPct val="0"/>
        </a:spcAft>
        <a:defRPr sz="2400" b="1">
          <a:solidFill>
            <a:srgbClr val="B8C400"/>
          </a:solidFill>
          <a:latin typeface="Arial" panose="020B0604020202020204" pitchFamily="34" charset="0"/>
        </a:defRPr>
      </a:lvl3pPr>
      <a:lvl4pPr algn="l" rtl="0" eaLnBrk="1" fontAlgn="base" hangingPunct="1">
        <a:lnSpc>
          <a:spcPts val="2900"/>
        </a:lnSpc>
        <a:spcBef>
          <a:spcPct val="0"/>
        </a:spcBef>
        <a:spcAft>
          <a:spcPct val="0"/>
        </a:spcAft>
        <a:defRPr sz="2400" b="1">
          <a:solidFill>
            <a:srgbClr val="B8C400"/>
          </a:solidFill>
          <a:latin typeface="Arial" panose="020B0604020202020204" pitchFamily="34" charset="0"/>
        </a:defRPr>
      </a:lvl4pPr>
      <a:lvl5pPr algn="l" rtl="0" eaLnBrk="1" fontAlgn="base" hangingPunct="1">
        <a:lnSpc>
          <a:spcPts val="2900"/>
        </a:lnSpc>
        <a:spcBef>
          <a:spcPct val="0"/>
        </a:spcBef>
        <a:spcAft>
          <a:spcPct val="0"/>
        </a:spcAft>
        <a:defRPr sz="2400" b="1">
          <a:solidFill>
            <a:srgbClr val="B8C400"/>
          </a:solidFill>
          <a:latin typeface="Arial" panose="020B0604020202020204" pitchFamily="34" charset="0"/>
        </a:defRPr>
      </a:lvl5pPr>
      <a:lvl6pPr marL="457200" algn="l" rtl="0" eaLnBrk="1" fontAlgn="base" hangingPunct="1">
        <a:lnSpc>
          <a:spcPts val="2900"/>
        </a:lnSpc>
        <a:spcBef>
          <a:spcPct val="0"/>
        </a:spcBef>
        <a:spcAft>
          <a:spcPct val="0"/>
        </a:spcAft>
        <a:defRPr sz="2400" b="1">
          <a:solidFill>
            <a:srgbClr val="B8C400"/>
          </a:solidFill>
          <a:latin typeface="Arial" panose="020B0604020202020204" pitchFamily="34" charset="0"/>
        </a:defRPr>
      </a:lvl6pPr>
      <a:lvl7pPr marL="914400" algn="l" rtl="0" eaLnBrk="1" fontAlgn="base" hangingPunct="1">
        <a:lnSpc>
          <a:spcPts val="2900"/>
        </a:lnSpc>
        <a:spcBef>
          <a:spcPct val="0"/>
        </a:spcBef>
        <a:spcAft>
          <a:spcPct val="0"/>
        </a:spcAft>
        <a:defRPr sz="2400" b="1">
          <a:solidFill>
            <a:srgbClr val="B8C400"/>
          </a:solidFill>
          <a:latin typeface="Arial" panose="020B0604020202020204" pitchFamily="34" charset="0"/>
        </a:defRPr>
      </a:lvl7pPr>
      <a:lvl8pPr marL="1371600" algn="l" rtl="0" eaLnBrk="1" fontAlgn="base" hangingPunct="1">
        <a:lnSpc>
          <a:spcPts val="2900"/>
        </a:lnSpc>
        <a:spcBef>
          <a:spcPct val="0"/>
        </a:spcBef>
        <a:spcAft>
          <a:spcPct val="0"/>
        </a:spcAft>
        <a:defRPr sz="2400" b="1">
          <a:solidFill>
            <a:srgbClr val="B8C400"/>
          </a:solidFill>
          <a:latin typeface="Arial" panose="020B0604020202020204" pitchFamily="34" charset="0"/>
        </a:defRPr>
      </a:lvl8pPr>
      <a:lvl9pPr marL="1828800" algn="l" rtl="0" eaLnBrk="1" fontAlgn="base" hangingPunct="1">
        <a:lnSpc>
          <a:spcPts val="2900"/>
        </a:lnSpc>
        <a:spcBef>
          <a:spcPct val="0"/>
        </a:spcBef>
        <a:spcAft>
          <a:spcPct val="0"/>
        </a:spcAft>
        <a:defRPr sz="2400" b="1">
          <a:solidFill>
            <a:srgbClr val="B8C400"/>
          </a:solidFill>
          <a:latin typeface="Arial" panose="020B0604020202020204" pitchFamily="34" charset="0"/>
        </a:defRPr>
      </a:lvl9pPr>
    </p:titleStyle>
    <p:bodyStyle>
      <a:lvl1pPr algn="l" rtl="0" eaLnBrk="1" fontAlgn="base" hangingPunct="1">
        <a:spcBef>
          <a:spcPts val="1200"/>
        </a:spcBef>
        <a:spcAft>
          <a:spcPts val="0"/>
        </a:spcAft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180975" indent="-179388" algn="l" rtl="0" eaLnBrk="1" fontAlgn="base" hangingPunct="1">
        <a:spcBef>
          <a:spcPts val="600"/>
        </a:spcBef>
        <a:spcAft>
          <a:spcPct val="0"/>
        </a:spcAft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360363" indent="-177800" algn="l" rtl="0" eaLnBrk="1" fontAlgn="base" hangingPunct="1">
        <a:spcBef>
          <a:spcPts val="400"/>
        </a:spcBef>
        <a:spcAft>
          <a:spcPct val="0"/>
        </a:spcAft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539750" indent="-177800" algn="l" rtl="0" eaLnBrk="1" fontAlgn="base" hangingPunct="1">
        <a:spcBef>
          <a:spcPts val="400"/>
        </a:spcBef>
        <a:spcAft>
          <a:spcPct val="0"/>
        </a:spcAft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719138" indent="-177800" algn="l" rtl="0" eaLnBrk="1" fontAlgn="base" hangingPunct="1">
        <a:spcBef>
          <a:spcPts val="400"/>
        </a:spcBef>
        <a:spcAft>
          <a:spcPct val="0"/>
        </a:spcAft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x-non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117" userDrawn="1">
          <p15:clr>
            <a:srgbClr val="F26B43"/>
          </p15:clr>
        </p15:guide>
        <p15:guide id="2" orient="horz" pos="4020" userDrawn="1">
          <p15:clr>
            <a:srgbClr val="F26B43"/>
          </p15:clr>
        </p15:guide>
        <p15:guide id="3" pos="317" userDrawn="1">
          <p15:clr>
            <a:srgbClr val="F26B43"/>
          </p15:clr>
        </p15:guide>
        <p15:guide id="4" pos="7373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3.xml"/><Relationship Id="rId6" Type="http://schemas.openxmlformats.org/officeDocument/2006/relationships/image" Target="../media/image11.png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4.xml"/><Relationship Id="rId6" Type="http://schemas.openxmlformats.org/officeDocument/2006/relationships/image" Target="../media/image11.png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emf"/><Relationship Id="rId3" Type="http://schemas.openxmlformats.org/officeDocument/2006/relationships/hyperlink" Target="https://autoneum.sharepoint.com/:x:/t/T-PRJBGEUFoamtechnology/EWPklvzLuhlFmVdVp6kHycQBWA0zRm-uSKgX0562q7zxWg?e=jY3zOq" TargetMode="External"/><Relationship Id="rId7" Type="http://schemas.openxmlformats.org/officeDocument/2006/relationships/image" Target="../media/image15.emf"/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4.emf"/><Relationship Id="rId5" Type="http://schemas.openxmlformats.org/officeDocument/2006/relationships/image" Target="../media/image13.png"/><Relationship Id="rId4" Type="http://schemas.openxmlformats.org/officeDocument/2006/relationships/hyperlink" Target="https://autoneum.sharepoint.com/:x:/t/T-PRJBGEUFoamtechnology/EWPklvzLuhlFmVdVp6kHycQBq1jyem5y8v8ytz_FnWFqhg?e=iM0Ioy&amp;nav=MTVfezY5NjE0N0Y1LTI4MjEtNEZFRS05OEEyLUI5MzYzMDMyRUJGN30" TargetMode="External"/><Relationship Id="rId9" Type="http://schemas.openxmlformats.org/officeDocument/2006/relationships/image" Target="../media/image17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hyperlink" Target="https://autoneum.sharepoint.com/:x:/t/T-PRJBGEUFoamtechnology/ESeudvkbg7tGqabUpk5_P5YB1o2KVoBzezJjeESruAH2Lw?e=9R76V6" TargetMode="Externa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hyperlink" Target="https://forms.office.com/pages/responsepage.aspx?id=YLR-bLfNikmit18j3l8cJJ2HEmC4i39AmaqVFCrMh0pURTZDNDlWRlFYSlJRMDhFNEFYUVpKVjdJViQlQCN0PWcu&amp;route=shorturl" TargetMode="Externa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4">
            <a:extLst>
              <a:ext uri="{FF2B5EF4-FFF2-40B4-BE49-F238E27FC236}">
                <a16:creationId xmlns:a16="http://schemas.microsoft.com/office/drawing/2014/main" id="{843925B5-562C-4D9F-919C-6C94037B019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l-PL" dirty="0"/>
              <a:t>Team meeting 13th of May 2025</a:t>
            </a: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3960B70-D992-41EA-AB6F-F2443A66E95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l-PL" dirty="0"/>
              <a:t>Expert Network Flexible Foam</a:t>
            </a:r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D54D95F-54A6-AAD6-0DAF-6CE43E07D8A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pl-PL" altLang="x-none" dirty="0"/>
              <a:t>Szymon Bąk, </a:t>
            </a:r>
            <a:r>
              <a:rPr lang="pl-PL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Product Development Expert BGEU - Foam technology</a:t>
            </a:r>
            <a:endParaRPr lang="en-US" altLang="x-none" dirty="0"/>
          </a:p>
        </p:txBody>
      </p:sp>
      <p:pic>
        <p:nvPicPr>
          <p:cNvPr id="12" name="Graphic 11" descr="Confidential">
            <a:extLst>
              <a:ext uri="{FF2B5EF4-FFF2-40B4-BE49-F238E27FC236}">
                <a16:creationId xmlns:a16="http://schemas.microsoft.com/office/drawing/2014/main" id="{15F7BF9E-64D1-8EA7-12DE-9605C7595CCB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 bwMode="gray">
          <a:xfrm>
            <a:off x="10096503" y="864084"/>
            <a:ext cx="1612105" cy="144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15925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38C9CE0-7F4A-474C-B00A-8B1B138BC08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E520D1F-A7A6-418C-90EB-3C7F84B97953}" type="slidenum">
              <a:rPr lang="en-US" altLang="x-none" smtClean="0"/>
              <a:pPr/>
              <a:t>2</a:t>
            </a:fld>
            <a:endParaRPr lang="en-US" altLang="x-none" dirty="0"/>
          </a:p>
        </p:txBody>
      </p:sp>
      <p:pic>
        <p:nvPicPr>
          <p:cNvPr id="20" name="Graphic 19" descr="Confidential">
            <a:extLst>
              <a:ext uri="{FF2B5EF4-FFF2-40B4-BE49-F238E27FC236}">
                <a16:creationId xmlns:a16="http://schemas.microsoft.com/office/drawing/2014/main" id="{259C1707-319B-057D-B23A-801A1F2DBE3B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 bwMode="gray">
          <a:xfrm>
            <a:off x="10096503" y="864084"/>
            <a:ext cx="1612105" cy="144908"/>
          </a:xfrm>
          <a:prstGeom prst="rect">
            <a:avLst/>
          </a:prstGeom>
        </p:spPr>
      </p:pic>
      <p:sp>
        <p:nvSpPr>
          <p:cNvPr id="27" name="AutoShape 12">
            <a:extLst>
              <a:ext uri="{FF2B5EF4-FFF2-40B4-BE49-F238E27FC236}">
                <a16:creationId xmlns:a16="http://schemas.microsoft.com/office/drawing/2014/main" id="{DE58EC13-074D-42E3-F00A-D557FF47258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16574" y="1484784"/>
            <a:ext cx="8039100" cy="4029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l-PL"/>
          </a:p>
        </p:txBody>
      </p:sp>
      <p:pic>
        <p:nvPicPr>
          <p:cNvPr id="29" name="Picture 28" descr="A screenshot of a document&#10;&#10;AI-generated content may be incorrect.">
            <a:extLst>
              <a:ext uri="{FF2B5EF4-FFF2-40B4-BE49-F238E27FC236}">
                <a16:creationId xmlns:a16="http://schemas.microsoft.com/office/drawing/2014/main" id="{B8245D06-E4F8-773D-138F-4CA7A8E19FB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057" y="1124744"/>
            <a:ext cx="10161377" cy="5089586"/>
          </a:xfrm>
          <a:prstGeom prst="rect">
            <a:avLst/>
          </a:prstGeom>
        </p:spPr>
      </p:pic>
      <p:sp>
        <p:nvSpPr>
          <p:cNvPr id="31" name="Rectangle 30">
            <a:extLst>
              <a:ext uri="{FF2B5EF4-FFF2-40B4-BE49-F238E27FC236}">
                <a16:creationId xmlns:a16="http://schemas.microsoft.com/office/drawing/2014/main" id="{1AFB529A-B612-BBF8-CE33-2EC3F082CE05}"/>
              </a:ext>
            </a:extLst>
          </p:cNvPr>
          <p:cNvSpPr/>
          <p:nvPr/>
        </p:nvSpPr>
        <p:spPr bwMode="auto">
          <a:xfrm>
            <a:off x="516574" y="3242808"/>
            <a:ext cx="10161377" cy="1044000"/>
          </a:xfrm>
          <a:prstGeom prst="rect">
            <a:avLst/>
          </a:prstGeom>
          <a:solidFill>
            <a:srgbClr val="B8C400">
              <a:alpha val="25000"/>
            </a:srgbClr>
          </a:solidFill>
          <a:ln w="12700" cap="flat" cmpd="sng" algn="ctr">
            <a:solidFill>
              <a:srgbClr val="B8C4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l-PL" sz="1600" b="0" i="0" u="none" strike="noStrike" cap="none" normalizeH="0" baseline="0" dirty="0" err="1">
              <a:ln>
                <a:noFill/>
              </a:ln>
              <a:solidFill>
                <a:schemeClr val="tx1"/>
              </a:solidFill>
              <a:effectLst/>
              <a:latin typeface="+mn-lt"/>
              <a:cs typeface="Arial" panose="020B0604020202020204" pitchFamily="34" charset="0"/>
            </a:endParaRPr>
          </a:p>
        </p:txBody>
      </p:sp>
      <p:sp>
        <p:nvSpPr>
          <p:cNvPr id="33" name="Arrow: Right 32">
            <a:extLst>
              <a:ext uri="{FF2B5EF4-FFF2-40B4-BE49-F238E27FC236}">
                <a16:creationId xmlns:a16="http://schemas.microsoft.com/office/drawing/2014/main" id="{4E8396BF-D268-05EC-A480-A052A5EB134A}"/>
              </a:ext>
            </a:extLst>
          </p:cNvPr>
          <p:cNvSpPr/>
          <p:nvPr/>
        </p:nvSpPr>
        <p:spPr bwMode="auto">
          <a:xfrm rot="10800000">
            <a:off x="10947738" y="3429000"/>
            <a:ext cx="767408" cy="648072"/>
          </a:xfrm>
          <a:prstGeom prst="rightArrow">
            <a:avLst/>
          </a:prstGeom>
          <a:solidFill>
            <a:srgbClr val="B8C400"/>
          </a:solidFill>
          <a:ln w="12700" cap="flat" cmpd="sng" algn="ctr">
            <a:solidFill>
              <a:srgbClr val="B8C4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l-PL" sz="1600" b="0" i="0" u="none" strike="noStrike" cap="none" normalizeH="0" baseline="0" dirty="0" err="1">
              <a:ln>
                <a:noFill/>
              </a:ln>
              <a:solidFill>
                <a:schemeClr val="tx1"/>
              </a:solidFill>
              <a:effectLst/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30983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A6BE59F-0EF3-EB5E-BB81-367F2D0BBC9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E520D1F-A7A6-418C-90EB-3C7F84B97953}" type="slidenum">
              <a:rPr lang="en-US" altLang="x-none" noProof="0" smtClean="0"/>
              <a:pPr/>
              <a:t>3</a:t>
            </a:fld>
            <a:endParaRPr lang="en-US" altLang="x-none" noProof="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3EA5C9C-B19B-57A5-7AC2-1DF4E1C9A8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l-PL" dirty="0"/>
              <a:t>Expert Network Flexible Foam | </a:t>
            </a:r>
            <a:r>
              <a:rPr lang="pl-PL" altLang="x-none" noProof="0" dirty="0"/>
              <a:t>13.05.2025</a:t>
            </a:r>
            <a:r>
              <a:rPr lang="en-US" altLang="x-none" noProof="0" dirty="0"/>
              <a:t> | </a:t>
            </a:r>
            <a:r>
              <a:rPr lang="pl-PL" altLang="x-none" noProof="0" dirty="0"/>
              <a:t>Szymon Bąk</a:t>
            </a:r>
            <a:endParaRPr lang="en-US" altLang="x-none" noProof="0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E0C89380-7EAC-100F-F299-596A558BFA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Foam development BGEU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20C4D3A-C83F-65ED-8C6D-EFF372E744B6}"/>
              </a:ext>
            </a:extLst>
          </p:cNvPr>
          <p:cNvSpPr/>
          <p:nvPr/>
        </p:nvSpPr>
        <p:spPr bwMode="auto">
          <a:xfrm>
            <a:off x="3218658" y="1849258"/>
            <a:ext cx="2484000" cy="936104"/>
          </a:xfrm>
          <a:prstGeom prst="roundRect">
            <a:avLst/>
          </a:prstGeom>
          <a:solidFill>
            <a:srgbClr val="DBE17F"/>
          </a:solidFill>
          <a:ln w="12700" cap="flat" cmpd="sng" algn="ctr">
            <a:solidFill>
              <a:srgbClr val="B8C4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lang="pl-PL" sz="1600" dirty="0">
                <a:latin typeface="+mn-lt"/>
              </a:rPr>
              <a:t>Low emission VEF foam for Bor</a:t>
            </a:r>
            <a:endParaRPr lang="pl-PL" sz="1800" dirty="0">
              <a:latin typeface="+mn-lt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l-PL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cs typeface="Arial" panose="020B0604020202020204" pitchFamily="34" charset="0"/>
              </a:rPr>
              <a:t>Acoustiflex 28952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AF0C55C-5BA0-315F-8CA5-9B16EDE59C65}"/>
              </a:ext>
            </a:extLst>
          </p:cNvPr>
          <p:cNvSpPr/>
          <p:nvPr/>
        </p:nvSpPr>
        <p:spPr bwMode="auto">
          <a:xfrm>
            <a:off x="626370" y="1849258"/>
            <a:ext cx="2484000" cy="936104"/>
          </a:xfrm>
          <a:prstGeom prst="roundRect">
            <a:avLst/>
          </a:prstGeom>
          <a:solidFill>
            <a:srgbClr val="DBE17F"/>
          </a:solidFill>
          <a:ln w="12700" cap="flat" cmpd="sng" algn="ctr">
            <a:solidFill>
              <a:srgbClr val="B8C4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lang="pl-PL" sz="1600" dirty="0">
                <a:latin typeface="+mn-lt"/>
              </a:rPr>
              <a:t>Low emission HR foam for Katowice</a:t>
            </a:r>
            <a:endParaRPr lang="pl-PL" sz="1400" dirty="0">
              <a:latin typeface="+mn-lt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l-PL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cs typeface="Arial" panose="020B0604020202020204" pitchFamily="34" charset="0"/>
              </a:rPr>
              <a:t>Acoustiflex 27802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DA5F3FC-CBDD-A01F-6F85-1567B49113F8}"/>
              </a:ext>
            </a:extLst>
          </p:cNvPr>
          <p:cNvSpPr/>
          <p:nvPr/>
        </p:nvSpPr>
        <p:spPr bwMode="auto">
          <a:xfrm>
            <a:off x="6168008" y="1849258"/>
            <a:ext cx="2484000" cy="936104"/>
          </a:xfrm>
          <a:prstGeom prst="roundRect">
            <a:avLst/>
          </a:prstGeom>
          <a:solidFill>
            <a:srgbClr val="A5D6FF"/>
          </a:solidFill>
          <a:ln w="12700" cap="flat" cmpd="sng" algn="ctr">
            <a:solidFill>
              <a:srgbClr val="B8C4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lang="pl-PL" sz="1600" dirty="0">
                <a:latin typeface="+mn-lt"/>
              </a:rPr>
              <a:t>Low water retention foam for Moissac</a:t>
            </a:r>
            <a:endParaRPr lang="pl-PL" sz="2400" dirty="0">
              <a:latin typeface="+mn-lt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l-PL" sz="1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cs typeface="Arial" panose="020B0604020202020204" pitchFamily="34" charset="0"/>
              </a:rPr>
              <a:t>Acoustiflex 27802</a:t>
            </a:r>
            <a:endParaRPr kumimoji="0" lang="pl-PL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  <a:cs typeface="Arial" panose="020B0604020202020204" pitchFamily="34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74E329A-0B49-AAAA-8231-31780206CD7C}"/>
              </a:ext>
            </a:extLst>
          </p:cNvPr>
          <p:cNvSpPr/>
          <p:nvPr/>
        </p:nvSpPr>
        <p:spPr bwMode="auto">
          <a:xfrm>
            <a:off x="8760296" y="1849258"/>
            <a:ext cx="2484000" cy="936104"/>
          </a:xfrm>
          <a:prstGeom prst="roundRect">
            <a:avLst/>
          </a:prstGeom>
          <a:solidFill>
            <a:schemeClr val="bg2">
              <a:lumMod val="75000"/>
            </a:schemeClr>
          </a:solidFill>
          <a:ln w="12700" cap="flat" cmpd="sng" algn="ctr">
            <a:solidFill>
              <a:srgbClr val="B8C4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1200"/>
              </a:spcAft>
              <a:buClrTx/>
              <a:buSzTx/>
              <a:buFontTx/>
              <a:buNone/>
              <a:tabLst/>
            </a:pPr>
            <a:r>
              <a:rPr lang="pl-PL" sz="1600" dirty="0">
                <a:latin typeface="+mn-lt"/>
              </a:rPr>
              <a:t>UL94 V0 compliant foam for Moissac 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1200"/>
              </a:spcAft>
              <a:buClrTx/>
              <a:buSzTx/>
              <a:buFontTx/>
              <a:buNone/>
              <a:tabLst/>
            </a:pPr>
            <a:r>
              <a:rPr lang="pl-PL" sz="1200" b="1" dirty="0">
                <a:latin typeface="+mn-lt"/>
              </a:rPr>
              <a:t>EP 4895</a:t>
            </a:r>
            <a:endParaRPr kumimoji="0" lang="pl-PL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  <a:cs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307C2DB-3C6B-A645-8ECB-5EEE9A15B7B8}"/>
              </a:ext>
            </a:extLst>
          </p:cNvPr>
          <p:cNvSpPr txBox="1"/>
          <p:nvPr/>
        </p:nvSpPr>
        <p:spPr>
          <a:xfrm>
            <a:off x="2134583" y="3182779"/>
            <a:ext cx="2059859" cy="246221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spAutoFit/>
          </a:bodyPr>
          <a:lstStyle/>
          <a:p>
            <a:pPr algn="l"/>
            <a:r>
              <a:rPr lang="pl-PL" sz="1600" dirty="0">
                <a:latin typeface="+mn-lt"/>
              </a:rPr>
              <a:t>low aldehyde emission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33BC670-371F-6AC7-22D8-953250E1F856}"/>
              </a:ext>
            </a:extLst>
          </p:cNvPr>
          <p:cNvSpPr txBox="1"/>
          <p:nvPr/>
        </p:nvSpPr>
        <p:spPr>
          <a:xfrm>
            <a:off x="7802057" y="3166307"/>
            <a:ext cx="1808187" cy="246221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spAutoFit/>
          </a:bodyPr>
          <a:lstStyle/>
          <a:p>
            <a:pPr algn="l"/>
            <a:r>
              <a:rPr lang="pl-PL" sz="1600" dirty="0">
                <a:latin typeface="+mn-lt"/>
              </a:rPr>
              <a:t>special applications</a:t>
            </a:r>
          </a:p>
        </p:txBody>
      </p:sp>
      <p:sp>
        <p:nvSpPr>
          <p:cNvPr id="13" name="Right Brace 12">
            <a:extLst>
              <a:ext uri="{FF2B5EF4-FFF2-40B4-BE49-F238E27FC236}">
                <a16:creationId xmlns:a16="http://schemas.microsoft.com/office/drawing/2014/main" id="{9B27793E-76B5-3F96-DB30-344107A564B7}"/>
              </a:ext>
            </a:extLst>
          </p:cNvPr>
          <p:cNvSpPr/>
          <p:nvPr/>
        </p:nvSpPr>
        <p:spPr bwMode="auto">
          <a:xfrm rot="5400000">
            <a:off x="2894513" y="341692"/>
            <a:ext cx="540000" cy="5076288"/>
          </a:xfrm>
          <a:prstGeom prst="rightBrace">
            <a:avLst/>
          </a:prstGeom>
          <a:noFill/>
          <a:ln w="12700" cap="flat" cmpd="sng" algn="ctr">
            <a:solidFill>
              <a:srgbClr val="B8C4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l-PL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Right Brace 13">
            <a:extLst>
              <a:ext uri="{FF2B5EF4-FFF2-40B4-BE49-F238E27FC236}">
                <a16:creationId xmlns:a16="http://schemas.microsoft.com/office/drawing/2014/main" id="{044B360A-AE90-B7FC-1A5B-9F6BCA1C957F}"/>
              </a:ext>
            </a:extLst>
          </p:cNvPr>
          <p:cNvSpPr/>
          <p:nvPr/>
        </p:nvSpPr>
        <p:spPr bwMode="auto">
          <a:xfrm rot="5400000">
            <a:off x="8436151" y="341693"/>
            <a:ext cx="540000" cy="5076288"/>
          </a:xfrm>
          <a:prstGeom prst="rightBrace">
            <a:avLst/>
          </a:prstGeom>
          <a:noFill/>
          <a:ln w="12700" cap="flat" cmpd="sng" algn="ctr">
            <a:solidFill>
              <a:srgbClr val="B8C4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l-PL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CA6FF78-6BE1-3B2F-8ECE-38718F6AA4FC}"/>
              </a:ext>
            </a:extLst>
          </p:cNvPr>
          <p:cNvSpPr txBox="1"/>
          <p:nvPr/>
        </p:nvSpPr>
        <p:spPr>
          <a:xfrm>
            <a:off x="623392" y="3579181"/>
            <a:ext cx="4611489" cy="492443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pPr algn="ctr"/>
            <a:r>
              <a:rPr lang="pl-PL" sz="1600" b="1" dirty="0">
                <a:latin typeface="+mn-lt"/>
              </a:rPr>
              <a:t>Implementation target: 2025 for all new foams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l-PL" sz="1600" b="1" dirty="0">
              <a:latin typeface="+mn-lt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81076E2-513E-8BDF-8DDB-A5E5DD8FC263}"/>
              </a:ext>
            </a:extLst>
          </p:cNvPr>
          <p:cNvSpPr txBox="1"/>
          <p:nvPr/>
        </p:nvSpPr>
        <p:spPr>
          <a:xfrm>
            <a:off x="698378" y="4290393"/>
            <a:ext cx="2411992" cy="492443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pl-PL" sz="1600" dirty="0">
                <a:latin typeface="+mn-lt"/>
              </a:rPr>
              <a:t>First mass trials completed in Q2 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2CAA1F1-D10D-9DE0-A68C-EFE92A4CA884}"/>
              </a:ext>
            </a:extLst>
          </p:cNvPr>
          <p:cNvSpPr txBox="1"/>
          <p:nvPr/>
        </p:nvSpPr>
        <p:spPr>
          <a:xfrm>
            <a:off x="3241063" y="4290392"/>
            <a:ext cx="2411992" cy="492443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pl-PL" sz="1600" dirty="0">
                <a:latin typeface="+mn-lt"/>
              </a:rPr>
              <a:t>First mass trials completed in Q2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5199B33-9E2C-904C-B516-FBD746F16412}"/>
              </a:ext>
            </a:extLst>
          </p:cNvPr>
          <p:cNvSpPr txBox="1"/>
          <p:nvPr/>
        </p:nvSpPr>
        <p:spPr>
          <a:xfrm>
            <a:off x="8976320" y="4169536"/>
            <a:ext cx="2267975" cy="73866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pPr algn="l"/>
            <a:r>
              <a:rPr lang="pl-PL" sz="1600" dirty="0">
                <a:latin typeface="+mn-lt"/>
              </a:rPr>
              <a:t>First mass trials after final equipment will be installed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04D213F-60A8-536C-C6C3-EC4B24A5E7B0}"/>
              </a:ext>
            </a:extLst>
          </p:cNvPr>
          <p:cNvSpPr txBox="1"/>
          <p:nvPr/>
        </p:nvSpPr>
        <p:spPr>
          <a:xfrm>
            <a:off x="6313468" y="4182049"/>
            <a:ext cx="2267975" cy="73866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r>
              <a:rPr lang="pl-PL" sz="1600" dirty="0">
                <a:latin typeface="+mn-lt"/>
              </a:rPr>
              <a:t>First mass trials on hold; possible change of requirements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27CF34F-D639-B61F-398F-49E471F153C3}"/>
              </a:ext>
            </a:extLst>
          </p:cNvPr>
          <p:cNvSpPr txBox="1"/>
          <p:nvPr/>
        </p:nvSpPr>
        <p:spPr>
          <a:xfrm>
            <a:off x="1610201" y="1308517"/>
            <a:ext cx="501739" cy="492443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spAutoFit/>
          </a:bodyPr>
          <a:lstStyle/>
          <a:p>
            <a:pPr algn="ctr"/>
            <a:r>
              <a:rPr lang="pl-PL" sz="1600" dirty="0">
                <a:latin typeface="+mn-lt"/>
              </a:rPr>
              <a:t>BMW</a:t>
            </a:r>
          </a:p>
          <a:p>
            <a:pPr algn="ctr"/>
            <a:r>
              <a:rPr lang="pl-PL" sz="1600" dirty="0">
                <a:latin typeface="+mn-lt"/>
              </a:rPr>
              <a:t>NVH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F9F638B-DF7E-349E-ACAE-9410AADFC18E}"/>
              </a:ext>
            </a:extLst>
          </p:cNvPr>
          <p:cNvSpPr txBox="1"/>
          <p:nvPr/>
        </p:nvSpPr>
        <p:spPr>
          <a:xfrm>
            <a:off x="4088024" y="1318998"/>
            <a:ext cx="673261" cy="492443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spAutoFit/>
          </a:bodyPr>
          <a:lstStyle/>
          <a:p>
            <a:pPr algn="ctr"/>
            <a:r>
              <a:rPr lang="pl-PL" sz="1600" dirty="0">
                <a:latin typeface="+mn-lt"/>
              </a:rPr>
              <a:t>BMW</a:t>
            </a:r>
          </a:p>
          <a:p>
            <a:pPr algn="ctr"/>
            <a:r>
              <a:rPr lang="pl-PL" sz="1600" dirty="0">
                <a:latin typeface="+mn-lt"/>
              </a:rPr>
              <a:t>carpets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8385A85-F471-6B21-CD6E-DC7086151DA8}"/>
              </a:ext>
            </a:extLst>
          </p:cNvPr>
          <p:cNvSpPr txBox="1"/>
          <p:nvPr/>
        </p:nvSpPr>
        <p:spPr>
          <a:xfrm>
            <a:off x="7094004" y="1310790"/>
            <a:ext cx="730969" cy="492443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spAutoFit/>
          </a:bodyPr>
          <a:lstStyle/>
          <a:p>
            <a:pPr algn="ctr"/>
            <a:r>
              <a:rPr lang="pl-PL" sz="1600" dirty="0">
                <a:latin typeface="+mn-lt"/>
              </a:rPr>
              <a:t>JLR</a:t>
            </a:r>
          </a:p>
          <a:p>
            <a:pPr algn="ctr"/>
            <a:r>
              <a:rPr lang="pl-PL" sz="1600" dirty="0">
                <a:latin typeface="+mn-lt"/>
              </a:rPr>
              <a:t>e-motor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7110AFD-FCF5-B1A8-9394-FFB521E26CDD}"/>
              </a:ext>
            </a:extLst>
          </p:cNvPr>
          <p:cNvSpPr txBox="1"/>
          <p:nvPr/>
        </p:nvSpPr>
        <p:spPr>
          <a:xfrm>
            <a:off x="9458678" y="1317049"/>
            <a:ext cx="1161921" cy="492443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spAutoFit/>
          </a:bodyPr>
          <a:lstStyle/>
          <a:p>
            <a:pPr algn="ctr"/>
            <a:r>
              <a:rPr lang="pl-PL" sz="1600" dirty="0">
                <a:latin typeface="+mn-lt"/>
              </a:rPr>
              <a:t>Volvo Trucks</a:t>
            </a:r>
          </a:p>
          <a:p>
            <a:pPr algn="ctr"/>
            <a:r>
              <a:rPr lang="pl-PL" sz="1600" dirty="0">
                <a:latin typeface="+mn-lt"/>
              </a:rPr>
              <a:t>NVH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8452F6B-98EF-A5BE-0857-B2F15DBDE988}"/>
              </a:ext>
            </a:extLst>
          </p:cNvPr>
          <p:cNvSpPr txBox="1"/>
          <p:nvPr/>
        </p:nvSpPr>
        <p:spPr>
          <a:xfrm>
            <a:off x="959483" y="5549483"/>
            <a:ext cx="2411992" cy="73866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r>
              <a:rPr lang="pl-PL" sz="1600" dirty="0">
                <a:latin typeface="+mn-lt"/>
              </a:rPr>
              <a:t>Functional tests:</a:t>
            </a:r>
          </a:p>
          <a:p>
            <a:r>
              <a:rPr lang="pl-PL" sz="1600" dirty="0">
                <a:latin typeface="+mn-lt"/>
              </a:rPr>
              <a:t>- emissions</a:t>
            </a:r>
          </a:p>
          <a:p>
            <a:r>
              <a:rPr lang="pl-PL" sz="1600" dirty="0">
                <a:latin typeface="+mn-lt"/>
              </a:rPr>
              <a:t>- acoustics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327064D-18DF-AA8F-7D63-4366E580CFC5}"/>
              </a:ext>
            </a:extLst>
          </p:cNvPr>
          <p:cNvSpPr txBox="1"/>
          <p:nvPr/>
        </p:nvSpPr>
        <p:spPr>
          <a:xfrm rot="16200000">
            <a:off x="-1241280" y="4755862"/>
            <a:ext cx="2789688" cy="2462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pPr algn="l"/>
            <a:r>
              <a:rPr lang="pl-PL" sz="1600" dirty="0">
                <a:latin typeface="+mn-lt"/>
              </a:rPr>
              <a:t>Next step    Current status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BC89FE62-B7DC-9DDE-26E6-45A6E638CB64}"/>
              </a:ext>
            </a:extLst>
          </p:cNvPr>
          <p:cNvCxnSpPr/>
          <p:nvPr/>
        </p:nvCxnSpPr>
        <p:spPr bwMode="auto">
          <a:xfrm flipH="1">
            <a:off x="-15132" y="5229200"/>
            <a:ext cx="12207132" cy="0"/>
          </a:xfrm>
          <a:prstGeom prst="line">
            <a:avLst/>
          </a:prstGeom>
          <a:ln>
            <a:prstDash val="lgDash"/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C286BE6A-C5C7-8BB3-D82C-71A8929F58AF}"/>
              </a:ext>
            </a:extLst>
          </p:cNvPr>
          <p:cNvCxnSpPr/>
          <p:nvPr/>
        </p:nvCxnSpPr>
        <p:spPr bwMode="auto">
          <a:xfrm flipH="1">
            <a:off x="-15132" y="3861048"/>
            <a:ext cx="12207132" cy="0"/>
          </a:xfrm>
          <a:prstGeom prst="line">
            <a:avLst/>
          </a:prstGeom>
          <a:ln>
            <a:prstDash val="lgDash"/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B870DC7D-5889-92FB-6E6F-9702484F6164}"/>
              </a:ext>
            </a:extLst>
          </p:cNvPr>
          <p:cNvSpPr txBox="1"/>
          <p:nvPr/>
        </p:nvSpPr>
        <p:spPr>
          <a:xfrm>
            <a:off x="3469528" y="5536312"/>
            <a:ext cx="2411992" cy="73866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r>
              <a:rPr lang="pl-PL" sz="1600" dirty="0">
                <a:latin typeface="+mn-lt"/>
              </a:rPr>
              <a:t>Functional tests:</a:t>
            </a:r>
          </a:p>
          <a:p>
            <a:r>
              <a:rPr lang="pl-PL" sz="1600" dirty="0">
                <a:latin typeface="+mn-lt"/>
              </a:rPr>
              <a:t>- emissions</a:t>
            </a:r>
          </a:p>
          <a:p>
            <a:r>
              <a:rPr lang="pl-PL" sz="1600" dirty="0">
                <a:latin typeface="+mn-lt"/>
              </a:rPr>
              <a:t>- acoustics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F06D385-28EE-FBAA-10AC-8F687A5EC1F0}"/>
              </a:ext>
            </a:extLst>
          </p:cNvPr>
          <p:cNvSpPr txBox="1"/>
          <p:nvPr/>
        </p:nvSpPr>
        <p:spPr>
          <a:xfrm>
            <a:off x="6313468" y="5795704"/>
            <a:ext cx="2411992" cy="2462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r>
              <a:rPr lang="pl-PL" sz="1600" dirty="0">
                <a:latin typeface="+mn-lt"/>
              </a:rPr>
              <a:t>Discussions with JLR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571D833-717B-ACC2-965D-61F6B95967B9}"/>
              </a:ext>
            </a:extLst>
          </p:cNvPr>
          <p:cNvSpPr txBox="1"/>
          <p:nvPr/>
        </p:nvSpPr>
        <p:spPr>
          <a:xfrm>
            <a:off x="8976320" y="5568623"/>
            <a:ext cx="2411992" cy="73866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r>
              <a:rPr lang="pl-PL" sz="1600" dirty="0">
                <a:latin typeface="+mn-lt"/>
              </a:rPr>
              <a:t>Processability trials with high-pressure equipment</a:t>
            </a:r>
          </a:p>
          <a:p>
            <a:r>
              <a:rPr lang="pl-PL" sz="1600" dirty="0">
                <a:latin typeface="+mn-lt"/>
              </a:rPr>
              <a:t>cw21 at CANNON</a:t>
            </a:r>
          </a:p>
        </p:txBody>
      </p:sp>
    </p:spTree>
    <p:extLst>
      <p:ext uri="{BB962C8B-B14F-4D97-AF65-F5344CB8AC3E}">
        <p14:creationId xmlns:p14="http://schemas.microsoft.com/office/powerpoint/2010/main" val="9641682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2EC169-69F1-664E-18DF-79CD49994E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B9D7CB6-5E8A-E105-7C23-6EF663F5894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E520D1F-A7A6-418C-90EB-3C7F84B97953}" type="slidenum">
              <a:rPr lang="en-US" altLang="x-none" smtClean="0"/>
              <a:pPr/>
              <a:t>4</a:t>
            </a:fld>
            <a:endParaRPr lang="en-US" altLang="x-none" dirty="0"/>
          </a:p>
        </p:txBody>
      </p:sp>
      <p:pic>
        <p:nvPicPr>
          <p:cNvPr id="20" name="Graphic 19" descr="Confidential">
            <a:extLst>
              <a:ext uri="{FF2B5EF4-FFF2-40B4-BE49-F238E27FC236}">
                <a16:creationId xmlns:a16="http://schemas.microsoft.com/office/drawing/2014/main" id="{A63CFE2D-0F5B-F34A-1C29-0B0C8E5E15E5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 bwMode="gray">
          <a:xfrm>
            <a:off x="10096503" y="864084"/>
            <a:ext cx="1612105" cy="144908"/>
          </a:xfrm>
          <a:prstGeom prst="rect">
            <a:avLst/>
          </a:prstGeom>
        </p:spPr>
      </p:pic>
      <p:sp>
        <p:nvSpPr>
          <p:cNvPr id="27" name="AutoShape 12">
            <a:extLst>
              <a:ext uri="{FF2B5EF4-FFF2-40B4-BE49-F238E27FC236}">
                <a16:creationId xmlns:a16="http://schemas.microsoft.com/office/drawing/2014/main" id="{80815FED-008E-F005-DE6C-67F780737F8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16574" y="1484784"/>
            <a:ext cx="8039100" cy="4029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l-PL"/>
          </a:p>
        </p:txBody>
      </p:sp>
      <p:pic>
        <p:nvPicPr>
          <p:cNvPr id="29" name="Picture 28" descr="A screenshot of a document&#10;&#10;AI-generated content may be incorrect.">
            <a:extLst>
              <a:ext uri="{FF2B5EF4-FFF2-40B4-BE49-F238E27FC236}">
                <a16:creationId xmlns:a16="http://schemas.microsoft.com/office/drawing/2014/main" id="{61EF1855-7FE9-48FD-46CF-00BB021F186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057" y="1124744"/>
            <a:ext cx="10161377" cy="5089586"/>
          </a:xfrm>
          <a:prstGeom prst="rect">
            <a:avLst/>
          </a:prstGeom>
        </p:spPr>
      </p:pic>
      <p:sp>
        <p:nvSpPr>
          <p:cNvPr id="32" name="Rectangle 31">
            <a:extLst>
              <a:ext uri="{FF2B5EF4-FFF2-40B4-BE49-F238E27FC236}">
                <a16:creationId xmlns:a16="http://schemas.microsoft.com/office/drawing/2014/main" id="{CD6848FD-5BF0-D5D8-2AD7-E3A7DC68C5D8}"/>
              </a:ext>
            </a:extLst>
          </p:cNvPr>
          <p:cNvSpPr/>
          <p:nvPr/>
        </p:nvSpPr>
        <p:spPr bwMode="auto">
          <a:xfrm>
            <a:off x="516574" y="4793779"/>
            <a:ext cx="10161377" cy="835832"/>
          </a:xfrm>
          <a:prstGeom prst="rect">
            <a:avLst/>
          </a:prstGeom>
          <a:solidFill>
            <a:srgbClr val="B8C400">
              <a:alpha val="25000"/>
            </a:srgbClr>
          </a:solidFill>
          <a:ln w="12700" cap="flat" cmpd="sng" algn="ctr">
            <a:solidFill>
              <a:srgbClr val="B8C4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l-PL" sz="1600" b="0" i="0" u="none" strike="noStrike" cap="none" normalizeH="0" baseline="0" dirty="0" err="1">
              <a:ln>
                <a:noFill/>
              </a:ln>
              <a:solidFill>
                <a:schemeClr val="tx1"/>
              </a:solidFill>
              <a:effectLst/>
              <a:latin typeface="+mn-lt"/>
              <a:cs typeface="Arial" panose="020B0604020202020204" pitchFamily="34" charset="0"/>
            </a:endParaRPr>
          </a:p>
        </p:txBody>
      </p:sp>
      <p:sp>
        <p:nvSpPr>
          <p:cNvPr id="34" name="Arrow: Right 33">
            <a:extLst>
              <a:ext uri="{FF2B5EF4-FFF2-40B4-BE49-F238E27FC236}">
                <a16:creationId xmlns:a16="http://schemas.microsoft.com/office/drawing/2014/main" id="{61625B6A-A765-00F7-4CCB-2B944C2C6328}"/>
              </a:ext>
            </a:extLst>
          </p:cNvPr>
          <p:cNvSpPr/>
          <p:nvPr/>
        </p:nvSpPr>
        <p:spPr bwMode="auto">
          <a:xfrm rot="10800000">
            <a:off x="10941200" y="4981539"/>
            <a:ext cx="767408" cy="648072"/>
          </a:xfrm>
          <a:prstGeom prst="rightArrow">
            <a:avLst/>
          </a:prstGeom>
          <a:solidFill>
            <a:srgbClr val="B8C400"/>
          </a:solidFill>
          <a:ln w="12700" cap="flat" cmpd="sng" algn="ctr">
            <a:solidFill>
              <a:srgbClr val="B8C4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l-PL" sz="1600" b="0" i="0" u="none" strike="noStrike" cap="none" normalizeH="0" baseline="0" dirty="0" err="1">
              <a:ln>
                <a:noFill/>
              </a:ln>
              <a:solidFill>
                <a:schemeClr val="tx1"/>
              </a:solidFill>
              <a:effectLst/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26331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9E31A9-CE93-AEBD-D5CB-8CA6F4B218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BDB20FA-6D6A-D788-4B42-15F3A8735C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E520D1F-A7A6-418C-90EB-3C7F84B97953}" type="slidenum">
              <a:rPr lang="en-US" altLang="x-none" noProof="0" smtClean="0"/>
              <a:pPr/>
              <a:t>5</a:t>
            </a:fld>
            <a:endParaRPr lang="en-US" altLang="x-none" noProof="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155B8E2-C0F5-90BF-2AE5-D420BF9E37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l-PL" dirty="0"/>
              <a:t>Expert Network Flexible Foam | </a:t>
            </a:r>
            <a:r>
              <a:rPr lang="pl-PL" altLang="x-none" noProof="0" dirty="0"/>
              <a:t>13.05.2025</a:t>
            </a:r>
            <a:r>
              <a:rPr lang="en-US" altLang="x-none" noProof="0" dirty="0"/>
              <a:t> | </a:t>
            </a:r>
            <a:r>
              <a:rPr lang="pl-PL" altLang="x-none" noProof="0" dirty="0"/>
              <a:t>Szymon Bąk</a:t>
            </a:r>
            <a:endParaRPr lang="en-US" altLang="x-none" noProof="0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A3D5210-F824-C281-7C78-DE08C6BC0F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Mould release agents in BGEU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0E39FEC-E262-0AE5-45FE-CAB9581DEA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238" y="1402451"/>
            <a:ext cx="7680994" cy="4683129"/>
          </a:xfrm>
          <a:prstGeom prst="rect">
            <a:avLst/>
          </a:prstGeom>
        </p:spPr>
      </p:pic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2BC4378F-AB6E-C261-606A-B7ED769D6703}"/>
              </a:ext>
            </a:extLst>
          </p:cNvPr>
          <p:cNvSpPr txBox="1">
            <a:spLocks/>
          </p:cNvSpPr>
          <p:nvPr/>
        </p:nvSpPr>
        <p:spPr bwMode="auto">
          <a:xfrm>
            <a:off x="8688288" y="1479186"/>
            <a:ext cx="2654211" cy="482570"/>
          </a:xfrm>
          <a:prstGeom prst="rect">
            <a:avLst/>
          </a:prstGeom>
          <a:noFill/>
          <a:ln w="38100">
            <a:solidFill>
              <a:schemeClr val="tx1">
                <a:lumMod val="65000"/>
                <a:lumOff val="35000"/>
              </a:schemeClr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rgbClr val="69BB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B8C400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ts val="1200"/>
              </a:spcBef>
              <a:spcAft>
                <a:spcPts val="0"/>
              </a:spcAft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0975" indent="-179388" algn="l" rtl="0" eaLnBrk="1" fontAlgn="base" hangingPunct="1">
              <a:spcBef>
                <a:spcPts val="600"/>
              </a:spcBef>
              <a:spcAft>
                <a:spcPct val="0"/>
              </a:spcAft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363" indent="-177800" algn="l" rtl="0" eaLnBrk="1" fontAlgn="base" hangingPunct="1">
              <a:spcBef>
                <a:spcPts val="400"/>
              </a:spcBef>
              <a:spcAft>
                <a:spcPct val="0"/>
              </a:spcAft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9750" indent="-177800" algn="l" rtl="0" eaLnBrk="1" fontAlgn="base" hangingPunct="1">
              <a:spcBef>
                <a:spcPts val="400"/>
              </a:spcBef>
              <a:spcAft>
                <a:spcPct val="0"/>
              </a:spcAft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19138" indent="-177800" algn="l" rtl="0" eaLnBrk="1" fontAlgn="base" hangingPunct="1">
              <a:spcBef>
                <a:spcPts val="400"/>
              </a:spcBef>
              <a:spcAft>
                <a:spcPct val="0"/>
              </a:spcAft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0" lang="pl-PL" sz="1800" b="0" i="0" u="none" strike="noStrike" kern="1200" cap="none" spc="0" normalizeH="0" baseline="0" noProof="0" dirty="0">
                <a:ln>
                  <a:noFill/>
                </a:ln>
                <a:solidFill>
                  <a:srgbClr val="69BB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PUR foam database</a:t>
            </a:r>
            <a:endParaRPr lang="pl-PL" sz="2000" dirty="0">
              <a:solidFill>
                <a:srgbClr val="69BBFF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8BA59EC-E897-B76B-45DB-06DAFF479921}"/>
              </a:ext>
            </a:extLst>
          </p:cNvPr>
          <p:cNvSpPr txBox="1"/>
          <p:nvPr/>
        </p:nvSpPr>
        <p:spPr>
          <a:xfrm>
            <a:off x="839416" y="6150115"/>
            <a:ext cx="343043" cy="246221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spAutoFit/>
          </a:bodyPr>
          <a:lstStyle/>
          <a:p>
            <a:pPr algn="l"/>
            <a:r>
              <a:rPr lang="pl-PL" sz="1600" dirty="0">
                <a:latin typeface="+mn-lt"/>
              </a:rPr>
              <a:t>tab:</a:t>
            </a:r>
          </a:p>
        </p:txBody>
      </p:sp>
      <p:pic>
        <p:nvPicPr>
          <p:cNvPr id="13" name="Picture 12">
            <a:hlinkClick r:id="rId4"/>
            <a:extLst>
              <a:ext uri="{FF2B5EF4-FFF2-40B4-BE49-F238E27FC236}">
                <a16:creationId xmlns:a16="http://schemas.microsoft.com/office/drawing/2014/main" id="{1B1C7310-B6CE-76DB-8AC2-5A6F9D1419A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82459" y="6116651"/>
            <a:ext cx="1224136" cy="313151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971A5CD6-D29B-6AE8-D2D1-68B9C9B75D2A}"/>
              </a:ext>
            </a:extLst>
          </p:cNvPr>
          <p:cNvSpPr txBox="1"/>
          <p:nvPr/>
        </p:nvSpPr>
        <p:spPr>
          <a:xfrm>
            <a:off x="8660136" y="2444115"/>
            <a:ext cx="1973297" cy="1615827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spAutoFit/>
          </a:bodyPr>
          <a:lstStyle/>
          <a:p>
            <a:pPr algn="l">
              <a:spcAft>
                <a:spcPts val="600"/>
              </a:spcAft>
            </a:pPr>
            <a:r>
              <a:rPr lang="pl-PL" sz="2000" dirty="0">
                <a:latin typeface="+mn-lt"/>
              </a:rPr>
              <a:t>MOVE projects:</a:t>
            </a:r>
            <a:endParaRPr lang="pl-PL" sz="1600" dirty="0">
              <a:solidFill>
                <a:schemeClr val="bg1"/>
              </a:solidFill>
              <a:highlight>
                <a:srgbClr val="000000"/>
              </a:highlight>
              <a:latin typeface="+mn-lt"/>
            </a:endParaRPr>
          </a:p>
          <a:p>
            <a:pPr marL="285750" indent="-285750" algn="l">
              <a:buFont typeface="Wingdings" panose="05000000000000000000" pitchFamily="2" charset="2"/>
              <a:buChar char="v"/>
            </a:pPr>
            <a:r>
              <a:rPr lang="pl-PL" sz="1600" dirty="0">
                <a:latin typeface="+mn-lt"/>
              </a:rPr>
              <a:t>Katowice, Poland</a:t>
            </a:r>
          </a:p>
          <a:p>
            <a:pPr marL="285750" indent="-285750" algn="l">
              <a:buFont typeface="Wingdings" panose="05000000000000000000" pitchFamily="2" charset="2"/>
              <a:buChar char="v"/>
            </a:pPr>
            <a:endParaRPr lang="pl-PL" sz="1600" dirty="0">
              <a:latin typeface="+mn-lt"/>
            </a:endParaRPr>
          </a:p>
          <a:p>
            <a:pPr marL="285750" indent="-285750" algn="l">
              <a:buFont typeface="Wingdings" panose="05000000000000000000" pitchFamily="2" charset="2"/>
              <a:buChar char="v"/>
            </a:pPr>
            <a:endParaRPr lang="pl-PL" sz="1600" dirty="0">
              <a:latin typeface="+mn-lt"/>
            </a:endParaRPr>
          </a:p>
          <a:p>
            <a:pPr algn="l"/>
            <a:endParaRPr lang="pl-PL" sz="1600" dirty="0">
              <a:latin typeface="+mn-lt"/>
            </a:endParaRPr>
          </a:p>
          <a:p>
            <a:pPr marL="285750" indent="-285750" algn="l">
              <a:buFont typeface="Wingdings" panose="05000000000000000000" pitchFamily="2" charset="2"/>
              <a:buChar char="v"/>
            </a:pPr>
            <a:r>
              <a:rPr lang="pl-PL" sz="1600" dirty="0">
                <a:latin typeface="+mn-lt"/>
              </a:rPr>
              <a:t>Nowogard, Poland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0D0009EA-C021-D3C3-386E-029F1583FA3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60136" y="3146425"/>
            <a:ext cx="1352550" cy="56515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87CB7348-BE3E-3CBB-4E30-07428F188E0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62264" y="4107590"/>
            <a:ext cx="1352550" cy="565150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B573C624-8BE3-BA8A-0D45-82B184F69BC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230838" y="4107590"/>
            <a:ext cx="1358900" cy="565150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90741802-5310-5A09-357A-AB41D05E08E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74807" y="5710168"/>
            <a:ext cx="1352550" cy="196850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EC21B689-95D1-91B9-89B9-0C4179DEEAAD}"/>
              </a:ext>
            </a:extLst>
          </p:cNvPr>
          <p:cNvSpPr txBox="1"/>
          <p:nvPr/>
        </p:nvSpPr>
        <p:spPr>
          <a:xfrm>
            <a:off x="8677585" y="5224925"/>
            <a:ext cx="2024593" cy="307777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spAutoFit/>
          </a:bodyPr>
          <a:lstStyle/>
          <a:p>
            <a:pPr algn="l"/>
            <a:r>
              <a:rPr lang="pl-PL" sz="2000" dirty="0">
                <a:latin typeface="+mn-lt"/>
              </a:rPr>
              <a:t>Possibly superior:</a:t>
            </a:r>
            <a:endParaRPr lang="pl-PL" sz="16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0780732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CA2D9B-A664-D597-2EC5-10305A01C9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18C5914-E106-FEB8-E1F0-F543E3F17D3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E520D1F-A7A6-418C-90EB-3C7F84B97953}" type="slidenum">
              <a:rPr lang="en-US" altLang="x-none" noProof="0" smtClean="0"/>
              <a:pPr/>
              <a:t>6</a:t>
            </a:fld>
            <a:endParaRPr lang="en-US" altLang="x-none" noProof="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09F7E8C-C450-BA24-E34F-033DB040AD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l-PL" dirty="0"/>
              <a:t>Expert Network Flexible Foam | </a:t>
            </a:r>
            <a:r>
              <a:rPr lang="pl-PL" altLang="x-none" noProof="0" dirty="0"/>
              <a:t>13.05.2025</a:t>
            </a:r>
            <a:r>
              <a:rPr lang="en-US" altLang="x-none" noProof="0" dirty="0"/>
              <a:t> | </a:t>
            </a:r>
            <a:r>
              <a:rPr lang="pl-PL" altLang="x-none" noProof="0" dirty="0"/>
              <a:t>Szymon Bąk</a:t>
            </a:r>
            <a:endParaRPr lang="en-US" altLang="x-none" noProof="0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4E43A446-6AF8-C737-361A-D07396D332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Engineering tools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DFEFCF74-6EDC-19DE-8763-1CA0BBF487A0}"/>
              </a:ext>
            </a:extLst>
          </p:cNvPr>
          <p:cNvSpPr>
            <a:spLocks noGrp="1"/>
          </p:cNvSpPr>
          <p:nvPr>
            <p:ph type="subTitle" idx="12"/>
          </p:nvPr>
        </p:nvSpPr>
        <p:spPr>
          <a:xfrm>
            <a:off x="502785" y="1290246"/>
            <a:ext cx="9144000" cy="338554"/>
          </a:xfrm>
        </p:spPr>
        <p:txBody>
          <a:bodyPr/>
          <a:lstStyle/>
          <a:p>
            <a:r>
              <a:rPr lang="pl-PL" dirty="0"/>
              <a:t>Injection channel calculator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F0A75723-E1DC-23FD-A3DF-0C7790ABF3FA}"/>
              </a:ext>
            </a:extLst>
          </p:cNvPr>
          <p:cNvSpPr txBox="1">
            <a:spLocks/>
          </p:cNvSpPr>
          <p:nvPr/>
        </p:nvSpPr>
        <p:spPr bwMode="auto">
          <a:xfrm>
            <a:off x="5303912" y="1217642"/>
            <a:ext cx="3528392" cy="482570"/>
          </a:xfrm>
          <a:prstGeom prst="rect">
            <a:avLst/>
          </a:prstGeom>
          <a:noFill/>
          <a:ln w="38100">
            <a:solidFill>
              <a:schemeClr val="tx1">
                <a:lumMod val="65000"/>
                <a:lumOff val="35000"/>
              </a:schemeClr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rgbClr val="69BB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B8C400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ts val="1200"/>
              </a:spcBef>
              <a:spcAft>
                <a:spcPts val="0"/>
              </a:spcAft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0975" indent="-179388" algn="l" rtl="0" eaLnBrk="1" fontAlgn="base" hangingPunct="1">
              <a:spcBef>
                <a:spcPts val="600"/>
              </a:spcBef>
              <a:spcAft>
                <a:spcPct val="0"/>
              </a:spcAft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363" indent="-177800" algn="l" rtl="0" eaLnBrk="1" fontAlgn="base" hangingPunct="1">
              <a:spcBef>
                <a:spcPts val="400"/>
              </a:spcBef>
              <a:spcAft>
                <a:spcPct val="0"/>
              </a:spcAft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9750" indent="-177800" algn="l" rtl="0" eaLnBrk="1" fontAlgn="base" hangingPunct="1">
              <a:spcBef>
                <a:spcPts val="400"/>
              </a:spcBef>
              <a:spcAft>
                <a:spcPct val="0"/>
              </a:spcAft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19138" indent="-177800" algn="l" rtl="0" eaLnBrk="1" fontAlgn="base" hangingPunct="1">
              <a:spcBef>
                <a:spcPts val="400"/>
              </a:spcBef>
              <a:spcAft>
                <a:spcPct val="0"/>
              </a:spcAft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l-PL" sz="2000" dirty="0">
                <a:hlinkClick r:id="rId2"/>
              </a:rPr>
              <a:t>Injection channel calculator</a:t>
            </a:r>
            <a:r>
              <a:rPr lang="pl-PL" sz="2000" dirty="0"/>
              <a:t>  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8EC5309-E3DE-6783-8997-84CF1E5932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9800" y="2158353"/>
            <a:ext cx="5867133" cy="179451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C1256B6-AC91-0C10-D6E0-EE263A7BF9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4654" y="3922945"/>
            <a:ext cx="6292872" cy="223096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2DF864B3-2E15-FA0B-3068-97BDC30CEE7B}"/>
              </a:ext>
            </a:extLst>
          </p:cNvPr>
          <p:cNvSpPr/>
          <p:nvPr/>
        </p:nvSpPr>
        <p:spPr bwMode="auto">
          <a:xfrm>
            <a:off x="983432" y="2598412"/>
            <a:ext cx="2821779" cy="914400"/>
          </a:xfrm>
          <a:prstGeom prst="rect">
            <a:avLst/>
          </a:prstGeom>
          <a:noFill/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l-PL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cs typeface="Arial" panose="020B0604020202020204" pitchFamily="34" charset="0"/>
              </a:rPr>
              <a:t>Step 1 – project data and process parameters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404CC76-A2B6-0A74-DA02-11E9BE43EF6A}"/>
              </a:ext>
            </a:extLst>
          </p:cNvPr>
          <p:cNvSpPr/>
          <p:nvPr/>
        </p:nvSpPr>
        <p:spPr bwMode="auto">
          <a:xfrm>
            <a:off x="7233366" y="4581225"/>
            <a:ext cx="2592288" cy="914400"/>
          </a:xfrm>
          <a:prstGeom prst="rect">
            <a:avLst/>
          </a:prstGeom>
          <a:noFill/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l-PL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cs typeface="Arial" panose="020B0604020202020204" pitchFamily="34" charset="0"/>
              </a:rPr>
              <a:t>Step 2 – calculation outputs and visualisation</a:t>
            </a:r>
          </a:p>
        </p:txBody>
      </p:sp>
    </p:spTree>
    <p:extLst>
      <p:ext uri="{BB962C8B-B14F-4D97-AF65-F5344CB8AC3E}">
        <p14:creationId xmlns:p14="http://schemas.microsoft.com/office/powerpoint/2010/main" val="35527440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9279A2-B3B8-BEEF-CDF3-2E8E76DC7D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45C9A95-F83E-38AC-A479-8F50647C160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E520D1F-A7A6-418C-90EB-3C7F84B97953}" type="slidenum">
              <a:rPr lang="en-US" altLang="x-none" noProof="0" smtClean="0"/>
              <a:pPr/>
              <a:t>7</a:t>
            </a:fld>
            <a:endParaRPr lang="en-US" altLang="x-none" noProof="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AD455E7-5335-1BE2-DD42-8EDCB7111E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l-PL" dirty="0"/>
              <a:t>Expert Network Flexible Foam | </a:t>
            </a:r>
            <a:r>
              <a:rPr lang="pl-PL" altLang="x-none" noProof="0" dirty="0"/>
              <a:t>13.05.2025</a:t>
            </a:r>
            <a:r>
              <a:rPr lang="en-US" altLang="x-none" noProof="0" dirty="0"/>
              <a:t> | </a:t>
            </a:r>
            <a:r>
              <a:rPr lang="pl-PL" altLang="x-none" noProof="0" dirty="0"/>
              <a:t>Szymon Bąk</a:t>
            </a:r>
            <a:endParaRPr lang="en-US" altLang="x-none" noProof="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2A44B7-B675-7DA2-7C23-AF96FFE164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23992" y="1218238"/>
            <a:ext cx="2072371" cy="482570"/>
          </a:xfrm>
          <a:ln w="38100">
            <a:solidFill>
              <a:schemeClr val="tx1">
                <a:lumMod val="65000"/>
                <a:lumOff val="35000"/>
              </a:schemeClr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txBody>
          <a:bodyPr anchor="ctr"/>
          <a:lstStyle/>
          <a:p>
            <a:pPr algn="ctr"/>
            <a:r>
              <a:rPr lang="pl-PL" sz="1800" dirty="0">
                <a:solidFill>
                  <a:srgbClr val="69BBFF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Simulation order</a:t>
            </a:r>
            <a:endParaRPr lang="pl-PL" sz="1800" dirty="0">
              <a:solidFill>
                <a:srgbClr val="69BBFF"/>
              </a:solidFill>
            </a:endParaRP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B5F2114F-D64D-5562-60B9-FD54C36C08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Engineering tools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87F8A3E0-A78B-B663-10FF-AAFC2885288E}"/>
              </a:ext>
            </a:extLst>
          </p:cNvPr>
          <p:cNvSpPr>
            <a:spLocks noGrp="1"/>
          </p:cNvSpPr>
          <p:nvPr>
            <p:ph type="subTitle" idx="12"/>
          </p:nvPr>
        </p:nvSpPr>
        <p:spPr>
          <a:xfrm>
            <a:off x="502785" y="1290246"/>
            <a:ext cx="5220000" cy="338554"/>
          </a:xfrm>
        </p:spPr>
        <p:txBody>
          <a:bodyPr/>
          <a:lstStyle/>
          <a:p>
            <a:r>
              <a:rPr lang="pl-PL" dirty="0"/>
              <a:t>Foam flow simulation request form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C8DE718-39C5-7185-B5FC-68D90280AD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682" y="2545524"/>
            <a:ext cx="2665025" cy="3731928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F66B0185-5F37-9975-EF9F-964967EF45B6}"/>
              </a:ext>
            </a:extLst>
          </p:cNvPr>
          <p:cNvSpPr/>
          <p:nvPr/>
        </p:nvSpPr>
        <p:spPr bwMode="auto">
          <a:xfrm>
            <a:off x="760732" y="1804904"/>
            <a:ext cx="2173707" cy="914400"/>
          </a:xfrm>
          <a:prstGeom prst="rect">
            <a:avLst/>
          </a:prstGeom>
          <a:noFill/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l-PL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cs typeface="Arial" panose="020B0604020202020204" pitchFamily="34" charset="0"/>
              </a:rPr>
              <a:t>Step 1 – project data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9DFD458-BF8C-EC72-505F-70EFF2F115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6469" y="2534899"/>
            <a:ext cx="2665025" cy="292350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6483098-3244-9A33-0575-8D36CC6D206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25004" y="2785739"/>
            <a:ext cx="2386336" cy="3491713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82674065-7971-242B-5F2C-3AE82D8F7957}"/>
              </a:ext>
            </a:extLst>
          </p:cNvPr>
          <p:cNvSpPr/>
          <p:nvPr/>
        </p:nvSpPr>
        <p:spPr bwMode="auto">
          <a:xfrm>
            <a:off x="4390707" y="1801183"/>
            <a:ext cx="3239631" cy="914400"/>
          </a:xfrm>
          <a:prstGeom prst="rect">
            <a:avLst/>
          </a:prstGeom>
          <a:noFill/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l-PL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cs typeface="Arial" panose="020B0604020202020204" pitchFamily="34" charset="0"/>
              </a:rPr>
              <a:t>Step 2 – process parameters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1489DF9-95C3-328B-04FA-55F9BA144C61}"/>
              </a:ext>
            </a:extLst>
          </p:cNvPr>
          <p:cNvSpPr/>
          <p:nvPr/>
        </p:nvSpPr>
        <p:spPr bwMode="auto">
          <a:xfrm>
            <a:off x="8626070" y="1800778"/>
            <a:ext cx="2643990" cy="914400"/>
          </a:xfrm>
          <a:prstGeom prst="rect">
            <a:avLst/>
          </a:prstGeom>
          <a:noFill/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l-PL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cs typeface="Arial" panose="020B0604020202020204" pitchFamily="34" charset="0"/>
              </a:rPr>
              <a:t>Step 3 – inputs/outputs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EBB0088E-6B4D-4349-618F-7D69F5F535B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64862" y="2545524"/>
            <a:ext cx="2966406" cy="2414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43612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47047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RSINFO" val="AUT200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TYPE" val="ConfidentialityLabel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TYPE" val="ConfidentialityLabel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TYPE" val="ConfidentialityLabel"/>
</p:tagLst>
</file>

<file path=ppt/theme/theme1.xml><?xml version="1.0" encoding="utf-8"?>
<a:theme xmlns:a="http://schemas.openxmlformats.org/drawingml/2006/main" name="Autoneum_Templates_and_Guidelines_for_PowerPoint">
  <a:themeElements>
    <a:clrScheme name="Autoneum_korrekt">
      <a:dk1>
        <a:srgbClr val="000000"/>
      </a:dk1>
      <a:lt1>
        <a:srgbClr val="FFFFFF"/>
      </a:lt1>
      <a:dk2>
        <a:srgbClr val="DAE279"/>
      </a:dk2>
      <a:lt2>
        <a:srgbClr val="DCDCDC"/>
      </a:lt2>
      <a:accent1>
        <a:srgbClr val="B8C400"/>
      </a:accent1>
      <a:accent2>
        <a:srgbClr val="666666"/>
      </a:accent2>
      <a:accent3>
        <a:srgbClr val="69BBFF"/>
      </a:accent3>
      <a:accent4>
        <a:srgbClr val="E86A10"/>
      </a:accent4>
      <a:accent5>
        <a:srgbClr val="DCDCDC"/>
      </a:accent5>
      <a:accent6>
        <a:srgbClr val="F1A670"/>
      </a:accent6>
      <a:hlink>
        <a:srgbClr val="B8C400"/>
      </a:hlink>
      <a:folHlink>
        <a:srgbClr val="69BBFF"/>
      </a:folHlink>
    </a:clrScheme>
    <a:fontScheme name="Autoneum_Templates_and_Guidelines_for_PowerPoin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solidFill>
          <a:srgbClr val="B8C400"/>
        </a:solidFill>
        <a:ln w="12700" cap="flat" cmpd="sng" algn="ctr">
          <a:solidFill>
            <a:srgbClr val="B8C400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0000" tIns="46800" rIns="90000" bIns="46800" numCol="1" rtlCol="0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sz="1600" b="0" i="0" u="none" strike="noStrike" cap="none" normalizeH="0" baseline="0" dirty="0" err="1" smtClean="0">
            <a:ln>
              <a:noFill/>
            </a:ln>
            <a:solidFill>
              <a:schemeClr val="tx1"/>
            </a:solidFill>
            <a:effectLst/>
            <a:latin typeface="+mn-lt"/>
            <a:cs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B8C400"/>
        </a:solidFill>
        <a:ln w="12700" cap="flat" cmpd="sng" algn="ctr">
          <a:solidFill>
            <a:srgbClr val="B8C400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0000" tIns="46800" rIns="90000" bIns="4680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altLang="x-none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cs typeface="Arial" panose="020B0604020202020204" pitchFamily="34" charset="0"/>
          </a:defRPr>
        </a:defPPr>
      </a:lstStyle>
    </a:lnDef>
    <a:txDef>
      <a:spPr>
        <a:noFill/>
      </a:spPr>
      <a:bodyPr wrap="square" lIns="0" tIns="0" rIns="0" bIns="0" rtlCol="0" anchor="t" anchorCtr="0">
        <a:spAutoFit/>
      </a:bodyPr>
      <a:lstStyle>
        <a:defPPr algn="l">
          <a:defRPr sz="1600" smtClean="0">
            <a:latin typeface="+mn-lt"/>
          </a:defRPr>
        </a:defPPr>
      </a:lstStyle>
    </a:txDef>
  </a:objectDefaults>
  <a:extraClrSchemeLst>
    <a:extraClrScheme>
      <a:clrScheme name="Autoneum_Templates_and_Guidelines_for_PowerPoint 1">
        <a:dk1>
          <a:srgbClr val="000000"/>
        </a:dk1>
        <a:lt1>
          <a:srgbClr val="FFFFFF"/>
        </a:lt1>
        <a:dk2>
          <a:srgbClr val="DAE279"/>
        </a:dk2>
        <a:lt2>
          <a:srgbClr val="DCDCDC"/>
        </a:lt2>
        <a:accent1>
          <a:srgbClr val="B8C400"/>
        </a:accent1>
        <a:accent2>
          <a:srgbClr val="666666"/>
        </a:accent2>
        <a:accent3>
          <a:srgbClr val="69BBFF"/>
        </a:accent3>
        <a:accent4>
          <a:srgbClr val="E86A10"/>
        </a:accent4>
        <a:accent5>
          <a:srgbClr val="DCDCDC"/>
        </a:accent5>
        <a:accent6>
          <a:srgbClr val="F1A670"/>
        </a:accent6>
        <a:hlink>
          <a:srgbClr val="B8C400"/>
        </a:hlink>
        <a:folHlink>
          <a:srgbClr val="69BBFF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custClrLst>
    <a:custClr name="Autoneum Green 100">
      <a:srgbClr val="B8C400"/>
    </a:custClr>
    <a:custClr name="Autoneum Dark Grey 100">
      <a:srgbClr val="666666"/>
    </a:custClr>
    <a:custClr name="Autoneum Light Blue 100">
      <a:srgbClr val="69BBFF"/>
    </a:custClr>
    <a:custClr name="Autoneum Orange 100">
      <a:srgbClr val="E86A10"/>
    </a:custClr>
    <a:custClr name="Autoneum Light Grey 100">
      <a:srgbClr val="DCDCDC"/>
    </a:custClr>
    <a:custClr>
      <a:srgbClr val="FFFFFF"/>
    </a:custClr>
    <a:custClr>
      <a:srgbClr val="FFFFFF"/>
    </a:custClr>
    <a:custClr>
      <a:srgbClr val="FFFFFF"/>
    </a:custClr>
    <a:custClr>
      <a:srgbClr val="000000"/>
    </a:custClr>
    <a:custClr name="Autoneum Green 75">
      <a:srgbClr val="CAD340"/>
    </a:custClr>
    <a:custClr name="Autoneum Green 60">
      <a:srgbClr val="DAE279"/>
    </a:custClr>
    <a:custClr name="Autoneum Dark Grey 60">
      <a:srgbClr val="AFAFAF"/>
    </a:custClr>
    <a:custClr name="Autoneum Light Blue 60">
      <a:srgbClr val="A5D6FF"/>
    </a:custClr>
    <a:custClr name="Autoneum Orange 60">
      <a:srgbClr val="F1A670"/>
    </a:custClr>
    <a:custClr name="Autoneum Light Grey 60">
      <a:srgbClr val="EAEAEA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 name="Autoneum Green 50">
      <a:srgbClr val="DBE17F"/>
    </a:custClr>
    <a:custClr name="Autoneum Green 30">
      <a:srgbClr val="EAEDB2"/>
    </a:custClr>
    <a:custClr name="Autoneum Dark Grey 30">
      <a:srgbClr val="D7D7D7"/>
    </a:custClr>
    <a:custClr name="Autoneum Light Blue 30">
      <a:srgbClr val="D2EAFF"/>
    </a:custClr>
    <a:custClr name="Autoneum Orange 30">
      <a:srgbClr val="F8D2B7"/>
    </a:custClr>
    <a:custClr name="Autoneum Light Grey 30">
      <a:srgbClr val="F4F4F4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 name="Autoneum Green 25">
      <a:srgbClr val="EDF0BF"/>
    </a:custClr>
  </a:custClrLst>
  <a:extLst>
    <a:ext uri="{05A4C25C-085E-4340-85A3-A5531E510DB2}">
      <thm15:themeFamily xmlns:thm15="http://schemas.microsoft.com/office/thememl/2012/main" name="200629_ATN_Template_16to9.potx" id="{856899A6-51FC-49FF-9BBB-19010E07ED7A}" vid="{A6AD08FD-7603-4BCC-8C66-B1A1E4C76C08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_rels/item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.xml"/></Relationships>
</file>

<file path=customXml/_rels/item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7.xml"/></Relationships>
</file>

<file path=customXml/_rels/item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8.xml"/></Relationships>
</file>

<file path=customXml/_rels/item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9.xml"/></Relationships>
</file>

<file path=customXml/_rels/item1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0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7290C5747110C419555C19B0FB63706" ma:contentTypeVersion="22" ma:contentTypeDescription="Create a new document." ma:contentTypeScope="" ma:versionID="b9555312d3a15fbe1ae2bf54118e9774">
  <xsd:schema xmlns:xsd="http://www.w3.org/2001/XMLSchema" xmlns:xs="http://www.w3.org/2001/XMLSchema" xmlns:p="http://schemas.microsoft.com/office/2006/metadata/properties" xmlns:ns1="http://schemas.microsoft.com/sharepoint/v3" xmlns:ns2="5763f6f6-2848-47f5-9ec4-00f7096b8778" xmlns:ns3="e673a02a-f766-4ec2-ab4f-9f429b492bb0" targetNamespace="http://schemas.microsoft.com/office/2006/metadata/properties" ma:root="true" ma:fieldsID="04ee33b91dd61d68244506ee794ac91e" ns1:_="" ns2:_="" ns3:_="">
    <xsd:import namespace="http://schemas.microsoft.com/sharepoint/v3"/>
    <xsd:import namespace="5763f6f6-2848-47f5-9ec4-00f7096b8778"/>
    <xsd:import namespace="e673a02a-f766-4ec2-ab4f-9f429b492bb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Location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1:_ip_UnifiedCompliancePolicyProperties" minOccurs="0"/>
                <xsd:element ref="ns1:_ip_UnifiedCompliancePolicyUIAction" minOccurs="0"/>
                <xsd:element ref="ns2:MediaServiceSearchProperties" minOccurs="0"/>
                <xsd:element ref="ns2:Date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5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6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763f6f6-2848-47f5-9ec4-00f7096b877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Location" ma:index="12" nillable="true" ma:displayName="Location" ma:internalName="MediaServiceLocatio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f0b99478-4db9-47d2-a98b-48a9878d08f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7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Date" ma:index="28" nillable="true" ma:displayName="Date" ma:format="DateTime" ma:internalName="Date">
      <xsd:simpleType>
        <xsd:restriction base="dms:DateTime"/>
      </xsd:simpleType>
    </xsd:element>
    <xsd:element name="MediaServiceBillingMetadata" ma:index="29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673a02a-f766-4ec2-ab4f-9f429b492bb0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1e4c34fa-1dd4-48cb-a03a-c125f359298c}" ma:internalName="TaxCatchAll" ma:showField="CatchAllData" ma:web="e673a02a-f766-4ec2-ab4f-9f429b492bb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  <lcf76f155ced4ddcb4097134ff3c332f xmlns="5763f6f6-2848-47f5-9ec4-00f7096b8778">
      <Terms xmlns="http://schemas.microsoft.com/office/infopath/2007/PartnerControls"/>
    </lcf76f155ced4ddcb4097134ff3c332f>
    <TaxCatchAll xmlns="e673a02a-f766-4ec2-ab4f-9f429b492bb0" xsi:nil="true"/>
    <Date xmlns="5763f6f6-2848-47f5-9ec4-00f7096b8778" xsi:nil="true"/>
  </documentManagement>
</p:properties>
</file>

<file path=customXml/item4.xml><?xml version="1.0" encoding="utf-8"?>
<VariableList UniqueId="cf0b9540-ebd7-4a8b-aead-a6b110f1193b" Name="Computed" ContentType="XML" MajorVersion="0" MinorVersion="1" isLocalCopy="False" IsBaseObject="False" DataSourceId="899b2f45-c966-43a1-af21-ac0df3879a7d" DataSourceMajorVersion="0" DataSourceMinorVersion="1"/>
</file>

<file path=customXml/item5.xml><?xml version="1.0" encoding="utf-8"?>
<VariableList UniqueId="3349e962-bf31-4fc4-bee6-278b03dbc74d" Name="System" ContentType="XML" MajorVersion="0" MinorVersion="1" isLocalCopy="False" IsBaseObject="False" DataSourceId="9e886eb5-a0c3-4810-9651-261c17348a33" DataSourceMajorVersion="0" DataSourceMinorVersion="1"/>
</file>

<file path=customXml/item6.xml><?xml version="1.0" encoding="utf-8"?>
<VariableListDefinition name="AD_HOC" displayName="AD_HOC" id="5e9c32f3-4946-4008-b3cb-5f407b52a711" isdomainofvalue="False" dataSourceId="6d22c828-3e04-4130-af64-717ac0ec7716"/>
</file>

<file path=customXml/item7.xml><?xml version="1.0" encoding="utf-8"?>
<VariableListDefinition name="System" displayName="System" id="3349e962-bf31-4fc4-bee6-278b03dbc74d" isdomainofvalue="False" dataSourceId="9e886eb5-a0c3-4810-9651-261c17348a33"/>
</file>

<file path=customXml/item8.xml><?xml version="1.0" encoding="utf-8"?>
<VariableList UniqueId="5e9c32f3-4946-4008-b3cb-5f407b52a711" Name="AD_HOC" ContentType="XML" MajorVersion="0" MinorVersion="1" isLocalCopy="False" IsBaseObject="False" DataSourceId="6d22c828-3e04-4130-af64-717ac0ec7716" DataSourceMajorVersion="0" DataSourceMinorVersion="1"/>
</file>

<file path=customXml/item9.xml><?xml version="1.0" encoding="utf-8"?>
<VariableListDefinition name="Computed" displayName="Computed" id="cf0b9540-ebd7-4a8b-aead-a6b110f1193b" isdomainofvalue="False" dataSourceId="899b2f45-c966-43a1-af21-ac0df3879a7d"/>
</file>

<file path=customXml/item10.xml><?xml version="1.0" encoding="utf-8"?>
<AllExternalAdhocVariableMappings/>
</file>

<file path=customXml/itemProps1.xml><?xml version="1.0" encoding="utf-8"?>
<ds:datastoreItem xmlns:ds="http://schemas.openxmlformats.org/officeDocument/2006/customXml" ds:itemID="{F24B21A0-5162-4D3E-BD6A-06AA22D082B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398614F-BE9C-4250-B027-12433B1C5F9F}"/>
</file>

<file path=customXml/itemProps3.xml><?xml version="1.0" encoding="utf-8"?>
<ds:datastoreItem xmlns:ds="http://schemas.openxmlformats.org/officeDocument/2006/customXml" ds:itemID="{E1D66DAD-DE58-4EE0-A2EE-F37EF672458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63047b6f-f2c9-4299-9841-9dabe8909cc9"/>
    <ds:schemaRef ds:uri="0117f749-5532-4fec-bd0e-ba23162e26dd"/>
  </ds:schemaRefs>
</ds:datastoreItem>
</file>

<file path=customXml/itemProps4.xml><?xml version="1.0" encoding="utf-8"?>
<ds:datastoreItem xmlns:ds="http://schemas.openxmlformats.org/officeDocument/2006/customXml" ds:itemID="{73950589-3628-43B8-AA6C-143E04396BED}">
  <ds:schemaRefs/>
</ds:datastoreItem>
</file>

<file path=customXml/itemProps5.xml><?xml version="1.0" encoding="utf-8"?>
<ds:datastoreItem xmlns:ds="http://schemas.openxmlformats.org/officeDocument/2006/customXml" ds:itemID="{0E8DB27E-7770-4BD3-97DF-F18AF57BBE8C}">
  <ds:schemaRefs/>
</ds:datastoreItem>
</file>

<file path=customXml/itemProps6.xml><?xml version="1.0" encoding="utf-8"?>
<ds:datastoreItem xmlns:ds="http://schemas.openxmlformats.org/officeDocument/2006/customXml" ds:itemID="{8DB4218E-1DC4-436B-99B3-CE41907D4F54}">
  <ds:schemaRefs/>
</ds:datastoreItem>
</file>

<file path=customXml/itemProps7.xml><?xml version="1.0" encoding="utf-8"?>
<ds:datastoreItem xmlns:ds="http://schemas.openxmlformats.org/officeDocument/2006/customXml" ds:itemID="{BD509AB7-3CB5-45BC-B387-3BFBF577B927}">
  <ds:schemaRefs/>
</ds:datastoreItem>
</file>

<file path=customXml/itemProps8.xml><?xml version="1.0" encoding="utf-8"?>
<ds:datastoreItem xmlns:ds="http://schemas.openxmlformats.org/officeDocument/2006/customXml" ds:itemID="{552E5F77-B6FF-4EBB-8157-4B5C56FB8C1A}">
  <ds:schemaRefs/>
</ds:datastoreItem>
</file>

<file path=customXml/itemProps9.xml><?xml version="1.0" encoding="utf-8"?>
<ds:datastoreItem xmlns:ds="http://schemas.openxmlformats.org/officeDocument/2006/customXml" ds:itemID="{63D05FDD-90E0-4EE5-AE4A-AE4DC2D27D6F}">
  <ds:schemaRefs/>
</ds:datastoreItem>
</file>

<file path=customXml/itemProps10.xml><?xml version="1.0" encoding="utf-8"?>
<ds:datastoreItem xmlns:ds="http://schemas.openxmlformats.org/officeDocument/2006/customXml" ds:itemID="{F45BF84F-3CFB-49B7-BD30-73B4D311A050}">
  <ds:schemaRefs/>
</ds:datastoreItem>
</file>

<file path=docMetadata/LabelInfo.xml><?xml version="1.0" encoding="utf-8"?>
<clbl:labelList xmlns:clbl="http://schemas.microsoft.com/office/2020/mipLabelMetadata">
  <clbl:label id="{e4297c46-ad9d-49b3-98bb-8b0d8ea7eaa9}" enabled="1" method="Standard" siteId="{6c7eb460-cdb7-498a-a2b7-5f23de5f1c24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146</TotalTime>
  <Words>253</Words>
  <Application>Microsoft Office PowerPoint</Application>
  <PresentationFormat>Widescreen</PresentationFormat>
  <Paragraphs>72</Paragraphs>
  <Slides>8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Wingdings</vt:lpstr>
      <vt:lpstr>Autoneum_Templates_and_Guidelines_for_PowerPoint</vt:lpstr>
      <vt:lpstr>Expert Network Flexible Foam</vt:lpstr>
      <vt:lpstr>PowerPoint Presentation</vt:lpstr>
      <vt:lpstr>Foam development BGEU</vt:lpstr>
      <vt:lpstr>PowerPoint Presentation</vt:lpstr>
      <vt:lpstr>Mould release agents in BGEU</vt:lpstr>
      <vt:lpstr>Engineering tools</vt:lpstr>
      <vt:lpstr>Engineering tools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Szymon Bak</dc:creator>
  <cp:lastModifiedBy>Szymon Bak</cp:lastModifiedBy>
  <cp:revision>1</cp:revision>
  <cp:lastPrinted>2018-11-05T08:05:03Z</cp:lastPrinted>
  <dcterms:created xsi:type="dcterms:W3CDTF">2025-05-13T10:24:24Z</dcterms:created>
  <dcterms:modified xsi:type="dcterms:W3CDTF">2025-05-13T13:17:32Z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0x01010077290C5747110C419555C19B0FB63706</vt:lpwstr>
  </property>
  <property fmtid="{D5CDD505-2E9C-101B-9397-08002B2CF9AE}" pid="3" name="MediaServiceImageTags">
    <vt:lpwstr/>
  </property>
</Properties>
</file>