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7" r:id="rId8"/>
  </p:sldMasterIdLst>
  <p:notesMasterIdLst>
    <p:notesMasterId r:id="rId18"/>
  </p:notesMasterIdLst>
  <p:handoutMasterIdLst>
    <p:handoutMasterId r:id="rId19"/>
  </p:handoutMasterIdLst>
  <p:sldIdLst>
    <p:sldId id="256" r:id="rId9"/>
    <p:sldId id="265" r:id="rId10"/>
    <p:sldId id="275" r:id="rId11"/>
    <p:sldId id="276" r:id="rId12"/>
    <p:sldId id="277" r:id="rId13"/>
    <p:sldId id="278" r:id="rId14"/>
    <p:sldId id="279" r:id="rId15"/>
    <p:sldId id="280" r:id="rId16"/>
    <p:sldId id="263" r:id="rId17"/>
  </p:sldIdLst>
  <p:sldSz cx="12192000" cy="6858000"/>
  <p:notesSz cx="6797675" cy="9926638"/>
  <p:custDataLst>
    <p:custData r:id="rId7"/>
    <p:custData r:id="rId3"/>
    <p:custData r:id="rId4"/>
    <p:custData r:id="rId5"/>
    <p:custData r:id="rId1"/>
    <p:custData r:id="rId6"/>
    <p:custData r:id="rId2"/>
    <p:tags r:id="rId20"/>
  </p:custDataLst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5854" autoAdjust="0"/>
  </p:normalViewPr>
  <p:slideViewPr>
    <p:cSldViewPr showGuides="1">
      <p:cViewPr varScale="1">
        <p:scale>
          <a:sx n="63" d="100"/>
          <a:sy n="63" d="100"/>
        </p:scale>
        <p:origin x="804" y="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90" d="100"/>
          <a:sy n="90" d="100"/>
        </p:scale>
        <p:origin x="291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1.xml"/><Relationship Id="rId13" Type="http://schemas.openxmlformats.org/officeDocument/2006/relationships/slide" Target="slides/slide5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customXml" Target="../customXml/item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tags" Target="tags/tag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" Target="slides/slide3.xml"/><Relationship Id="rId24" Type="http://schemas.openxmlformats.org/officeDocument/2006/relationships/tableStyles" Target="tableStyles.xml"/><Relationship Id="rId5" Type="http://schemas.openxmlformats.org/officeDocument/2006/relationships/customXml" Target="../customXml/item5.xml"/><Relationship Id="rId15" Type="http://schemas.openxmlformats.org/officeDocument/2006/relationships/slide" Target="slides/slide7.xml"/><Relationship Id="rId23" Type="http://schemas.openxmlformats.org/officeDocument/2006/relationships/theme" Target="theme/theme1.xml"/><Relationship Id="rId10" Type="http://schemas.openxmlformats.org/officeDocument/2006/relationships/slide" Target="slides/slide2.xml"/><Relationship Id="rId19" Type="http://schemas.openxmlformats.org/officeDocument/2006/relationships/handoutMaster" Target="handoutMasters/handout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9" name="Rectangle 5">
            <a:extLst>
              <a:ext uri="{FF2B5EF4-FFF2-40B4-BE49-F238E27FC236}">
                <a16:creationId xmlns:a16="http://schemas.microsoft.com/office/drawing/2014/main" id="{1EFB64EB-4201-4217-9704-A4C86AB799A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45033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334" tIns="45167" rIns="90334" bIns="45167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endParaRPr lang="en-GB" altLang="x-none"/>
          </a:p>
        </p:txBody>
      </p:sp>
      <p:sp>
        <p:nvSpPr>
          <p:cNvPr id="36870" name="Rectangle 6">
            <a:extLst>
              <a:ext uri="{FF2B5EF4-FFF2-40B4-BE49-F238E27FC236}">
                <a16:creationId xmlns:a16="http://schemas.microsoft.com/office/drawing/2014/main" id="{55689B8A-29DF-482E-94B6-9740F70E104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078" y="0"/>
            <a:ext cx="2945033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334" tIns="45167" rIns="90334" bIns="45167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43E0DD24-FEA3-4BE9-B887-5215351E7D23}" type="datetimeFigureOut">
              <a:rPr lang="en-GB" altLang="x-none"/>
              <a:pPr/>
              <a:t>05/03/2026</a:t>
            </a:fld>
            <a:endParaRPr lang="en-GB" altLang="x-none"/>
          </a:p>
        </p:txBody>
      </p:sp>
      <p:sp>
        <p:nvSpPr>
          <p:cNvPr id="36871" name="Rectangle 7">
            <a:extLst>
              <a:ext uri="{FF2B5EF4-FFF2-40B4-BE49-F238E27FC236}">
                <a16:creationId xmlns:a16="http://schemas.microsoft.com/office/drawing/2014/main" id="{829A7B45-BF4C-4AE2-96C7-65A834E3ABE6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428736"/>
            <a:ext cx="2945033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334" tIns="45167" rIns="90334" bIns="45167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endParaRPr lang="en-GB" altLang="x-none"/>
          </a:p>
        </p:txBody>
      </p:sp>
      <p:sp>
        <p:nvSpPr>
          <p:cNvPr id="36872" name="Rectangle 8">
            <a:extLst>
              <a:ext uri="{FF2B5EF4-FFF2-40B4-BE49-F238E27FC236}">
                <a16:creationId xmlns:a16="http://schemas.microsoft.com/office/drawing/2014/main" id="{35E06AF7-EEA8-4CE5-9185-5932ABF10F28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078" y="9428736"/>
            <a:ext cx="2945033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334" tIns="45167" rIns="90334" bIns="45167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C2EBD03D-56D0-4856-9847-C0A4CFA9836D}" type="slidenum">
              <a:rPr lang="en-GB" altLang="x-none"/>
              <a:pPr/>
              <a:t>‹Nr.›</a:t>
            </a:fld>
            <a:endParaRPr lang="en-GB" altLang="x-none"/>
          </a:p>
        </p:txBody>
      </p:sp>
    </p:spTree>
    <p:extLst>
      <p:ext uri="{BB962C8B-B14F-4D97-AF65-F5344CB8AC3E}">
        <p14:creationId xmlns:p14="http://schemas.microsoft.com/office/powerpoint/2010/main" val="22848308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4">
            <a:extLst>
              <a:ext uri="{FF2B5EF4-FFF2-40B4-BE49-F238E27FC236}">
                <a16:creationId xmlns:a16="http://schemas.microsoft.com/office/drawing/2014/main" id="{14BD549B-341F-4705-81DD-FB2DC677929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488" y="744538"/>
            <a:ext cx="6616700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A9A28A8F-3F23-4631-B86F-19C0BDA4721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45033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334" tIns="45167" rIns="90334" bIns="45167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endParaRPr lang="en-GB" altLang="x-none"/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4F43F84B-4B30-4B19-8426-990D8A29C2BE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6387" y="4715153"/>
            <a:ext cx="4944902" cy="4466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x-none"/>
              <a:t>Click to edit Master text styles</a:t>
            </a:r>
          </a:p>
          <a:p>
            <a:pPr lvl="1"/>
            <a:r>
              <a:rPr lang="en-GB" altLang="x-none"/>
              <a:t>Second level</a:t>
            </a:r>
          </a:p>
          <a:p>
            <a:pPr lvl="2"/>
            <a:r>
              <a:rPr lang="en-GB" altLang="x-none"/>
              <a:t>Third level</a:t>
            </a:r>
          </a:p>
          <a:p>
            <a:pPr lvl="3"/>
            <a:r>
              <a:rPr lang="en-GB" altLang="x-none"/>
              <a:t>Fourth level</a:t>
            </a:r>
          </a:p>
          <a:p>
            <a:pPr lvl="4"/>
            <a:r>
              <a:rPr lang="en-GB" altLang="x-none"/>
              <a:t>Fifth level</a:t>
            </a:r>
          </a:p>
        </p:txBody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8E756EB2-34C5-436A-ABD7-978D6A4DF99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51078" y="0"/>
            <a:ext cx="2945033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334" tIns="45167" rIns="90334" bIns="45167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60C18952-D8C4-48E5-9C2B-5D104BB674C5}" type="datetimeFigureOut">
              <a:rPr lang="en-GB" altLang="x-none"/>
              <a:pPr/>
              <a:t>05/03/2026</a:t>
            </a:fld>
            <a:endParaRPr lang="en-GB" altLang="x-none"/>
          </a:p>
        </p:txBody>
      </p:sp>
      <p:sp>
        <p:nvSpPr>
          <p:cNvPr id="25608" name="Rectangle 8">
            <a:extLst>
              <a:ext uri="{FF2B5EF4-FFF2-40B4-BE49-F238E27FC236}">
                <a16:creationId xmlns:a16="http://schemas.microsoft.com/office/drawing/2014/main" id="{DF02C9F1-16A4-4AC4-B43D-3766BECFCB4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28736"/>
            <a:ext cx="2945033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334" tIns="45167" rIns="90334" bIns="45167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endParaRPr lang="en-GB" altLang="x-none"/>
          </a:p>
        </p:txBody>
      </p:sp>
      <p:sp>
        <p:nvSpPr>
          <p:cNvPr id="25609" name="Rectangle 9">
            <a:extLst>
              <a:ext uri="{FF2B5EF4-FFF2-40B4-BE49-F238E27FC236}">
                <a16:creationId xmlns:a16="http://schemas.microsoft.com/office/drawing/2014/main" id="{49E4C7CB-06D8-4759-8E00-777CD56240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078" y="9428736"/>
            <a:ext cx="2945033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334" tIns="45167" rIns="90334" bIns="45167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40D4A133-3E39-4343-A036-3D58BF7031A0}" type="slidenum">
              <a:rPr lang="en-GB" altLang="x-none"/>
              <a:pPr/>
              <a:t>‹Nr.›</a:t>
            </a:fld>
            <a:endParaRPr lang="en-GB" altLang="x-none"/>
          </a:p>
        </p:txBody>
      </p:sp>
    </p:spTree>
    <p:extLst>
      <p:ext uri="{BB962C8B-B14F-4D97-AF65-F5344CB8AC3E}">
        <p14:creationId xmlns:p14="http://schemas.microsoft.com/office/powerpoint/2010/main" val="287620953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4A133-3E39-4343-A036-3D58BF7031A0}" type="slidenum">
              <a:rPr lang="en-GB" altLang="x-none" smtClean="0"/>
              <a:pPr/>
              <a:t>1</a:t>
            </a:fld>
            <a:endParaRPr lang="en-GB" altLang="x-none"/>
          </a:p>
        </p:txBody>
      </p:sp>
    </p:spTree>
    <p:extLst>
      <p:ext uri="{BB962C8B-B14F-4D97-AF65-F5344CB8AC3E}">
        <p14:creationId xmlns:p14="http://schemas.microsoft.com/office/powerpoint/2010/main" val="32052002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4A133-3E39-4343-A036-3D58BF7031A0}" type="slidenum">
              <a:rPr lang="en-GB" altLang="x-none" smtClean="0"/>
              <a:pPr/>
              <a:t>9</a:t>
            </a:fld>
            <a:endParaRPr lang="en-GB" altLang="x-none"/>
          </a:p>
        </p:txBody>
      </p:sp>
    </p:spTree>
    <p:extLst>
      <p:ext uri="{BB962C8B-B14F-4D97-AF65-F5344CB8AC3E}">
        <p14:creationId xmlns:p14="http://schemas.microsoft.com/office/powerpoint/2010/main" val="38585186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id">
            <a:extLst>
              <a:ext uri="{FF2B5EF4-FFF2-40B4-BE49-F238E27FC236}">
                <a16:creationId xmlns:a16="http://schemas.microsoft.com/office/drawing/2014/main" id="{5B3561AA-9BBA-42F3-A881-B78F96DF85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2460405"/>
            <a:ext cx="12191999" cy="3797300"/>
          </a:xfrm>
          <a:prstGeom prst="rect">
            <a:avLst/>
          </a:prstGeom>
        </p:spPr>
      </p:pic>
      <p:sp>
        <p:nvSpPr>
          <p:cNvPr id="10" name="Tagline">
            <a:extLst>
              <a:ext uri="{FF2B5EF4-FFF2-40B4-BE49-F238E27FC236}">
                <a16:creationId xmlns:a16="http://schemas.microsoft.com/office/drawing/2014/main" id="{1989C9C9-D4B4-43FA-AF09-815D6747C249}"/>
              </a:ext>
            </a:extLst>
          </p:cNvPr>
          <p:cNvSpPr txBox="1"/>
          <p:nvPr userDrawn="1"/>
        </p:nvSpPr>
        <p:spPr bwMode="gray">
          <a:xfrm>
            <a:off x="412724" y="6185766"/>
            <a:ext cx="47351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noProof="0" dirty="0">
                <a:solidFill>
                  <a:schemeClr val="accent2"/>
                </a:solidFill>
              </a:rPr>
              <a:t>Autoneum. Mastering sound and heat.</a:t>
            </a:r>
          </a:p>
        </p:txBody>
      </p:sp>
      <p:sp>
        <p:nvSpPr>
          <p:cNvPr id="65543" name="Subtitle">
            <a:extLst>
              <a:ext uri="{FF2B5EF4-FFF2-40B4-BE49-F238E27FC236}">
                <a16:creationId xmlns:a16="http://schemas.microsoft.com/office/drawing/2014/main" id="{EA4F3126-A5AE-4CCF-987E-DBA5201BACE4}"/>
              </a:ext>
            </a:extLst>
          </p:cNvPr>
          <p:cNvSpPr>
            <a:spLocks noGrp="1" noChangeArrowheads="1"/>
          </p:cNvSpPr>
          <p:nvPr>
            <p:ph type="subTitle" idx="1" hasCustomPrompt="1"/>
          </p:nvPr>
        </p:nvSpPr>
        <p:spPr bwMode="gray">
          <a:xfrm>
            <a:off x="503238" y="1718889"/>
            <a:ext cx="11201399" cy="810705"/>
          </a:xfrm>
        </p:spPr>
        <p:txBody>
          <a:bodyPr/>
          <a:lstStyle>
            <a:lvl1pPr>
              <a:lnSpc>
                <a:spcPts val="4600"/>
              </a:lnSpc>
              <a:spcBef>
                <a:spcPct val="0"/>
              </a:spcBef>
              <a:spcAft>
                <a:spcPct val="0"/>
              </a:spcAft>
              <a:defRPr sz="42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altLang="x-none" noProof="0" dirty="0"/>
              <a:t>Click to add subtitle</a:t>
            </a:r>
          </a:p>
        </p:txBody>
      </p:sp>
      <p:sp>
        <p:nvSpPr>
          <p:cNvPr id="65540" name="Title">
            <a:extLst>
              <a:ext uri="{FF2B5EF4-FFF2-40B4-BE49-F238E27FC236}">
                <a16:creationId xmlns:a16="http://schemas.microsoft.com/office/drawing/2014/main" id="{109EA18E-19BE-4C23-AAA8-5BF6D31DE262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 bwMode="gray">
          <a:xfrm>
            <a:off x="503238" y="1262195"/>
            <a:ext cx="11201399" cy="409575"/>
          </a:xfrm>
        </p:spPr>
        <p:txBody>
          <a:bodyPr anchor="b"/>
          <a:lstStyle>
            <a:lvl1pPr>
              <a:lnSpc>
                <a:spcPts val="2600"/>
              </a:lnSpc>
              <a:defRPr sz="2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altLang="x-none" noProof="0" dirty="0"/>
              <a:t>Click to add title</a:t>
            </a:r>
          </a:p>
        </p:txBody>
      </p:sp>
      <p:grpSp>
        <p:nvGrpSpPr>
          <p:cNvPr id="16" name="Logo_Color">
            <a:extLst>
              <a:ext uri="{FF2B5EF4-FFF2-40B4-BE49-F238E27FC236}">
                <a16:creationId xmlns:a16="http://schemas.microsoft.com/office/drawing/2014/main" id="{E2885034-D7C7-40E1-A005-2EE9DA3304D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087820" y="495720"/>
            <a:ext cx="1612800" cy="229651"/>
            <a:chOff x="1030968" y="702286"/>
            <a:chExt cx="1211122" cy="172455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582F804-F601-4DBF-971F-8101295C2CB8}"/>
                </a:ext>
              </a:extLst>
            </p:cNvPr>
            <p:cNvSpPr/>
            <p:nvPr/>
          </p:nvSpPr>
          <p:spPr>
            <a:xfrm>
              <a:off x="1344835" y="707326"/>
              <a:ext cx="104775" cy="161925"/>
            </a:xfrm>
            <a:custGeom>
              <a:avLst/>
              <a:gdLst>
                <a:gd name="connsiteX0" fmla="*/ 7144 w 104775"/>
                <a:gd name="connsiteY0" fmla="*/ 44672 h 161925"/>
                <a:gd name="connsiteX1" fmla="*/ 7144 w 104775"/>
                <a:gd name="connsiteY1" fmla="*/ 44672 h 161925"/>
                <a:gd name="connsiteX2" fmla="*/ 7144 w 104775"/>
                <a:gd name="connsiteY2" fmla="*/ 88011 h 161925"/>
                <a:gd name="connsiteX3" fmla="*/ 72580 w 104775"/>
                <a:gd name="connsiteY3" fmla="*/ 158401 h 161925"/>
                <a:gd name="connsiteX4" fmla="*/ 98013 w 104775"/>
                <a:gd name="connsiteY4" fmla="*/ 158401 h 161925"/>
                <a:gd name="connsiteX5" fmla="*/ 98013 w 104775"/>
                <a:gd name="connsiteY5" fmla="*/ 121063 h 161925"/>
                <a:gd name="connsiteX6" fmla="*/ 72580 w 104775"/>
                <a:gd name="connsiteY6" fmla="*/ 121063 h 161925"/>
                <a:gd name="connsiteX7" fmla="*/ 42672 w 104775"/>
                <a:gd name="connsiteY7" fmla="*/ 88011 h 161925"/>
                <a:gd name="connsiteX8" fmla="*/ 42672 w 104775"/>
                <a:gd name="connsiteY8" fmla="*/ 44672 h 161925"/>
                <a:gd name="connsiteX9" fmla="*/ 98774 w 104775"/>
                <a:gd name="connsiteY9" fmla="*/ 44672 h 161925"/>
                <a:gd name="connsiteX10" fmla="*/ 98774 w 104775"/>
                <a:gd name="connsiteY10" fmla="*/ 7144 h 161925"/>
                <a:gd name="connsiteX11" fmla="*/ 7144 w 104775"/>
                <a:gd name="connsiteY11" fmla="*/ 7144 h 161925"/>
                <a:gd name="connsiteX12" fmla="*/ 7144 w 104775"/>
                <a:gd name="connsiteY12" fmla="*/ 44672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775" h="161925">
                  <a:moveTo>
                    <a:pt x="7144" y="44672"/>
                  </a:moveTo>
                  <a:lnTo>
                    <a:pt x="7144" y="44672"/>
                  </a:lnTo>
                  <a:lnTo>
                    <a:pt x="7144" y="88011"/>
                  </a:lnTo>
                  <a:cubicBezTo>
                    <a:pt x="7144" y="129445"/>
                    <a:pt x="34004" y="158401"/>
                    <a:pt x="72580" y="158401"/>
                  </a:cubicBezTo>
                  <a:lnTo>
                    <a:pt x="98013" y="158401"/>
                  </a:lnTo>
                  <a:lnTo>
                    <a:pt x="98013" y="121063"/>
                  </a:lnTo>
                  <a:lnTo>
                    <a:pt x="72580" y="121063"/>
                  </a:lnTo>
                  <a:cubicBezTo>
                    <a:pt x="53530" y="121063"/>
                    <a:pt x="42672" y="108966"/>
                    <a:pt x="42672" y="88011"/>
                  </a:cubicBezTo>
                  <a:lnTo>
                    <a:pt x="42672" y="44672"/>
                  </a:lnTo>
                  <a:lnTo>
                    <a:pt x="98774" y="44672"/>
                  </a:lnTo>
                  <a:lnTo>
                    <a:pt x="98774" y="7144"/>
                  </a:lnTo>
                  <a:lnTo>
                    <a:pt x="7144" y="7144"/>
                  </a:lnTo>
                  <a:lnTo>
                    <a:pt x="7144" y="44672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07D9C56-5B20-4F59-B94D-B9524116AF86}"/>
                </a:ext>
              </a:extLst>
            </p:cNvPr>
            <p:cNvSpPr/>
            <p:nvPr/>
          </p:nvSpPr>
          <p:spPr>
            <a:xfrm>
              <a:off x="1429987" y="702401"/>
              <a:ext cx="171450" cy="171450"/>
            </a:xfrm>
            <a:custGeom>
              <a:avLst/>
              <a:gdLst>
                <a:gd name="connsiteX0" fmla="*/ 89822 w 171450"/>
                <a:gd name="connsiteY0" fmla="*/ 7211 h 171450"/>
                <a:gd name="connsiteX1" fmla="*/ 7211 w 171450"/>
                <a:gd name="connsiteY1" fmla="*/ 83345 h 171450"/>
                <a:gd name="connsiteX2" fmla="*/ 83345 w 171450"/>
                <a:gd name="connsiteY2" fmla="*/ 165956 h 171450"/>
                <a:gd name="connsiteX3" fmla="*/ 165956 w 171450"/>
                <a:gd name="connsiteY3" fmla="*/ 89822 h 171450"/>
                <a:gd name="connsiteX4" fmla="*/ 166022 w 171450"/>
                <a:gd name="connsiteY4" fmla="*/ 86554 h 171450"/>
                <a:gd name="connsiteX5" fmla="*/ 89950 w 171450"/>
                <a:gd name="connsiteY5" fmla="*/ 7213 h 171450"/>
                <a:gd name="connsiteX6" fmla="*/ 89822 w 171450"/>
                <a:gd name="connsiteY6" fmla="*/ 7211 h 171450"/>
                <a:gd name="connsiteX7" fmla="*/ 89822 w 171450"/>
                <a:gd name="connsiteY7" fmla="*/ 133417 h 171450"/>
                <a:gd name="connsiteX8" fmla="*/ 40189 w 171450"/>
                <a:gd name="connsiteY8" fmla="*/ 89499 h 171450"/>
                <a:gd name="connsiteX9" fmla="*/ 84108 w 171450"/>
                <a:gd name="connsiteY9" fmla="*/ 39866 h 171450"/>
                <a:gd name="connsiteX10" fmla="*/ 133741 w 171450"/>
                <a:gd name="connsiteY10" fmla="*/ 83784 h 171450"/>
                <a:gd name="connsiteX11" fmla="*/ 133828 w 171450"/>
                <a:gd name="connsiteY11" fmla="*/ 86554 h 171450"/>
                <a:gd name="connsiteX12" fmla="*/ 89822 w 171450"/>
                <a:gd name="connsiteY12" fmla="*/ 133417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1450" h="171450">
                  <a:moveTo>
                    <a:pt x="89822" y="7211"/>
                  </a:moveTo>
                  <a:cubicBezTo>
                    <a:pt x="45986" y="5422"/>
                    <a:pt x="9000" y="39509"/>
                    <a:pt x="7211" y="83345"/>
                  </a:cubicBezTo>
                  <a:cubicBezTo>
                    <a:pt x="5422" y="127181"/>
                    <a:pt x="39509" y="164167"/>
                    <a:pt x="83345" y="165956"/>
                  </a:cubicBezTo>
                  <a:cubicBezTo>
                    <a:pt x="127181" y="167745"/>
                    <a:pt x="164167" y="133658"/>
                    <a:pt x="165956" y="89822"/>
                  </a:cubicBezTo>
                  <a:cubicBezTo>
                    <a:pt x="166000" y="88733"/>
                    <a:pt x="166022" y="87644"/>
                    <a:pt x="166022" y="86554"/>
                  </a:cubicBezTo>
                  <a:cubicBezTo>
                    <a:pt x="166925" y="43638"/>
                    <a:pt x="132866" y="8116"/>
                    <a:pt x="89950" y="7213"/>
                  </a:cubicBezTo>
                  <a:cubicBezTo>
                    <a:pt x="89907" y="7212"/>
                    <a:pt x="89865" y="7212"/>
                    <a:pt x="89822" y="7211"/>
                  </a:cubicBezTo>
                  <a:close/>
                  <a:moveTo>
                    <a:pt x="89822" y="133417"/>
                  </a:moveTo>
                  <a:cubicBezTo>
                    <a:pt x="63989" y="134995"/>
                    <a:pt x="41767" y="115332"/>
                    <a:pt x="40189" y="89499"/>
                  </a:cubicBezTo>
                  <a:cubicBezTo>
                    <a:pt x="38611" y="63665"/>
                    <a:pt x="58274" y="41444"/>
                    <a:pt x="84108" y="39866"/>
                  </a:cubicBezTo>
                  <a:cubicBezTo>
                    <a:pt x="109941" y="38288"/>
                    <a:pt x="132163" y="57951"/>
                    <a:pt x="133741" y="83784"/>
                  </a:cubicBezTo>
                  <a:cubicBezTo>
                    <a:pt x="133797" y="84706"/>
                    <a:pt x="133826" y="85630"/>
                    <a:pt x="133828" y="86554"/>
                  </a:cubicBezTo>
                  <a:cubicBezTo>
                    <a:pt x="134524" y="111611"/>
                    <a:pt x="114874" y="132537"/>
                    <a:pt x="89822" y="133417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DF7311F-3F3E-40F3-B393-7B09ABB83C44}"/>
                </a:ext>
              </a:extLst>
            </p:cNvPr>
            <p:cNvSpPr/>
            <p:nvPr/>
          </p:nvSpPr>
          <p:spPr>
            <a:xfrm>
              <a:off x="1902620" y="707040"/>
              <a:ext cx="123825" cy="161925"/>
            </a:xfrm>
            <a:custGeom>
              <a:avLst/>
              <a:gdLst>
                <a:gd name="connsiteX0" fmla="*/ 110013 w 123825"/>
                <a:gd name="connsiteY0" fmla="*/ 96679 h 161925"/>
                <a:gd name="connsiteX1" fmla="*/ 65436 w 123825"/>
                <a:gd name="connsiteY1" fmla="*/ 147161 h 161925"/>
                <a:gd name="connsiteX2" fmla="*/ 20954 w 123825"/>
                <a:gd name="connsiteY2" fmla="*/ 96679 h 161925"/>
                <a:gd name="connsiteX3" fmla="*/ 20954 w 123825"/>
                <a:gd name="connsiteY3" fmla="*/ 7144 h 161925"/>
                <a:gd name="connsiteX4" fmla="*/ 7238 w 123825"/>
                <a:gd name="connsiteY4" fmla="*/ 7144 h 161925"/>
                <a:gd name="connsiteX5" fmla="*/ 7238 w 123825"/>
                <a:gd name="connsiteY5" fmla="*/ 96679 h 161925"/>
                <a:gd name="connsiteX6" fmla="*/ 26288 w 123825"/>
                <a:gd name="connsiteY6" fmla="*/ 146018 h 161925"/>
                <a:gd name="connsiteX7" fmla="*/ 103536 w 123825"/>
                <a:gd name="connsiteY7" fmla="*/ 146018 h 161925"/>
                <a:gd name="connsiteX8" fmla="*/ 123062 w 123825"/>
                <a:gd name="connsiteY8" fmla="*/ 96679 h 161925"/>
                <a:gd name="connsiteX9" fmla="*/ 123063 w 123825"/>
                <a:gd name="connsiteY9" fmla="*/ 7144 h 161925"/>
                <a:gd name="connsiteX10" fmla="*/ 109346 w 123825"/>
                <a:gd name="connsiteY10" fmla="*/ 7144 h 161925"/>
                <a:gd name="connsiteX11" fmla="*/ 109346 w 123825"/>
                <a:gd name="connsiteY11" fmla="*/ 96679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3825" h="161925">
                  <a:moveTo>
                    <a:pt x="110013" y="96679"/>
                  </a:moveTo>
                  <a:cubicBezTo>
                    <a:pt x="110013" y="133731"/>
                    <a:pt x="83343" y="147161"/>
                    <a:pt x="65436" y="147161"/>
                  </a:cubicBezTo>
                  <a:cubicBezTo>
                    <a:pt x="47529" y="147161"/>
                    <a:pt x="20954" y="133731"/>
                    <a:pt x="20954" y="96679"/>
                  </a:cubicBezTo>
                  <a:lnTo>
                    <a:pt x="20954" y="7144"/>
                  </a:lnTo>
                  <a:lnTo>
                    <a:pt x="7238" y="7144"/>
                  </a:lnTo>
                  <a:lnTo>
                    <a:pt x="7238" y="96679"/>
                  </a:lnTo>
                  <a:cubicBezTo>
                    <a:pt x="6241" y="115092"/>
                    <a:pt x="13176" y="133052"/>
                    <a:pt x="26288" y="146018"/>
                  </a:cubicBezTo>
                  <a:cubicBezTo>
                    <a:pt x="47937" y="166568"/>
                    <a:pt x="81887" y="166568"/>
                    <a:pt x="103536" y="146018"/>
                  </a:cubicBezTo>
                  <a:cubicBezTo>
                    <a:pt x="116782" y="133108"/>
                    <a:pt x="123886" y="115157"/>
                    <a:pt x="123062" y="96679"/>
                  </a:cubicBezTo>
                  <a:lnTo>
                    <a:pt x="123063" y="7144"/>
                  </a:lnTo>
                  <a:lnTo>
                    <a:pt x="109346" y="7144"/>
                  </a:lnTo>
                  <a:lnTo>
                    <a:pt x="109346" y="96679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DBA2570-1228-4E11-BD96-6DB545B8DC86}"/>
                </a:ext>
              </a:extLst>
            </p:cNvPr>
            <p:cNvSpPr/>
            <p:nvPr/>
          </p:nvSpPr>
          <p:spPr>
            <a:xfrm>
              <a:off x="1182931" y="707040"/>
              <a:ext cx="161925" cy="161925"/>
            </a:xfrm>
            <a:custGeom>
              <a:avLst/>
              <a:gdLst>
                <a:gd name="connsiteX0" fmla="*/ 116279 w 161925"/>
                <a:gd name="connsiteY0" fmla="*/ 77819 h 161925"/>
                <a:gd name="connsiteX1" fmla="*/ 81989 w 161925"/>
                <a:gd name="connsiteY1" fmla="*/ 117824 h 161925"/>
                <a:gd name="connsiteX2" fmla="*/ 47603 w 161925"/>
                <a:gd name="connsiteY2" fmla="*/ 77819 h 161925"/>
                <a:gd name="connsiteX3" fmla="*/ 47603 w 161925"/>
                <a:gd name="connsiteY3" fmla="*/ 7144 h 161925"/>
                <a:gd name="connsiteX4" fmla="*/ 7217 w 161925"/>
                <a:gd name="connsiteY4" fmla="*/ 7144 h 161925"/>
                <a:gd name="connsiteX5" fmla="*/ 7217 w 161925"/>
                <a:gd name="connsiteY5" fmla="*/ 77819 h 161925"/>
                <a:gd name="connsiteX6" fmla="*/ 32268 w 161925"/>
                <a:gd name="connsiteY6" fmla="*/ 140493 h 161925"/>
                <a:gd name="connsiteX7" fmla="*/ 131329 w 161925"/>
                <a:gd name="connsiteY7" fmla="*/ 140493 h 161925"/>
                <a:gd name="connsiteX8" fmla="*/ 156379 w 161925"/>
                <a:gd name="connsiteY8" fmla="*/ 77914 h 161925"/>
                <a:gd name="connsiteX9" fmla="*/ 156379 w 161925"/>
                <a:gd name="connsiteY9" fmla="*/ 7144 h 161925"/>
                <a:gd name="connsiteX10" fmla="*/ 115993 w 161925"/>
                <a:gd name="connsiteY10" fmla="*/ 7144 h 161925"/>
                <a:gd name="connsiteX11" fmla="*/ 115993 w 161925"/>
                <a:gd name="connsiteY11" fmla="*/ 77819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925" h="161925">
                  <a:moveTo>
                    <a:pt x="116279" y="77819"/>
                  </a:moveTo>
                  <a:cubicBezTo>
                    <a:pt x="116279" y="109442"/>
                    <a:pt x="93895" y="117824"/>
                    <a:pt x="81989" y="117824"/>
                  </a:cubicBezTo>
                  <a:cubicBezTo>
                    <a:pt x="70082" y="117824"/>
                    <a:pt x="47603" y="109442"/>
                    <a:pt x="47603" y="77819"/>
                  </a:cubicBezTo>
                  <a:lnTo>
                    <a:pt x="47603" y="7144"/>
                  </a:lnTo>
                  <a:lnTo>
                    <a:pt x="7217" y="7144"/>
                  </a:lnTo>
                  <a:lnTo>
                    <a:pt x="7217" y="77819"/>
                  </a:lnTo>
                  <a:cubicBezTo>
                    <a:pt x="6222" y="101331"/>
                    <a:pt x="15341" y="124145"/>
                    <a:pt x="32268" y="140493"/>
                  </a:cubicBezTo>
                  <a:cubicBezTo>
                    <a:pt x="60063" y="166765"/>
                    <a:pt x="103534" y="166765"/>
                    <a:pt x="131329" y="140493"/>
                  </a:cubicBezTo>
                  <a:cubicBezTo>
                    <a:pt x="148241" y="124174"/>
                    <a:pt x="157359" y="101396"/>
                    <a:pt x="156379" y="77914"/>
                  </a:cubicBezTo>
                  <a:lnTo>
                    <a:pt x="156379" y="7144"/>
                  </a:lnTo>
                  <a:lnTo>
                    <a:pt x="115993" y="7144"/>
                  </a:lnTo>
                  <a:lnTo>
                    <a:pt x="115993" y="77819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A931A55-6E26-4697-B813-EAE5E6FE3BEB}"/>
                </a:ext>
              </a:extLst>
            </p:cNvPr>
            <p:cNvSpPr/>
            <p:nvPr/>
          </p:nvSpPr>
          <p:spPr>
            <a:xfrm>
              <a:off x="1596891" y="702962"/>
              <a:ext cx="142875" cy="161925"/>
            </a:xfrm>
            <a:custGeom>
              <a:avLst/>
              <a:gdLst>
                <a:gd name="connsiteX0" fmla="*/ 117799 w 142875"/>
                <a:gd name="connsiteY0" fmla="*/ 24653 h 161925"/>
                <a:gd name="connsiteX1" fmla="*/ 29598 w 142875"/>
                <a:gd name="connsiteY1" fmla="*/ 24653 h 161925"/>
                <a:gd name="connsiteX2" fmla="*/ 7214 w 142875"/>
                <a:gd name="connsiteY2" fmla="*/ 80850 h 161925"/>
                <a:gd name="connsiteX3" fmla="*/ 7214 w 142875"/>
                <a:gd name="connsiteY3" fmla="*/ 160860 h 161925"/>
                <a:gd name="connsiteX4" fmla="*/ 31884 w 142875"/>
                <a:gd name="connsiteY4" fmla="*/ 160860 h 161925"/>
                <a:gd name="connsiteX5" fmla="*/ 31884 w 142875"/>
                <a:gd name="connsiteY5" fmla="*/ 80850 h 161925"/>
                <a:gd name="connsiteX6" fmla="*/ 73794 w 142875"/>
                <a:gd name="connsiteY6" fmla="*/ 33225 h 161925"/>
                <a:gd name="connsiteX7" fmla="*/ 115704 w 142875"/>
                <a:gd name="connsiteY7" fmla="*/ 80850 h 161925"/>
                <a:gd name="connsiteX8" fmla="*/ 115704 w 142875"/>
                <a:gd name="connsiteY8" fmla="*/ 160860 h 161925"/>
                <a:gd name="connsiteX9" fmla="*/ 140469 w 142875"/>
                <a:gd name="connsiteY9" fmla="*/ 160860 h 161925"/>
                <a:gd name="connsiteX10" fmla="*/ 140469 w 142875"/>
                <a:gd name="connsiteY10" fmla="*/ 80850 h 161925"/>
                <a:gd name="connsiteX11" fmla="*/ 118180 w 142875"/>
                <a:gd name="connsiteY11" fmla="*/ 24653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2875" h="161925">
                  <a:moveTo>
                    <a:pt x="117799" y="24653"/>
                  </a:moveTo>
                  <a:cubicBezTo>
                    <a:pt x="93033" y="1307"/>
                    <a:pt x="54364" y="1307"/>
                    <a:pt x="29598" y="24653"/>
                  </a:cubicBezTo>
                  <a:cubicBezTo>
                    <a:pt x="14441" y="39321"/>
                    <a:pt x="6293" y="59778"/>
                    <a:pt x="7214" y="80850"/>
                  </a:cubicBezTo>
                  <a:lnTo>
                    <a:pt x="7214" y="160860"/>
                  </a:lnTo>
                  <a:lnTo>
                    <a:pt x="31884" y="160860"/>
                  </a:lnTo>
                  <a:lnTo>
                    <a:pt x="31884" y="80850"/>
                  </a:lnTo>
                  <a:cubicBezTo>
                    <a:pt x="31884" y="42750"/>
                    <a:pt x="59220" y="33225"/>
                    <a:pt x="73794" y="33225"/>
                  </a:cubicBezTo>
                  <a:cubicBezTo>
                    <a:pt x="88367" y="33225"/>
                    <a:pt x="115704" y="43226"/>
                    <a:pt x="115704" y="80850"/>
                  </a:cubicBezTo>
                  <a:lnTo>
                    <a:pt x="115704" y="160860"/>
                  </a:lnTo>
                  <a:lnTo>
                    <a:pt x="140469" y="160860"/>
                  </a:lnTo>
                  <a:lnTo>
                    <a:pt x="140469" y="80850"/>
                  </a:lnTo>
                  <a:cubicBezTo>
                    <a:pt x="141366" y="59801"/>
                    <a:pt x="133261" y="39365"/>
                    <a:pt x="118180" y="24653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80CF33C-B321-4E76-99C3-7DD91F132E4B}"/>
                </a:ext>
              </a:extLst>
            </p:cNvPr>
            <p:cNvSpPr/>
            <p:nvPr/>
          </p:nvSpPr>
          <p:spPr>
            <a:xfrm>
              <a:off x="2032540" y="703230"/>
              <a:ext cx="209550" cy="161925"/>
            </a:xfrm>
            <a:custGeom>
              <a:avLst/>
              <a:gdLst>
                <a:gd name="connsiteX0" fmla="*/ 157163 w 209550"/>
                <a:gd name="connsiteY0" fmla="*/ 7144 h 161925"/>
                <a:gd name="connsiteX1" fmla="*/ 108680 w 209550"/>
                <a:gd name="connsiteY1" fmla="*/ 40481 h 161925"/>
                <a:gd name="connsiteX2" fmla="*/ 60197 w 209550"/>
                <a:gd name="connsiteY2" fmla="*/ 7144 h 161925"/>
                <a:gd name="connsiteX3" fmla="*/ 7144 w 209550"/>
                <a:gd name="connsiteY3" fmla="*/ 66389 h 161925"/>
                <a:gd name="connsiteX4" fmla="*/ 7144 w 209550"/>
                <a:gd name="connsiteY4" fmla="*/ 160687 h 161925"/>
                <a:gd name="connsiteX5" fmla="*/ 16669 w 209550"/>
                <a:gd name="connsiteY5" fmla="*/ 160687 h 161925"/>
                <a:gd name="connsiteX6" fmla="*/ 16669 w 209550"/>
                <a:gd name="connsiteY6" fmla="*/ 66389 h 161925"/>
                <a:gd name="connsiteX7" fmla="*/ 60579 w 209550"/>
                <a:gd name="connsiteY7" fmla="*/ 16764 h 161925"/>
                <a:gd name="connsiteX8" fmla="*/ 104489 w 209550"/>
                <a:gd name="connsiteY8" fmla="*/ 66104 h 161925"/>
                <a:gd name="connsiteX9" fmla="*/ 104489 w 209550"/>
                <a:gd name="connsiteY9" fmla="*/ 160687 h 161925"/>
                <a:gd name="connsiteX10" fmla="*/ 114014 w 209550"/>
                <a:gd name="connsiteY10" fmla="*/ 160687 h 161925"/>
                <a:gd name="connsiteX11" fmla="*/ 114014 w 209550"/>
                <a:gd name="connsiteY11" fmla="*/ 66104 h 161925"/>
                <a:gd name="connsiteX12" fmla="*/ 157925 w 209550"/>
                <a:gd name="connsiteY12" fmla="*/ 16764 h 161925"/>
                <a:gd name="connsiteX13" fmla="*/ 201835 w 209550"/>
                <a:gd name="connsiteY13" fmla="*/ 66389 h 161925"/>
                <a:gd name="connsiteX14" fmla="*/ 201835 w 209550"/>
                <a:gd name="connsiteY14" fmla="*/ 160687 h 161925"/>
                <a:gd name="connsiteX15" fmla="*/ 211360 w 209550"/>
                <a:gd name="connsiteY15" fmla="*/ 160687 h 161925"/>
                <a:gd name="connsiteX16" fmla="*/ 211360 w 209550"/>
                <a:gd name="connsiteY16" fmla="*/ 66389 h 161925"/>
                <a:gd name="connsiteX17" fmla="*/ 158210 w 209550"/>
                <a:gd name="connsiteY17" fmla="*/ 71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9550" h="161925">
                  <a:moveTo>
                    <a:pt x="157163" y="7144"/>
                  </a:moveTo>
                  <a:cubicBezTo>
                    <a:pt x="135739" y="7405"/>
                    <a:pt x="116592" y="20571"/>
                    <a:pt x="108680" y="40481"/>
                  </a:cubicBezTo>
                  <a:cubicBezTo>
                    <a:pt x="100789" y="20554"/>
                    <a:pt x="81629" y="7379"/>
                    <a:pt x="60197" y="7144"/>
                  </a:cubicBezTo>
                  <a:cubicBezTo>
                    <a:pt x="38862" y="7144"/>
                    <a:pt x="7144" y="22955"/>
                    <a:pt x="7144" y="66389"/>
                  </a:cubicBezTo>
                  <a:lnTo>
                    <a:pt x="7144" y="160687"/>
                  </a:lnTo>
                  <a:lnTo>
                    <a:pt x="16669" y="160687"/>
                  </a:lnTo>
                  <a:lnTo>
                    <a:pt x="16669" y="66389"/>
                  </a:lnTo>
                  <a:cubicBezTo>
                    <a:pt x="16669" y="30004"/>
                    <a:pt x="42958" y="16764"/>
                    <a:pt x="60579" y="16764"/>
                  </a:cubicBezTo>
                  <a:cubicBezTo>
                    <a:pt x="78200" y="16764"/>
                    <a:pt x="104299" y="30004"/>
                    <a:pt x="104489" y="66104"/>
                  </a:cubicBezTo>
                  <a:lnTo>
                    <a:pt x="104489" y="160687"/>
                  </a:lnTo>
                  <a:lnTo>
                    <a:pt x="114014" y="160687"/>
                  </a:lnTo>
                  <a:lnTo>
                    <a:pt x="114014" y="66104"/>
                  </a:lnTo>
                  <a:cubicBezTo>
                    <a:pt x="114014" y="30004"/>
                    <a:pt x="140303" y="16764"/>
                    <a:pt x="157925" y="16764"/>
                  </a:cubicBezTo>
                  <a:cubicBezTo>
                    <a:pt x="175546" y="16764"/>
                    <a:pt x="201835" y="30004"/>
                    <a:pt x="201835" y="66389"/>
                  </a:cubicBezTo>
                  <a:lnTo>
                    <a:pt x="201835" y="160687"/>
                  </a:lnTo>
                  <a:lnTo>
                    <a:pt x="211360" y="160687"/>
                  </a:lnTo>
                  <a:lnTo>
                    <a:pt x="211360" y="66389"/>
                  </a:lnTo>
                  <a:cubicBezTo>
                    <a:pt x="211360" y="22955"/>
                    <a:pt x="179546" y="7144"/>
                    <a:pt x="158210" y="7144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C9AFCED-6628-40DE-82BD-F29590602CB2}"/>
                </a:ext>
              </a:extLst>
            </p:cNvPr>
            <p:cNvSpPr/>
            <p:nvPr/>
          </p:nvSpPr>
          <p:spPr>
            <a:xfrm>
              <a:off x="1739805" y="703291"/>
              <a:ext cx="161925" cy="171450"/>
            </a:xfrm>
            <a:custGeom>
              <a:avLst/>
              <a:gdLst>
                <a:gd name="connsiteX0" fmla="*/ 98139 w 161925"/>
                <a:gd name="connsiteY0" fmla="*/ 8512 h 171450"/>
                <a:gd name="connsiteX1" fmla="*/ 8993 w 161925"/>
                <a:gd name="connsiteY1" fmla="*/ 69058 h 171450"/>
                <a:gd name="connsiteX2" fmla="*/ 8794 w 161925"/>
                <a:gd name="connsiteY2" fmla="*/ 70138 h 171450"/>
                <a:gd name="connsiteX3" fmla="*/ 68040 w 161925"/>
                <a:gd name="connsiteY3" fmla="*/ 163674 h 171450"/>
                <a:gd name="connsiteX4" fmla="*/ 153765 w 161925"/>
                <a:gd name="connsiteY4" fmla="*/ 113763 h 171450"/>
                <a:gd name="connsiteX5" fmla="*/ 132619 w 161925"/>
                <a:gd name="connsiteY5" fmla="*/ 113763 h 171450"/>
                <a:gd name="connsiteX6" fmla="*/ 71469 w 161925"/>
                <a:gd name="connsiteY6" fmla="*/ 144719 h 171450"/>
                <a:gd name="connsiteX7" fmla="*/ 27273 w 161925"/>
                <a:gd name="connsiteY7" fmla="*/ 94522 h 171450"/>
                <a:gd name="connsiteX8" fmla="*/ 158051 w 161925"/>
                <a:gd name="connsiteY8" fmla="*/ 94522 h 171450"/>
                <a:gd name="connsiteX9" fmla="*/ 97948 w 161925"/>
                <a:gd name="connsiteY9" fmla="*/ 8797 h 171450"/>
                <a:gd name="connsiteX10" fmla="*/ 27844 w 161925"/>
                <a:gd name="connsiteY10" fmla="*/ 75187 h 171450"/>
                <a:gd name="connsiteX11" fmla="*/ 27844 w 161925"/>
                <a:gd name="connsiteY11" fmla="*/ 73853 h 171450"/>
                <a:gd name="connsiteX12" fmla="*/ 92243 w 161925"/>
                <a:gd name="connsiteY12" fmla="*/ 26593 h 171450"/>
                <a:gd name="connsiteX13" fmla="*/ 94519 w 161925"/>
                <a:gd name="connsiteY13" fmla="*/ 26990 h 171450"/>
                <a:gd name="connsiteX14" fmla="*/ 138525 w 161925"/>
                <a:gd name="connsiteY14" fmla="*/ 74615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61925" h="171450">
                  <a:moveTo>
                    <a:pt x="98139" y="8512"/>
                  </a:moveTo>
                  <a:cubicBezTo>
                    <a:pt x="56802" y="614"/>
                    <a:pt x="16890" y="27721"/>
                    <a:pt x="8993" y="69058"/>
                  </a:cubicBezTo>
                  <a:cubicBezTo>
                    <a:pt x="8924" y="69417"/>
                    <a:pt x="8858" y="69778"/>
                    <a:pt x="8794" y="70138"/>
                  </a:cubicBezTo>
                  <a:cubicBezTo>
                    <a:pt x="142" y="112182"/>
                    <a:pt x="26331" y="153529"/>
                    <a:pt x="68040" y="163674"/>
                  </a:cubicBezTo>
                  <a:cubicBezTo>
                    <a:pt x="105095" y="170936"/>
                    <a:pt x="141787" y="149574"/>
                    <a:pt x="153765" y="113763"/>
                  </a:cubicBezTo>
                  <a:lnTo>
                    <a:pt x="132619" y="113763"/>
                  </a:lnTo>
                  <a:cubicBezTo>
                    <a:pt x="121847" y="136981"/>
                    <a:pt x="96558" y="149783"/>
                    <a:pt x="71469" y="144719"/>
                  </a:cubicBezTo>
                  <a:cubicBezTo>
                    <a:pt x="47541" y="139122"/>
                    <a:pt x="29795" y="118966"/>
                    <a:pt x="27273" y="94522"/>
                  </a:cubicBezTo>
                  <a:lnTo>
                    <a:pt x="158051" y="94522"/>
                  </a:lnTo>
                  <a:cubicBezTo>
                    <a:pt x="162387" y="54908"/>
                    <a:pt x="136667" y="18224"/>
                    <a:pt x="97948" y="8797"/>
                  </a:cubicBezTo>
                  <a:close/>
                  <a:moveTo>
                    <a:pt x="27844" y="75187"/>
                  </a:moveTo>
                  <a:lnTo>
                    <a:pt x="27844" y="73853"/>
                  </a:lnTo>
                  <a:cubicBezTo>
                    <a:pt x="32577" y="43019"/>
                    <a:pt x="61409" y="21860"/>
                    <a:pt x="92243" y="26593"/>
                  </a:cubicBezTo>
                  <a:cubicBezTo>
                    <a:pt x="93004" y="26710"/>
                    <a:pt x="93763" y="26842"/>
                    <a:pt x="94519" y="26990"/>
                  </a:cubicBezTo>
                  <a:cubicBezTo>
                    <a:pt x="117646" y="32201"/>
                    <a:pt x="135153" y="51149"/>
                    <a:pt x="138525" y="74615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B953C0D-633C-46F8-8EC1-5FAE83E2FE0A}"/>
                </a:ext>
              </a:extLst>
            </p:cNvPr>
            <p:cNvSpPr/>
            <p:nvPr/>
          </p:nvSpPr>
          <p:spPr>
            <a:xfrm>
              <a:off x="1030968" y="702286"/>
              <a:ext cx="152400" cy="171450"/>
            </a:xfrm>
            <a:custGeom>
              <a:avLst/>
              <a:gdLst>
                <a:gd name="connsiteX0" fmla="*/ 147370 w 152400"/>
                <a:gd name="connsiteY0" fmla="*/ 56951 h 171450"/>
                <a:gd name="connsiteX1" fmla="*/ 128320 w 152400"/>
                <a:gd name="connsiteY1" fmla="*/ 20279 h 171450"/>
                <a:gd name="connsiteX2" fmla="*/ 82409 w 152400"/>
                <a:gd name="connsiteY2" fmla="*/ 7326 h 171450"/>
                <a:gd name="connsiteX3" fmla="*/ 82409 w 152400"/>
                <a:gd name="connsiteY3" fmla="*/ 7326 h 171450"/>
                <a:gd name="connsiteX4" fmla="*/ 35451 w 152400"/>
                <a:gd name="connsiteY4" fmla="*/ 18089 h 171450"/>
                <a:gd name="connsiteX5" fmla="*/ 15449 w 152400"/>
                <a:gd name="connsiteY5" fmla="*/ 49807 h 171450"/>
                <a:gd name="connsiteX6" fmla="*/ 13925 w 152400"/>
                <a:gd name="connsiteY6" fmla="*/ 56665 h 171450"/>
                <a:gd name="connsiteX7" fmla="*/ 60597 w 152400"/>
                <a:gd name="connsiteY7" fmla="*/ 56665 h 171450"/>
                <a:gd name="connsiteX8" fmla="*/ 60597 w 152400"/>
                <a:gd name="connsiteY8" fmla="*/ 55617 h 171450"/>
                <a:gd name="connsiteX9" fmla="*/ 80219 w 152400"/>
                <a:gd name="connsiteY9" fmla="*/ 40282 h 171450"/>
                <a:gd name="connsiteX10" fmla="*/ 81552 w 152400"/>
                <a:gd name="connsiteY10" fmla="*/ 40282 h 171450"/>
                <a:gd name="connsiteX11" fmla="*/ 84791 w 152400"/>
                <a:gd name="connsiteY11" fmla="*/ 40282 h 171450"/>
                <a:gd name="connsiteX12" fmla="*/ 84791 w 152400"/>
                <a:gd name="connsiteY12" fmla="*/ 40282 h 171450"/>
                <a:gd name="connsiteX13" fmla="*/ 95745 w 152400"/>
                <a:gd name="connsiteY13" fmla="*/ 45426 h 171450"/>
                <a:gd name="connsiteX14" fmla="*/ 98602 w 152400"/>
                <a:gd name="connsiteY14" fmla="*/ 54951 h 171450"/>
                <a:gd name="connsiteX15" fmla="*/ 72218 w 152400"/>
                <a:gd name="connsiteY15" fmla="*/ 68190 h 171450"/>
                <a:gd name="connsiteX16" fmla="*/ 71170 w 152400"/>
                <a:gd name="connsiteY16" fmla="*/ 68190 h 171450"/>
                <a:gd name="connsiteX17" fmla="*/ 66121 w 152400"/>
                <a:gd name="connsiteY17" fmla="*/ 69333 h 171450"/>
                <a:gd name="connsiteX18" fmla="*/ 55549 w 152400"/>
                <a:gd name="connsiteY18" fmla="*/ 71715 h 171450"/>
                <a:gd name="connsiteX19" fmla="*/ 7162 w 152400"/>
                <a:gd name="connsiteY19" fmla="*/ 119340 h 171450"/>
                <a:gd name="connsiteX20" fmla="*/ 20306 w 152400"/>
                <a:gd name="connsiteY20" fmla="*/ 152677 h 171450"/>
                <a:gd name="connsiteX21" fmla="*/ 55167 w 152400"/>
                <a:gd name="connsiteY21" fmla="*/ 165155 h 171450"/>
                <a:gd name="connsiteX22" fmla="*/ 57168 w 152400"/>
                <a:gd name="connsiteY22" fmla="*/ 165155 h 171450"/>
                <a:gd name="connsiteX23" fmla="*/ 93553 w 152400"/>
                <a:gd name="connsiteY23" fmla="*/ 152582 h 171450"/>
                <a:gd name="connsiteX24" fmla="*/ 100602 w 152400"/>
                <a:gd name="connsiteY24" fmla="*/ 147248 h 171450"/>
                <a:gd name="connsiteX25" fmla="*/ 102698 w 152400"/>
                <a:gd name="connsiteY25" fmla="*/ 145628 h 171450"/>
                <a:gd name="connsiteX26" fmla="*/ 102698 w 152400"/>
                <a:gd name="connsiteY26" fmla="*/ 160773 h 171450"/>
                <a:gd name="connsiteX27" fmla="*/ 147846 w 152400"/>
                <a:gd name="connsiteY27" fmla="*/ 160773 h 171450"/>
                <a:gd name="connsiteX28" fmla="*/ 147846 w 152400"/>
                <a:gd name="connsiteY28" fmla="*/ 65333 h 171450"/>
                <a:gd name="connsiteX29" fmla="*/ 147275 w 152400"/>
                <a:gd name="connsiteY29" fmla="*/ 56951 h 171450"/>
                <a:gd name="connsiteX30" fmla="*/ 99745 w 152400"/>
                <a:gd name="connsiteY30" fmla="*/ 92574 h 171450"/>
                <a:gd name="connsiteX31" fmla="*/ 99745 w 152400"/>
                <a:gd name="connsiteY31" fmla="*/ 116196 h 171450"/>
                <a:gd name="connsiteX32" fmla="*/ 99745 w 152400"/>
                <a:gd name="connsiteY32" fmla="*/ 116673 h 171450"/>
                <a:gd name="connsiteX33" fmla="*/ 95459 w 152400"/>
                <a:gd name="connsiteY33" fmla="*/ 120292 h 171450"/>
                <a:gd name="connsiteX34" fmla="*/ 90505 w 152400"/>
                <a:gd name="connsiteY34" fmla="*/ 124007 h 171450"/>
                <a:gd name="connsiteX35" fmla="*/ 72408 w 152400"/>
                <a:gd name="connsiteY35" fmla="*/ 129722 h 171450"/>
                <a:gd name="connsiteX36" fmla="*/ 71551 w 152400"/>
                <a:gd name="connsiteY36" fmla="*/ 129722 h 171450"/>
                <a:gd name="connsiteX37" fmla="*/ 57571 w 152400"/>
                <a:gd name="connsiteY37" fmla="*/ 117469 h 171450"/>
                <a:gd name="connsiteX38" fmla="*/ 57549 w 152400"/>
                <a:gd name="connsiteY38" fmla="*/ 116197 h 171450"/>
                <a:gd name="connsiteX39" fmla="*/ 69169 w 152400"/>
                <a:gd name="connsiteY39" fmla="*/ 101337 h 171450"/>
                <a:gd name="connsiteX40" fmla="*/ 98507 w 152400"/>
                <a:gd name="connsiteY40" fmla="*/ 91241 h 171450"/>
                <a:gd name="connsiteX41" fmla="*/ 100221 w 152400"/>
                <a:gd name="connsiteY41" fmla="*/ 90669 h 171450"/>
                <a:gd name="connsiteX42" fmla="*/ 100221 w 152400"/>
                <a:gd name="connsiteY42" fmla="*/ 92574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52400" h="171450">
                  <a:moveTo>
                    <a:pt x="147370" y="56951"/>
                  </a:moveTo>
                  <a:cubicBezTo>
                    <a:pt x="146216" y="42661"/>
                    <a:pt x="139348" y="29440"/>
                    <a:pt x="128320" y="20279"/>
                  </a:cubicBezTo>
                  <a:cubicBezTo>
                    <a:pt x="114888" y="10966"/>
                    <a:pt x="98729" y="6407"/>
                    <a:pt x="82409" y="7326"/>
                  </a:cubicBezTo>
                  <a:lnTo>
                    <a:pt x="82409" y="7326"/>
                  </a:lnTo>
                  <a:cubicBezTo>
                    <a:pt x="66041" y="6247"/>
                    <a:pt x="49715" y="9988"/>
                    <a:pt x="35451" y="18089"/>
                  </a:cubicBezTo>
                  <a:cubicBezTo>
                    <a:pt x="24727" y="25481"/>
                    <a:pt x="17498" y="36944"/>
                    <a:pt x="15449" y="49807"/>
                  </a:cubicBezTo>
                  <a:lnTo>
                    <a:pt x="13925" y="56665"/>
                  </a:lnTo>
                  <a:lnTo>
                    <a:pt x="60597" y="56665"/>
                  </a:lnTo>
                  <a:lnTo>
                    <a:pt x="60597" y="55617"/>
                  </a:lnTo>
                  <a:cubicBezTo>
                    <a:pt x="61836" y="45996"/>
                    <a:pt x="70583" y="39160"/>
                    <a:pt x="80219" y="40282"/>
                  </a:cubicBezTo>
                  <a:lnTo>
                    <a:pt x="81552" y="40282"/>
                  </a:lnTo>
                  <a:cubicBezTo>
                    <a:pt x="82629" y="40184"/>
                    <a:pt x="83713" y="40184"/>
                    <a:pt x="84791" y="40282"/>
                  </a:cubicBezTo>
                  <a:lnTo>
                    <a:pt x="84791" y="40282"/>
                  </a:lnTo>
                  <a:cubicBezTo>
                    <a:pt x="88916" y="40718"/>
                    <a:pt x="92774" y="42530"/>
                    <a:pt x="95745" y="45426"/>
                  </a:cubicBezTo>
                  <a:cubicBezTo>
                    <a:pt x="98153" y="47968"/>
                    <a:pt x="99213" y="51502"/>
                    <a:pt x="98602" y="54951"/>
                  </a:cubicBezTo>
                  <a:cubicBezTo>
                    <a:pt x="97649" y="61713"/>
                    <a:pt x="93458" y="63237"/>
                    <a:pt x="72218" y="68190"/>
                  </a:cubicBezTo>
                  <a:lnTo>
                    <a:pt x="71170" y="68190"/>
                  </a:lnTo>
                  <a:lnTo>
                    <a:pt x="66121" y="69333"/>
                  </a:lnTo>
                  <a:cubicBezTo>
                    <a:pt x="62502" y="70000"/>
                    <a:pt x="58978" y="70857"/>
                    <a:pt x="55549" y="71715"/>
                  </a:cubicBezTo>
                  <a:cubicBezTo>
                    <a:pt x="19639" y="80573"/>
                    <a:pt x="6590" y="93622"/>
                    <a:pt x="7162" y="119340"/>
                  </a:cubicBezTo>
                  <a:cubicBezTo>
                    <a:pt x="6943" y="131757"/>
                    <a:pt x="11672" y="143751"/>
                    <a:pt x="20306" y="152677"/>
                  </a:cubicBezTo>
                  <a:cubicBezTo>
                    <a:pt x="29824" y="161276"/>
                    <a:pt x="42355" y="165761"/>
                    <a:pt x="55167" y="165155"/>
                  </a:cubicBezTo>
                  <a:lnTo>
                    <a:pt x="57168" y="165155"/>
                  </a:lnTo>
                  <a:cubicBezTo>
                    <a:pt x="70378" y="165251"/>
                    <a:pt x="83221" y="160813"/>
                    <a:pt x="93553" y="152582"/>
                  </a:cubicBezTo>
                  <a:lnTo>
                    <a:pt x="100602" y="147248"/>
                  </a:lnTo>
                  <a:lnTo>
                    <a:pt x="102698" y="145628"/>
                  </a:lnTo>
                  <a:lnTo>
                    <a:pt x="102698" y="160773"/>
                  </a:lnTo>
                  <a:lnTo>
                    <a:pt x="147846" y="160773"/>
                  </a:lnTo>
                  <a:lnTo>
                    <a:pt x="147846" y="65333"/>
                  </a:lnTo>
                  <a:cubicBezTo>
                    <a:pt x="147852" y="62529"/>
                    <a:pt x="147661" y="59728"/>
                    <a:pt x="147275" y="56951"/>
                  </a:cubicBezTo>
                  <a:close/>
                  <a:moveTo>
                    <a:pt x="99745" y="92574"/>
                  </a:moveTo>
                  <a:lnTo>
                    <a:pt x="99745" y="116196"/>
                  </a:lnTo>
                  <a:lnTo>
                    <a:pt x="99745" y="116673"/>
                  </a:lnTo>
                  <a:lnTo>
                    <a:pt x="95459" y="120292"/>
                  </a:lnTo>
                  <a:cubicBezTo>
                    <a:pt x="93926" y="121680"/>
                    <a:pt x="92268" y="122923"/>
                    <a:pt x="90505" y="124007"/>
                  </a:cubicBezTo>
                  <a:cubicBezTo>
                    <a:pt x="85089" y="127488"/>
                    <a:pt x="78842" y="129461"/>
                    <a:pt x="72408" y="129722"/>
                  </a:cubicBezTo>
                  <a:lnTo>
                    <a:pt x="71551" y="129722"/>
                  </a:lnTo>
                  <a:cubicBezTo>
                    <a:pt x="64307" y="130199"/>
                    <a:pt x="58048" y="124713"/>
                    <a:pt x="57571" y="117469"/>
                  </a:cubicBezTo>
                  <a:cubicBezTo>
                    <a:pt x="57543" y="117046"/>
                    <a:pt x="57535" y="116621"/>
                    <a:pt x="57549" y="116197"/>
                  </a:cubicBezTo>
                  <a:cubicBezTo>
                    <a:pt x="56978" y="108767"/>
                    <a:pt x="60407" y="104481"/>
                    <a:pt x="69169" y="101337"/>
                  </a:cubicBezTo>
                  <a:lnTo>
                    <a:pt x="98507" y="91241"/>
                  </a:lnTo>
                  <a:lnTo>
                    <a:pt x="100221" y="90669"/>
                  </a:lnTo>
                  <a:lnTo>
                    <a:pt x="100221" y="92574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</p:grp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EA0F5FA6-1927-3705-38C6-8B0B5D91262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107495" y="6527802"/>
            <a:ext cx="7593125" cy="136525"/>
          </a:xfr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x-none" dirty="0"/>
              <a:t>Presentation venue | Date | Speaker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grey">
    <p:bg bwMode="gray">
      <p:bgPr>
        <a:solidFill>
          <a:srgbClr val="8585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id">
            <a:extLst>
              <a:ext uri="{FF2B5EF4-FFF2-40B4-BE49-F238E27FC236}">
                <a16:creationId xmlns:a16="http://schemas.microsoft.com/office/drawing/2014/main" id="{5B3561AA-9BBA-42F3-A881-B78F96DF85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2460405"/>
            <a:ext cx="12191999" cy="3797300"/>
          </a:xfrm>
          <a:prstGeom prst="rect">
            <a:avLst/>
          </a:prstGeom>
        </p:spPr>
      </p:pic>
      <p:sp>
        <p:nvSpPr>
          <p:cNvPr id="10" name="Tagline">
            <a:extLst>
              <a:ext uri="{FF2B5EF4-FFF2-40B4-BE49-F238E27FC236}">
                <a16:creationId xmlns:a16="http://schemas.microsoft.com/office/drawing/2014/main" id="{1989C9C9-D4B4-43FA-AF09-815D6747C249}"/>
              </a:ext>
            </a:extLst>
          </p:cNvPr>
          <p:cNvSpPr txBox="1"/>
          <p:nvPr userDrawn="1"/>
        </p:nvSpPr>
        <p:spPr bwMode="gray">
          <a:xfrm>
            <a:off x="412724" y="6185766"/>
            <a:ext cx="47351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noProof="0" dirty="0">
                <a:solidFill>
                  <a:schemeClr val="bg1"/>
                </a:solidFill>
              </a:rPr>
              <a:t>Autoneum. Mastering sound and heat.</a:t>
            </a:r>
          </a:p>
        </p:txBody>
      </p:sp>
      <p:sp>
        <p:nvSpPr>
          <p:cNvPr id="65543" name="Subtitle">
            <a:extLst>
              <a:ext uri="{FF2B5EF4-FFF2-40B4-BE49-F238E27FC236}">
                <a16:creationId xmlns:a16="http://schemas.microsoft.com/office/drawing/2014/main" id="{EA4F3126-A5AE-4CCF-987E-DBA5201BACE4}"/>
              </a:ext>
            </a:extLst>
          </p:cNvPr>
          <p:cNvSpPr>
            <a:spLocks noGrp="1" noChangeArrowheads="1"/>
          </p:cNvSpPr>
          <p:nvPr>
            <p:ph type="subTitle" idx="1" hasCustomPrompt="1"/>
          </p:nvPr>
        </p:nvSpPr>
        <p:spPr bwMode="gray">
          <a:xfrm>
            <a:off x="503238" y="1718889"/>
            <a:ext cx="11201399" cy="810705"/>
          </a:xfrm>
        </p:spPr>
        <p:txBody>
          <a:bodyPr/>
          <a:lstStyle>
            <a:lvl1pPr>
              <a:lnSpc>
                <a:spcPts val="4600"/>
              </a:lnSpc>
              <a:spcBef>
                <a:spcPct val="0"/>
              </a:spcBef>
              <a:spcAft>
                <a:spcPct val="0"/>
              </a:spcAft>
              <a:defRPr sz="4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altLang="x-none" noProof="0" dirty="0"/>
              <a:t>Click to add subtitle</a:t>
            </a:r>
          </a:p>
        </p:txBody>
      </p:sp>
      <p:sp>
        <p:nvSpPr>
          <p:cNvPr id="65540" name="Title">
            <a:extLst>
              <a:ext uri="{FF2B5EF4-FFF2-40B4-BE49-F238E27FC236}">
                <a16:creationId xmlns:a16="http://schemas.microsoft.com/office/drawing/2014/main" id="{109EA18E-19BE-4C23-AAA8-5BF6D31DE262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 bwMode="gray">
          <a:xfrm>
            <a:off x="503238" y="1262195"/>
            <a:ext cx="11201399" cy="409575"/>
          </a:xfrm>
        </p:spPr>
        <p:txBody>
          <a:bodyPr anchor="b"/>
          <a:lstStyle>
            <a:lvl1pPr>
              <a:lnSpc>
                <a:spcPts val="2600"/>
              </a:lnSpc>
              <a:defRPr sz="2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altLang="x-none" noProof="0" dirty="0"/>
              <a:t>Click to add title</a:t>
            </a:r>
          </a:p>
        </p:txBody>
      </p:sp>
      <p:grpSp>
        <p:nvGrpSpPr>
          <p:cNvPr id="18" name="Logo_White">
            <a:extLst>
              <a:ext uri="{FF2B5EF4-FFF2-40B4-BE49-F238E27FC236}">
                <a16:creationId xmlns:a16="http://schemas.microsoft.com/office/drawing/2014/main" id="{1629E9BA-9EE1-4730-9CEC-8A3F405AB748}"/>
              </a:ext>
            </a:extLst>
          </p:cNvPr>
          <p:cNvGrpSpPr>
            <a:grpSpLocks/>
          </p:cNvGrpSpPr>
          <p:nvPr userDrawn="1"/>
        </p:nvGrpSpPr>
        <p:grpSpPr>
          <a:xfrm>
            <a:off x="10087820" y="495720"/>
            <a:ext cx="1612800" cy="229651"/>
            <a:chOff x="1030968" y="702286"/>
            <a:chExt cx="1211122" cy="172455"/>
          </a:xfrm>
          <a:solidFill>
            <a:srgbClr val="FFFFFF"/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619E9A6-C720-4EC4-9108-6E7673FEE78A}"/>
                </a:ext>
              </a:extLst>
            </p:cNvPr>
            <p:cNvSpPr/>
            <p:nvPr/>
          </p:nvSpPr>
          <p:spPr>
            <a:xfrm>
              <a:off x="1344835" y="707326"/>
              <a:ext cx="104775" cy="161925"/>
            </a:xfrm>
            <a:custGeom>
              <a:avLst/>
              <a:gdLst>
                <a:gd name="connsiteX0" fmla="*/ 7144 w 104775"/>
                <a:gd name="connsiteY0" fmla="*/ 44672 h 161925"/>
                <a:gd name="connsiteX1" fmla="*/ 7144 w 104775"/>
                <a:gd name="connsiteY1" fmla="*/ 44672 h 161925"/>
                <a:gd name="connsiteX2" fmla="*/ 7144 w 104775"/>
                <a:gd name="connsiteY2" fmla="*/ 88011 h 161925"/>
                <a:gd name="connsiteX3" fmla="*/ 72580 w 104775"/>
                <a:gd name="connsiteY3" fmla="*/ 158401 h 161925"/>
                <a:gd name="connsiteX4" fmla="*/ 98013 w 104775"/>
                <a:gd name="connsiteY4" fmla="*/ 158401 h 161925"/>
                <a:gd name="connsiteX5" fmla="*/ 98013 w 104775"/>
                <a:gd name="connsiteY5" fmla="*/ 121063 h 161925"/>
                <a:gd name="connsiteX6" fmla="*/ 72580 w 104775"/>
                <a:gd name="connsiteY6" fmla="*/ 121063 h 161925"/>
                <a:gd name="connsiteX7" fmla="*/ 42672 w 104775"/>
                <a:gd name="connsiteY7" fmla="*/ 88011 h 161925"/>
                <a:gd name="connsiteX8" fmla="*/ 42672 w 104775"/>
                <a:gd name="connsiteY8" fmla="*/ 44672 h 161925"/>
                <a:gd name="connsiteX9" fmla="*/ 98774 w 104775"/>
                <a:gd name="connsiteY9" fmla="*/ 44672 h 161925"/>
                <a:gd name="connsiteX10" fmla="*/ 98774 w 104775"/>
                <a:gd name="connsiteY10" fmla="*/ 7144 h 161925"/>
                <a:gd name="connsiteX11" fmla="*/ 7144 w 104775"/>
                <a:gd name="connsiteY11" fmla="*/ 7144 h 161925"/>
                <a:gd name="connsiteX12" fmla="*/ 7144 w 104775"/>
                <a:gd name="connsiteY12" fmla="*/ 44672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775" h="161925">
                  <a:moveTo>
                    <a:pt x="7144" y="44672"/>
                  </a:moveTo>
                  <a:lnTo>
                    <a:pt x="7144" y="44672"/>
                  </a:lnTo>
                  <a:lnTo>
                    <a:pt x="7144" y="88011"/>
                  </a:lnTo>
                  <a:cubicBezTo>
                    <a:pt x="7144" y="129445"/>
                    <a:pt x="34004" y="158401"/>
                    <a:pt x="72580" y="158401"/>
                  </a:cubicBezTo>
                  <a:lnTo>
                    <a:pt x="98013" y="158401"/>
                  </a:lnTo>
                  <a:lnTo>
                    <a:pt x="98013" y="121063"/>
                  </a:lnTo>
                  <a:lnTo>
                    <a:pt x="72580" y="121063"/>
                  </a:lnTo>
                  <a:cubicBezTo>
                    <a:pt x="53530" y="121063"/>
                    <a:pt x="42672" y="108966"/>
                    <a:pt x="42672" y="88011"/>
                  </a:cubicBezTo>
                  <a:lnTo>
                    <a:pt x="42672" y="44672"/>
                  </a:lnTo>
                  <a:lnTo>
                    <a:pt x="98774" y="44672"/>
                  </a:lnTo>
                  <a:lnTo>
                    <a:pt x="98774" y="7144"/>
                  </a:lnTo>
                  <a:lnTo>
                    <a:pt x="7144" y="7144"/>
                  </a:lnTo>
                  <a:lnTo>
                    <a:pt x="7144" y="446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9EAAD32-BE75-434E-8075-6D798A9655B2}"/>
                </a:ext>
              </a:extLst>
            </p:cNvPr>
            <p:cNvSpPr/>
            <p:nvPr/>
          </p:nvSpPr>
          <p:spPr>
            <a:xfrm>
              <a:off x="1429987" y="702401"/>
              <a:ext cx="171450" cy="171450"/>
            </a:xfrm>
            <a:custGeom>
              <a:avLst/>
              <a:gdLst>
                <a:gd name="connsiteX0" fmla="*/ 89822 w 171450"/>
                <a:gd name="connsiteY0" fmla="*/ 7211 h 171450"/>
                <a:gd name="connsiteX1" fmla="*/ 7211 w 171450"/>
                <a:gd name="connsiteY1" fmla="*/ 83345 h 171450"/>
                <a:gd name="connsiteX2" fmla="*/ 83345 w 171450"/>
                <a:gd name="connsiteY2" fmla="*/ 165956 h 171450"/>
                <a:gd name="connsiteX3" fmla="*/ 165956 w 171450"/>
                <a:gd name="connsiteY3" fmla="*/ 89822 h 171450"/>
                <a:gd name="connsiteX4" fmla="*/ 166022 w 171450"/>
                <a:gd name="connsiteY4" fmla="*/ 86554 h 171450"/>
                <a:gd name="connsiteX5" fmla="*/ 89950 w 171450"/>
                <a:gd name="connsiteY5" fmla="*/ 7213 h 171450"/>
                <a:gd name="connsiteX6" fmla="*/ 89822 w 171450"/>
                <a:gd name="connsiteY6" fmla="*/ 7211 h 171450"/>
                <a:gd name="connsiteX7" fmla="*/ 89822 w 171450"/>
                <a:gd name="connsiteY7" fmla="*/ 133417 h 171450"/>
                <a:gd name="connsiteX8" fmla="*/ 40189 w 171450"/>
                <a:gd name="connsiteY8" fmla="*/ 89499 h 171450"/>
                <a:gd name="connsiteX9" fmla="*/ 84108 w 171450"/>
                <a:gd name="connsiteY9" fmla="*/ 39866 h 171450"/>
                <a:gd name="connsiteX10" fmla="*/ 133741 w 171450"/>
                <a:gd name="connsiteY10" fmla="*/ 83784 h 171450"/>
                <a:gd name="connsiteX11" fmla="*/ 133828 w 171450"/>
                <a:gd name="connsiteY11" fmla="*/ 86554 h 171450"/>
                <a:gd name="connsiteX12" fmla="*/ 89822 w 171450"/>
                <a:gd name="connsiteY12" fmla="*/ 133417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1450" h="171450">
                  <a:moveTo>
                    <a:pt x="89822" y="7211"/>
                  </a:moveTo>
                  <a:cubicBezTo>
                    <a:pt x="45986" y="5422"/>
                    <a:pt x="9000" y="39509"/>
                    <a:pt x="7211" y="83345"/>
                  </a:cubicBezTo>
                  <a:cubicBezTo>
                    <a:pt x="5422" y="127181"/>
                    <a:pt x="39509" y="164167"/>
                    <a:pt x="83345" y="165956"/>
                  </a:cubicBezTo>
                  <a:cubicBezTo>
                    <a:pt x="127181" y="167745"/>
                    <a:pt x="164167" y="133658"/>
                    <a:pt x="165956" y="89822"/>
                  </a:cubicBezTo>
                  <a:cubicBezTo>
                    <a:pt x="166000" y="88733"/>
                    <a:pt x="166022" y="87644"/>
                    <a:pt x="166022" y="86554"/>
                  </a:cubicBezTo>
                  <a:cubicBezTo>
                    <a:pt x="166925" y="43638"/>
                    <a:pt x="132866" y="8116"/>
                    <a:pt x="89950" y="7213"/>
                  </a:cubicBezTo>
                  <a:cubicBezTo>
                    <a:pt x="89907" y="7212"/>
                    <a:pt x="89865" y="7212"/>
                    <a:pt x="89822" y="7211"/>
                  </a:cubicBezTo>
                  <a:close/>
                  <a:moveTo>
                    <a:pt x="89822" y="133417"/>
                  </a:moveTo>
                  <a:cubicBezTo>
                    <a:pt x="63989" y="134995"/>
                    <a:pt x="41767" y="115332"/>
                    <a:pt x="40189" y="89499"/>
                  </a:cubicBezTo>
                  <a:cubicBezTo>
                    <a:pt x="38611" y="63665"/>
                    <a:pt x="58274" y="41444"/>
                    <a:pt x="84108" y="39866"/>
                  </a:cubicBezTo>
                  <a:cubicBezTo>
                    <a:pt x="109941" y="38288"/>
                    <a:pt x="132163" y="57951"/>
                    <a:pt x="133741" y="83784"/>
                  </a:cubicBezTo>
                  <a:cubicBezTo>
                    <a:pt x="133797" y="84706"/>
                    <a:pt x="133826" y="85630"/>
                    <a:pt x="133828" y="86554"/>
                  </a:cubicBezTo>
                  <a:cubicBezTo>
                    <a:pt x="134524" y="111611"/>
                    <a:pt x="114874" y="132537"/>
                    <a:pt x="89822" y="13341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17C51CE-E191-4311-81E4-4AC000245543}"/>
                </a:ext>
              </a:extLst>
            </p:cNvPr>
            <p:cNvSpPr/>
            <p:nvPr/>
          </p:nvSpPr>
          <p:spPr>
            <a:xfrm>
              <a:off x="1902620" y="707040"/>
              <a:ext cx="123825" cy="161925"/>
            </a:xfrm>
            <a:custGeom>
              <a:avLst/>
              <a:gdLst>
                <a:gd name="connsiteX0" fmla="*/ 110013 w 123825"/>
                <a:gd name="connsiteY0" fmla="*/ 96679 h 161925"/>
                <a:gd name="connsiteX1" fmla="*/ 65436 w 123825"/>
                <a:gd name="connsiteY1" fmla="*/ 147161 h 161925"/>
                <a:gd name="connsiteX2" fmla="*/ 20954 w 123825"/>
                <a:gd name="connsiteY2" fmla="*/ 96679 h 161925"/>
                <a:gd name="connsiteX3" fmla="*/ 20954 w 123825"/>
                <a:gd name="connsiteY3" fmla="*/ 7144 h 161925"/>
                <a:gd name="connsiteX4" fmla="*/ 7238 w 123825"/>
                <a:gd name="connsiteY4" fmla="*/ 7144 h 161925"/>
                <a:gd name="connsiteX5" fmla="*/ 7238 w 123825"/>
                <a:gd name="connsiteY5" fmla="*/ 96679 h 161925"/>
                <a:gd name="connsiteX6" fmla="*/ 26288 w 123825"/>
                <a:gd name="connsiteY6" fmla="*/ 146018 h 161925"/>
                <a:gd name="connsiteX7" fmla="*/ 103536 w 123825"/>
                <a:gd name="connsiteY7" fmla="*/ 146018 h 161925"/>
                <a:gd name="connsiteX8" fmla="*/ 123062 w 123825"/>
                <a:gd name="connsiteY8" fmla="*/ 96679 h 161925"/>
                <a:gd name="connsiteX9" fmla="*/ 123063 w 123825"/>
                <a:gd name="connsiteY9" fmla="*/ 7144 h 161925"/>
                <a:gd name="connsiteX10" fmla="*/ 109346 w 123825"/>
                <a:gd name="connsiteY10" fmla="*/ 7144 h 161925"/>
                <a:gd name="connsiteX11" fmla="*/ 109346 w 123825"/>
                <a:gd name="connsiteY11" fmla="*/ 96679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3825" h="161925">
                  <a:moveTo>
                    <a:pt x="110013" y="96679"/>
                  </a:moveTo>
                  <a:cubicBezTo>
                    <a:pt x="110013" y="133731"/>
                    <a:pt x="83343" y="147161"/>
                    <a:pt x="65436" y="147161"/>
                  </a:cubicBezTo>
                  <a:cubicBezTo>
                    <a:pt x="47529" y="147161"/>
                    <a:pt x="20954" y="133731"/>
                    <a:pt x="20954" y="96679"/>
                  </a:cubicBezTo>
                  <a:lnTo>
                    <a:pt x="20954" y="7144"/>
                  </a:lnTo>
                  <a:lnTo>
                    <a:pt x="7238" y="7144"/>
                  </a:lnTo>
                  <a:lnTo>
                    <a:pt x="7238" y="96679"/>
                  </a:lnTo>
                  <a:cubicBezTo>
                    <a:pt x="6241" y="115092"/>
                    <a:pt x="13176" y="133052"/>
                    <a:pt x="26288" y="146018"/>
                  </a:cubicBezTo>
                  <a:cubicBezTo>
                    <a:pt x="47937" y="166568"/>
                    <a:pt x="81887" y="166568"/>
                    <a:pt x="103536" y="146018"/>
                  </a:cubicBezTo>
                  <a:cubicBezTo>
                    <a:pt x="116782" y="133108"/>
                    <a:pt x="123886" y="115157"/>
                    <a:pt x="123062" y="96679"/>
                  </a:cubicBezTo>
                  <a:lnTo>
                    <a:pt x="123063" y="7144"/>
                  </a:lnTo>
                  <a:lnTo>
                    <a:pt x="109346" y="7144"/>
                  </a:lnTo>
                  <a:lnTo>
                    <a:pt x="109346" y="9667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0C18936-A705-474A-BF6B-DBEE3062A6C8}"/>
                </a:ext>
              </a:extLst>
            </p:cNvPr>
            <p:cNvSpPr/>
            <p:nvPr/>
          </p:nvSpPr>
          <p:spPr>
            <a:xfrm>
              <a:off x="1182931" y="707040"/>
              <a:ext cx="161925" cy="161925"/>
            </a:xfrm>
            <a:custGeom>
              <a:avLst/>
              <a:gdLst>
                <a:gd name="connsiteX0" fmla="*/ 116279 w 161925"/>
                <a:gd name="connsiteY0" fmla="*/ 77819 h 161925"/>
                <a:gd name="connsiteX1" fmla="*/ 81989 w 161925"/>
                <a:gd name="connsiteY1" fmla="*/ 117824 h 161925"/>
                <a:gd name="connsiteX2" fmla="*/ 47603 w 161925"/>
                <a:gd name="connsiteY2" fmla="*/ 77819 h 161925"/>
                <a:gd name="connsiteX3" fmla="*/ 47603 w 161925"/>
                <a:gd name="connsiteY3" fmla="*/ 7144 h 161925"/>
                <a:gd name="connsiteX4" fmla="*/ 7217 w 161925"/>
                <a:gd name="connsiteY4" fmla="*/ 7144 h 161925"/>
                <a:gd name="connsiteX5" fmla="*/ 7217 w 161925"/>
                <a:gd name="connsiteY5" fmla="*/ 77819 h 161925"/>
                <a:gd name="connsiteX6" fmla="*/ 32268 w 161925"/>
                <a:gd name="connsiteY6" fmla="*/ 140493 h 161925"/>
                <a:gd name="connsiteX7" fmla="*/ 131329 w 161925"/>
                <a:gd name="connsiteY7" fmla="*/ 140493 h 161925"/>
                <a:gd name="connsiteX8" fmla="*/ 156379 w 161925"/>
                <a:gd name="connsiteY8" fmla="*/ 77914 h 161925"/>
                <a:gd name="connsiteX9" fmla="*/ 156379 w 161925"/>
                <a:gd name="connsiteY9" fmla="*/ 7144 h 161925"/>
                <a:gd name="connsiteX10" fmla="*/ 115993 w 161925"/>
                <a:gd name="connsiteY10" fmla="*/ 7144 h 161925"/>
                <a:gd name="connsiteX11" fmla="*/ 115993 w 161925"/>
                <a:gd name="connsiteY11" fmla="*/ 77819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925" h="161925">
                  <a:moveTo>
                    <a:pt x="116279" y="77819"/>
                  </a:moveTo>
                  <a:cubicBezTo>
                    <a:pt x="116279" y="109442"/>
                    <a:pt x="93895" y="117824"/>
                    <a:pt x="81989" y="117824"/>
                  </a:cubicBezTo>
                  <a:cubicBezTo>
                    <a:pt x="70082" y="117824"/>
                    <a:pt x="47603" y="109442"/>
                    <a:pt x="47603" y="77819"/>
                  </a:cubicBezTo>
                  <a:lnTo>
                    <a:pt x="47603" y="7144"/>
                  </a:lnTo>
                  <a:lnTo>
                    <a:pt x="7217" y="7144"/>
                  </a:lnTo>
                  <a:lnTo>
                    <a:pt x="7217" y="77819"/>
                  </a:lnTo>
                  <a:cubicBezTo>
                    <a:pt x="6222" y="101331"/>
                    <a:pt x="15341" y="124145"/>
                    <a:pt x="32268" y="140493"/>
                  </a:cubicBezTo>
                  <a:cubicBezTo>
                    <a:pt x="60063" y="166765"/>
                    <a:pt x="103534" y="166765"/>
                    <a:pt x="131329" y="140493"/>
                  </a:cubicBezTo>
                  <a:cubicBezTo>
                    <a:pt x="148241" y="124174"/>
                    <a:pt x="157359" y="101396"/>
                    <a:pt x="156379" y="77914"/>
                  </a:cubicBezTo>
                  <a:lnTo>
                    <a:pt x="156379" y="7144"/>
                  </a:lnTo>
                  <a:lnTo>
                    <a:pt x="115993" y="7144"/>
                  </a:lnTo>
                  <a:lnTo>
                    <a:pt x="115993" y="7781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410EFF1-6ED5-4AD1-97C8-CA9966AD618E}"/>
                </a:ext>
              </a:extLst>
            </p:cNvPr>
            <p:cNvSpPr/>
            <p:nvPr/>
          </p:nvSpPr>
          <p:spPr>
            <a:xfrm>
              <a:off x="1596891" y="702962"/>
              <a:ext cx="142875" cy="161925"/>
            </a:xfrm>
            <a:custGeom>
              <a:avLst/>
              <a:gdLst>
                <a:gd name="connsiteX0" fmla="*/ 117799 w 142875"/>
                <a:gd name="connsiteY0" fmla="*/ 24653 h 161925"/>
                <a:gd name="connsiteX1" fmla="*/ 29598 w 142875"/>
                <a:gd name="connsiteY1" fmla="*/ 24653 h 161925"/>
                <a:gd name="connsiteX2" fmla="*/ 7214 w 142875"/>
                <a:gd name="connsiteY2" fmla="*/ 80850 h 161925"/>
                <a:gd name="connsiteX3" fmla="*/ 7214 w 142875"/>
                <a:gd name="connsiteY3" fmla="*/ 160860 h 161925"/>
                <a:gd name="connsiteX4" fmla="*/ 31884 w 142875"/>
                <a:gd name="connsiteY4" fmla="*/ 160860 h 161925"/>
                <a:gd name="connsiteX5" fmla="*/ 31884 w 142875"/>
                <a:gd name="connsiteY5" fmla="*/ 80850 h 161925"/>
                <a:gd name="connsiteX6" fmla="*/ 73794 w 142875"/>
                <a:gd name="connsiteY6" fmla="*/ 33225 h 161925"/>
                <a:gd name="connsiteX7" fmla="*/ 115704 w 142875"/>
                <a:gd name="connsiteY7" fmla="*/ 80850 h 161925"/>
                <a:gd name="connsiteX8" fmla="*/ 115704 w 142875"/>
                <a:gd name="connsiteY8" fmla="*/ 160860 h 161925"/>
                <a:gd name="connsiteX9" fmla="*/ 140469 w 142875"/>
                <a:gd name="connsiteY9" fmla="*/ 160860 h 161925"/>
                <a:gd name="connsiteX10" fmla="*/ 140469 w 142875"/>
                <a:gd name="connsiteY10" fmla="*/ 80850 h 161925"/>
                <a:gd name="connsiteX11" fmla="*/ 118180 w 142875"/>
                <a:gd name="connsiteY11" fmla="*/ 24653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2875" h="161925">
                  <a:moveTo>
                    <a:pt x="117799" y="24653"/>
                  </a:moveTo>
                  <a:cubicBezTo>
                    <a:pt x="93033" y="1307"/>
                    <a:pt x="54364" y="1307"/>
                    <a:pt x="29598" y="24653"/>
                  </a:cubicBezTo>
                  <a:cubicBezTo>
                    <a:pt x="14441" y="39321"/>
                    <a:pt x="6293" y="59778"/>
                    <a:pt x="7214" y="80850"/>
                  </a:cubicBezTo>
                  <a:lnTo>
                    <a:pt x="7214" y="160860"/>
                  </a:lnTo>
                  <a:lnTo>
                    <a:pt x="31884" y="160860"/>
                  </a:lnTo>
                  <a:lnTo>
                    <a:pt x="31884" y="80850"/>
                  </a:lnTo>
                  <a:cubicBezTo>
                    <a:pt x="31884" y="42750"/>
                    <a:pt x="59220" y="33225"/>
                    <a:pt x="73794" y="33225"/>
                  </a:cubicBezTo>
                  <a:cubicBezTo>
                    <a:pt x="88367" y="33225"/>
                    <a:pt x="115704" y="43226"/>
                    <a:pt x="115704" y="80850"/>
                  </a:cubicBezTo>
                  <a:lnTo>
                    <a:pt x="115704" y="160860"/>
                  </a:lnTo>
                  <a:lnTo>
                    <a:pt x="140469" y="160860"/>
                  </a:lnTo>
                  <a:lnTo>
                    <a:pt x="140469" y="80850"/>
                  </a:lnTo>
                  <a:cubicBezTo>
                    <a:pt x="141366" y="59801"/>
                    <a:pt x="133261" y="39365"/>
                    <a:pt x="118180" y="246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401D571-90D8-47CA-89CB-633C8813A555}"/>
                </a:ext>
              </a:extLst>
            </p:cNvPr>
            <p:cNvSpPr/>
            <p:nvPr/>
          </p:nvSpPr>
          <p:spPr>
            <a:xfrm>
              <a:off x="2032540" y="703230"/>
              <a:ext cx="209550" cy="161925"/>
            </a:xfrm>
            <a:custGeom>
              <a:avLst/>
              <a:gdLst>
                <a:gd name="connsiteX0" fmla="*/ 157163 w 209550"/>
                <a:gd name="connsiteY0" fmla="*/ 7144 h 161925"/>
                <a:gd name="connsiteX1" fmla="*/ 108680 w 209550"/>
                <a:gd name="connsiteY1" fmla="*/ 40481 h 161925"/>
                <a:gd name="connsiteX2" fmla="*/ 60197 w 209550"/>
                <a:gd name="connsiteY2" fmla="*/ 7144 h 161925"/>
                <a:gd name="connsiteX3" fmla="*/ 7144 w 209550"/>
                <a:gd name="connsiteY3" fmla="*/ 66389 h 161925"/>
                <a:gd name="connsiteX4" fmla="*/ 7144 w 209550"/>
                <a:gd name="connsiteY4" fmla="*/ 160687 h 161925"/>
                <a:gd name="connsiteX5" fmla="*/ 16669 w 209550"/>
                <a:gd name="connsiteY5" fmla="*/ 160687 h 161925"/>
                <a:gd name="connsiteX6" fmla="*/ 16669 w 209550"/>
                <a:gd name="connsiteY6" fmla="*/ 66389 h 161925"/>
                <a:gd name="connsiteX7" fmla="*/ 60579 w 209550"/>
                <a:gd name="connsiteY7" fmla="*/ 16764 h 161925"/>
                <a:gd name="connsiteX8" fmla="*/ 104489 w 209550"/>
                <a:gd name="connsiteY8" fmla="*/ 66104 h 161925"/>
                <a:gd name="connsiteX9" fmla="*/ 104489 w 209550"/>
                <a:gd name="connsiteY9" fmla="*/ 160687 h 161925"/>
                <a:gd name="connsiteX10" fmla="*/ 114014 w 209550"/>
                <a:gd name="connsiteY10" fmla="*/ 160687 h 161925"/>
                <a:gd name="connsiteX11" fmla="*/ 114014 w 209550"/>
                <a:gd name="connsiteY11" fmla="*/ 66104 h 161925"/>
                <a:gd name="connsiteX12" fmla="*/ 157925 w 209550"/>
                <a:gd name="connsiteY12" fmla="*/ 16764 h 161925"/>
                <a:gd name="connsiteX13" fmla="*/ 201835 w 209550"/>
                <a:gd name="connsiteY13" fmla="*/ 66389 h 161925"/>
                <a:gd name="connsiteX14" fmla="*/ 201835 w 209550"/>
                <a:gd name="connsiteY14" fmla="*/ 160687 h 161925"/>
                <a:gd name="connsiteX15" fmla="*/ 211360 w 209550"/>
                <a:gd name="connsiteY15" fmla="*/ 160687 h 161925"/>
                <a:gd name="connsiteX16" fmla="*/ 211360 w 209550"/>
                <a:gd name="connsiteY16" fmla="*/ 66389 h 161925"/>
                <a:gd name="connsiteX17" fmla="*/ 158210 w 209550"/>
                <a:gd name="connsiteY17" fmla="*/ 71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9550" h="161925">
                  <a:moveTo>
                    <a:pt x="157163" y="7144"/>
                  </a:moveTo>
                  <a:cubicBezTo>
                    <a:pt x="135739" y="7405"/>
                    <a:pt x="116592" y="20571"/>
                    <a:pt x="108680" y="40481"/>
                  </a:cubicBezTo>
                  <a:cubicBezTo>
                    <a:pt x="100789" y="20554"/>
                    <a:pt x="81629" y="7379"/>
                    <a:pt x="60197" y="7144"/>
                  </a:cubicBezTo>
                  <a:cubicBezTo>
                    <a:pt x="38862" y="7144"/>
                    <a:pt x="7144" y="22955"/>
                    <a:pt x="7144" y="66389"/>
                  </a:cubicBezTo>
                  <a:lnTo>
                    <a:pt x="7144" y="160687"/>
                  </a:lnTo>
                  <a:lnTo>
                    <a:pt x="16669" y="160687"/>
                  </a:lnTo>
                  <a:lnTo>
                    <a:pt x="16669" y="66389"/>
                  </a:lnTo>
                  <a:cubicBezTo>
                    <a:pt x="16669" y="30004"/>
                    <a:pt x="42958" y="16764"/>
                    <a:pt x="60579" y="16764"/>
                  </a:cubicBezTo>
                  <a:cubicBezTo>
                    <a:pt x="78200" y="16764"/>
                    <a:pt x="104299" y="30004"/>
                    <a:pt x="104489" y="66104"/>
                  </a:cubicBezTo>
                  <a:lnTo>
                    <a:pt x="104489" y="160687"/>
                  </a:lnTo>
                  <a:lnTo>
                    <a:pt x="114014" y="160687"/>
                  </a:lnTo>
                  <a:lnTo>
                    <a:pt x="114014" y="66104"/>
                  </a:lnTo>
                  <a:cubicBezTo>
                    <a:pt x="114014" y="30004"/>
                    <a:pt x="140303" y="16764"/>
                    <a:pt x="157925" y="16764"/>
                  </a:cubicBezTo>
                  <a:cubicBezTo>
                    <a:pt x="175546" y="16764"/>
                    <a:pt x="201835" y="30004"/>
                    <a:pt x="201835" y="66389"/>
                  </a:cubicBezTo>
                  <a:lnTo>
                    <a:pt x="201835" y="160687"/>
                  </a:lnTo>
                  <a:lnTo>
                    <a:pt x="211360" y="160687"/>
                  </a:lnTo>
                  <a:lnTo>
                    <a:pt x="211360" y="66389"/>
                  </a:lnTo>
                  <a:cubicBezTo>
                    <a:pt x="211360" y="22955"/>
                    <a:pt x="179546" y="7144"/>
                    <a:pt x="158210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F9F8554-F5FE-4036-8BCE-D0B75EC51204}"/>
                </a:ext>
              </a:extLst>
            </p:cNvPr>
            <p:cNvSpPr/>
            <p:nvPr/>
          </p:nvSpPr>
          <p:spPr>
            <a:xfrm>
              <a:off x="1739805" y="703291"/>
              <a:ext cx="161925" cy="171450"/>
            </a:xfrm>
            <a:custGeom>
              <a:avLst/>
              <a:gdLst>
                <a:gd name="connsiteX0" fmla="*/ 98139 w 161925"/>
                <a:gd name="connsiteY0" fmla="*/ 8512 h 171450"/>
                <a:gd name="connsiteX1" fmla="*/ 8993 w 161925"/>
                <a:gd name="connsiteY1" fmla="*/ 69058 h 171450"/>
                <a:gd name="connsiteX2" fmla="*/ 8794 w 161925"/>
                <a:gd name="connsiteY2" fmla="*/ 70138 h 171450"/>
                <a:gd name="connsiteX3" fmla="*/ 68040 w 161925"/>
                <a:gd name="connsiteY3" fmla="*/ 163674 h 171450"/>
                <a:gd name="connsiteX4" fmla="*/ 153765 w 161925"/>
                <a:gd name="connsiteY4" fmla="*/ 113763 h 171450"/>
                <a:gd name="connsiteX5" fmla="*/ 132619 w 161925"/>
                <a:gd name="connsiteY5" fmla="*/ 113763 h 171450"/>
                <a:gd name="connsiteX6" fmla="*/ 71469 w 161925"/>
                <a:gd name="connsiteY6" fmla="*/ 144719 h 171450"/>
                <a:gd name="connsiteX7" fmla="*/ 27273 w 161925"/>
                <a:gd name="connsiteY7" fmla="*/ 94522 h 171450"/>
                <a:gd name="connsiteX8" fmla="*/ 158051 w 161925"/>
                <a:gd name="connsiteY8" fmla="*/ 94522 h 171450"/>
                <a:gd name="connsiteX9" fmla="*/ 97948 w 161925"/>
                <a:gd name="connsiteY9" fmla="*/ 8797 h 171450"/>
                <a:gd name="connsiteX10" fmla="*/ 27844 w 161925"/>
                <a:gd name="connsiteY10" fmla="*/ 75187 h 171450"/>
                <a:gd name="connsiteX11" fmla="*/ 27844 w 161925"/>
                <a:gd name="connsiteY11" fmla="*/ 73853 h 171450"/>
                <a:gd name="connsiteX12" fmla="*/ 92243 w 161925"/>
                <a:gd name="connsiteY12" fmla="*/ 26593 h 171450"/>
                <a:gd name="connsiteX13" fmla="*/ 94519 w 161925"/>
                <a:gd name="connsiteY13" fmla="*/ 26990 h 171450"/>
                <a:gd name="connsiteX14" fmla="*/ 138525 w 161925"/>
                <a:gd name="connsiteY14" fmla="*/ 74615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61925" h="171450">
                  <a:moveTo>
                    <a:pt x="98139" y="8512"/>
                  </a:moveTo>
                  <a:cubicBezTo>
                    <a:pt x="56802" y="614"/>
                    <a:pt x="16890" y="27721"/>
                    <a:pt x="8993" y="69058"/>
                  </a:cubicBezTo>
                  <a:cubicBezTo>
                    <a:pt x="8924" y="69417"/>
                    <a:pt x="8858" y="69778"/>
                    <a:pt x="8794" y="70138"/>
                  </a:cubicBezTo>
                  <a:cubicBezTo>
                    <a:pt x="142" y="112182"/>
                    <a:pt x="26331" y="153529"/>
                    <a:pt x="68040" y="163674"/>
                  </a:cubicBezTo>
                  <a:cubicBezTo>
                    <a:pt x="105095" y="170936"/>
                    <a:pt x="141787" y="149574"/>
                    <a:pt x="153765" y="113763"/>
                  </a:cubicBezTo>
                  <a:lnTo>
                    <a:pt x="132619" y="113763"/>
                  </a:lnTo>
                  <a:cubicBezTo>
                    <a:pt x="121847" y="136981"/>
                    <a:pt x="96558" y="149783"/>
                    <a:pt x="71469" y="144719"/>
                  </a:cubicBezTo>
                  <a:cubicBezTo>
                    <a:pt x="47541" y="139122"/>
                    <a:pt x="29795" y="118966"/>
                    <a:pt x="27273" y="94522"/>
                  </a:cubicBezTo>
                  <a:lnTo>
                    <a:pt x="158051" y="94522"/>
                  </a:lnTo>
                  <a:cubicBezTo>
                    <a:pt x="162387" y="54908"/>
                    <a:pt x="136667" y="18224"/>
                    <a:pt x="97948" y="8797"/>
                  </a:cubicBezTo>
                  <a:close/>
                  <a:moveTo>
                    <a:pt x="27844" y="75187"/>
                  </a:moveTo>
                  <a:lnTo>
                    <a:pt x="27844" y="73853"/>
                  </a:lnTo>
                  <a:cubicBezTo>
                    <a:pt x="32577" y="43019"/>
                    <a:pt x="61409" y="21860"/>
                    <a:pt x="92243" y="26593"/>
                  </a:cubicBezTo>
                  <a:cubicBezTo>
                    <a:pt x="93004" y="26710"/>
                    <a:pt x="93763" y="26842"/>
                    <a:pt x="94519" y="26990"/>
                  </a:cubicBezTo>
                  <a:cubicBezTo>
                    <a:pt x="117646" y="32201"/>
                    <a:pt x="135153" y="51149"/>
                    <a:pt x="138525" y="746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70E7D93E-5E28-46F8-8635-0003518C4DCF}"/>
                </a:ext>
              </a:extLst>
            </p:cNvPr>
            <p:cNvSpPr/>
            <p:nvPr/>
          </p:nvSpPr>
          <p:spPr>
            <a:xfrm>
              <a:off x="1030968" y="702286"/>
              <a:ext cx="152400" cy="171450"/>
            </a:xfrm>
            <a:custGeom>
              <a:avLst/>
              <a:gdLst>
                <a:gd name="connsiteX0" fmla="*/ 147370 w 152400"/>
                <a:gd name="connsiteY0" fmla="*/ 56951 h 171450"/>
                <a:gd name="connsiteX1" fmla="*/ 128320 w 152400"/>
                <a:gd name="connsiteY1" fmla="*/ 20279 h 171450"/>
                <a:gd name="connsiteX2" fmla="*/ 82409 w 152400"/>
                <a:gd name="connsiteY2" fmla="*/ 7326 h 171450"/>
                <a:gd name="connsiteX3" fmla="*/ 82409 w 152400"/>
                <a:gd name="connsiteY3" fmla="*/ 7326 h 171450"/>
                <a:gd name="connsiteX4" fmla="*/ 35451 w 152400"/>
                <a:gd name="connsiteY4" fmla="*/ 18089 h 171450"/>
                <a:gd name="connsiteX5" fmla="*/ 15449 w 152400"/>
                <a:gd name="connsiteY5" fmla="*/ 49807 h 171450"/>
                <a:gd name="connsiteX6" fmla="*/ 13925 w 152400"/>
                <a:gd name="connsiteY6" fmla="*/ 56665 h 171450"/>
                <a:gd name="connsiteX7" fmla="*/ 60597 w 152400"/>
                <a:gd name="connsiteY7" fmla="*/ 56665 h 171450"/>
                <a:gd name="connsiteX8" fmla="*/ 60597 w 152400"/>
                <a:gd name="connsiteY8" fmla="*/ 55617 h 171450"/>
                <a:gd name="connsiteX9" fmla="*/ 80219 w 152400"/>
                <a:gd name="connsiteY9" fmla="*/ 40282 h 171450"/>
                <a:gd name="connsiteX10" fmla="*/ 81552 w 152400"/>
                <a:gd name="connsiteY10" fmla="*/ 40282 h 171450"/>
                <a:gd name="connsiteX11" fmla="*/ 84791 w 152400"/>
                <a:gd name="connsiteY11" fmla="*/ 40282 h 171450"/>
                <a:gd name="connsiteX12" fmla="*/ 84791 w 152400"/>
                <a:gd name="connsiteY12" fmla="*/ 40282 h 171450"/>
                <a:gd name="connsiteX13" fmla="*/ 95745 w 152400"/>
                <a:gd name="connsiteY13" fmla="*/ 45426 h 171450"/>
                <a:gd name="connsiteX14" fmla="*/ 98602 w 152400"/>
                <a:gd name="connsiteY14" fmla="*/ 54951 h 171450"/>
                <a:gd name="connsiteX15" fmla="*/ 72218 w 152400"/>
                <a:gd name="connsiteY15" fmla="*/ 68190 h 171450"/>
                <a:gd name="connsiteX16" fmla="*/ 71170 w 152400"/>
                <a:gd name="connsiteY16" fmla="*/ 68190 h 171450"/>
                <a:gd name="connsiteX17" fmla="*/ 66121 w 152400"/>
                <a:gd name="connsiteY17" fmla="*/ 69333 h 171450"/>
                <a:gd name="connsiteX18" fmla="*/ 55549 w 152400"/>
                <a:gd name="connsiteY18" fmla="*/ 71715 h 171450"/>
                <a:gd name="connsiteX19" fmla="*/ 7162 w 152400"/>
                <a:gd name="connsiteY19" fmla="*/ 119340 h 171450"/>
                <a:gd name="connsiteX20" fmla="*/ 20306 w 152400"/>
                <a:gd name="connsiteY20" fmla="*/ 152677 h 171450"/>
                <a:gd name="connsiteX21" fmla="*/ 55167 w 152400"/>
                <a:gd name="connsiteY21" fmla="*/ 165155 h 171450"/>
                <a:gd name="connsiteX22" fmla="*/ 57168 w 152400"/>
                <a:gd name="connsiteY22" fmla="*/ 165155 h 171450"/>
                <a:gd name="connsiteX23" fmla="*/ 93553 w 152400"/>
                <a:gd name="connsiteY23" fmla="*/ 152582 h 171450"/>
                <a:gd name="connsiteX24" fmla="*/ 100602 w 152400"/>
                <a:gd name="connsiteY24" fmla="*/ 147248 h 171450"/>
                <a:gd name="connsiteX25" fmla="*/ 102698 w 152400"/>
                <a:gd name="connsiteY25" fmla="*/ 145628 h 171450"/>
                <a:gd name="connsiteX26" fmla="*/ 102698 w 152400"/>
                <a:gd name="connsiteY26" fmla="*/ 160773 h 171450"/>
                <a:gd name="connsiteX27" fmla="*/ 147846 w 152400"/>
                <a:gd name="connsiteY27" fmla="*/ 160773 h 171450"/>
                <a:gd name="connsiteX28" fmla="*/ 147846 w 152400"/>
                <a:gd name="connsiteY28" fmla="*/ 65333 h 171450"/>
                <a:gd name="connsiteX29" fmla="*/ 147275 w 152400"/>
                <a:gd name="connsiteY29" fmla="*/ 56951 h 171450"/>
                <a:gd name="connsiteX30" fmla="*/ 99745 w 152400"/>
                <a:gd name="connsiteY30" fmla="*/ 92574 h 171450"/>
                <a:gd name="connsiteX31" fmla="*/ 99745 w 152400"/>
                <a:gd name="connsiteY31" fmla="*/ 116196 h 171450"/>
                <a:gd name="connsiteX32" fmla="*/ 99745 w 152400"/>
                <a:gd name="connsiteY32" fmla="*/ 116673 h 171450"/>
                <a:gd name="connsiteX33" fmla="*/ 95459 w 152400"/>
                <a:gd name="connsiteY33" fmla="*/ 120292 h 171450"/>
                <a:gd name="connsiteX34" fmla="*/ 90505 w 152400"/>
                <a:gd name="connsiteY34" fmla="*/ 124007 h 171450"/>
                <a:gd name="connsiteX35" fmla="*/ 72408 w 152400"/>
                <a:gd name="connsiteY35" fmla="*/ 129722 h 171450"/>
                <a:gd name="connsiteX36" fmla="*/ 71551 w 152400"/>
                <a:gd name="connsiteY36" fmla="*/ 129722 h 171450"/>
                <a:gd name="connsiteX37" fmla="*/ 57571 w 152400"/>
                <a:gd name="connsiteY37" fmla="*/ 117469 h 171450"/>
                <a:gd name="connsiteX38" fmla="*/ 57549 w 152400"/>
                <a:gd name="connsiteY38" fmla="*/ 116197 h 171450"/>
                <a:gd name="connsiteX39" fmla="*/ 69169 w 152400"/>
                <a:gd name="connsiteY39" fmla="*/ 101337 h 171450"/>
                <a:gd name="connsiteX40" fmla="*/ 98507 w 152400"/>
                <a:gd name="connsiteY40" fmla="*/ 91241 h 171450"/>
                <a:gd name="connsiteX41" fmla="*/ 100221 w 152400"/>
                <a:gd name="connsiteY41" fmla="*/ 90669 h 171450"/>
                <a:gd name="connsiteX42" fmla="*/ 100221 w 152400"/>
                <a:gd name="connsiteY42" fmla="*/ 92574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52400" h="171450">
                  <a:moveTo>
                    <a:pt x="147370" y="56951"/>
                  </a:moveTo>
                  <a:cubicBezTo>
                    <a:pt x="146216" y="42661"/>
                    <a:pt x="139348" y="29440"/>
                    <a:pt x="128320" y="20279"/>
                  </a:cubicBezTo>
                  <a:cubicBezTo>
                    <a:pt x="114888" y="10966"/>
                    <a:pt x="98729" y="6407"/>
                    <a:pt x="82409" y="7326"/>
                  </a:cubicBezTo>
                  <a:lnTo>
                    <a:pt x="82409" y="7326"/>
                  </a:lnTo>
                  <a:cubicBezTo>
                    <a:pt x="66041" y="6247"/>
                    <a:pt x="49715" y="9988"/>
                    <a:pt x="35451" y="18089"/>
                  </a:cubicBezTo>
                  <a:cubicBezTo>
                    <a:pt x="24727" y="25481"/>
                    <a:pt x="17498" y="36944"/>
                    <a:pt x="15449" y="49807"/>
                  </a:cubicBezTo>
                  <a:lnTo>
                    <a:pt x="13925" y="56665"/>
                  </a:lnTo>
                  <a:lnTo>
                    <a:pt x="60597" y="56665"/>
                  </a:lnTo>
                  <a:lnTo>
                    <a:pt x="60597" y="55617"/>
                  </a:lnTo>
                  <a:cubicBezTo>
                    <a:pt x="61836" y="45996"/>
                    <a:pt x="70583" y="39160"/>
                    <a:pt x="80219" y="40282"/>
                  </a:cubicBezTo>
                  <a:lnTo>
                    <a:pt x="81552" y="40282"/>
                  </a:lnTo>
                  <a:cubicBezTo>
                    <a:pt x="82629" y="40184"/>
                    <a:pt x="83713" y="40184"/>
                    <a:pt x="84791" y="40282"/>
                  </a:cubicBezTo>
                  <a:lnTo>
                    <a:pt x="84791" y="40282"/>
                  </a:lnTo>
                  <a:cubicBezTo>
                    <a:pt x="88916" y="40718"/>
                    <a:pt x="92774" y="42530"/>
                    <a:pt x="95745" y="45426"/>
                  </a:cubicBezTo>
                  <a:cubicBezTo>
                    <a:pt x="98153" y="47968"/>
                    <a:pt x="99213" y="51502"/>
                    <a:pt x="98602" y="54951"/>
                  </a:cubicBezTo>
                  <a:cubicBezTo>
                    <a:pt x="97649" y="61713"/>
                    <a:pt x="93458" y="63237"/>
                    <a:pt x="72218" y="68190"/>
                  </a:cubicBezTo>
                  <a:lnTo>
                    <a:pt x="71170" y="68190"/>
                  </a:lnTo>
                  <a:lnTo>
                    <a:pt x="66121" y="69333"/>
                  </a:lnTo>
                  <a:cubicBezTo>
                    <a:pt x="62502" y="70000"/>
                    <a:pt x="58978" y="70857"/>
                    <a:pt x="55549" y="71715"/>
                  </a:cubicBezTo>
                  <a:cubicBezTo>
                    <a:pt x="19639" y="80573"/>
                    <a:pt x="6590" y="93622"/>
                    <a:pt x="7162" y="119340"/>
                  </a:cubicBezTo>
                  <a:cubicBezTo>
                    <a:pt x="6943" y="131757"/>
                    <a:pt x="11672" y="143751"/>
                    <a:pt x="20306" y="152677"/>
                  </a:cubicBezTo>
                  <a:cubicBezTo>
                    <a:pt x="29824" y="161276"/>
                    <a:pt x="42355" y="165761"/>
                    <a:pt x="55167" y="165155"/>
                  </a:cubicBezTo>
                  <a:lnTo>
                    <a:pt x="57168" y="165155"/>
                  </a:lnTo>
                  <a:cubicBezTo>
                    <a:pt x="70378" y="165251"/>
                    <a:pt x="83221" y="160813"/>
                    <a:pt x="93553" y="152582"/>
                  </a:cubicBezTo>
                  <a:lnTo>
                    <a:pt x="100602" y="147248"/>
                  </a:lnTo>
                  <a:lnTo>
                    <a:pt x="102698" y="145628"/>
                  </a:lnTo>
                  <a:lnTo>
                    <a:pt x="102698" y="160773"/>
                  </a:lnTo>
                  <a:lnTo>
                    <a:pt x="147846" y="160773"/>
                  </a:lnTo>
                  <a:lnTo>
                    <a:pt x="147846" y="65333"/>
                  </a:lnTo>
                  <a:cubicBezTo>
                    <a:pt x="147852" y="62529"/>
                    <a:pt x="147661" y="59728"/>
                    <a:pt x="147275" y="56951"/>
                  </a:cubicBezTo>
                  <a:close/>
                  <a:moveTo>
                    <a:pt x="99745" y="92574"/>
                  </a:moveTo>
                  <a:lnTo>
                    <a:pt x="99745" y="116196"/>
                  </a:lnTo>
                  <a:lnTo>
                    <a:pt x="99745" y="116673"/>
                  </a:lnTo>
                  <a:lnTo>
                    <a:pt x="95459" y="120292"/>
                  </a:lnTo>
                  <a:cubicBezTo>
                    <a:pt x="93926" y="121680"/>
                    <a:pt x="92268" y="122923"/>
                    <a:pt x="90505" y="124007"/>
                  </a:cubicBezTo>
                  <a:cubicBezTo>
                    <a:pt x="85089" y="127488"/>
                    <a:pt x="78842" y="129461"/>
                    <a:pt x="72408" y="129722"/>
                  </a:cubicBezTo>
                  <a:lnTo>
                    <a:pt x="71551" y="129722"/>
                  </a:lnTo>
                  <a:cubicBezTo>
                    <a:pt x="64307" y="130199"/>
                    <a:pt x="58048" y="124713"/>
                    <a:pt x="57571" y="117469"/>
                  </a:cubicBezTo>
                  <a:cubicBezTo>
                    <a:pt x="57543" y="117046"/>
                    <a:pt x="57535" y="116621"/>
                    <a:pt x="57549" y="116197"/>
                  </a:cubicBezTo>
                  <a:cubicBezTo>
                    <a:pt x="56978" y="108767"/>
                    <a:pt x="60407" y="104481"/>
                    <a:pt x="69169" y="101337"/>
                  </a:cubicBezTo>
                  <a:lnTo>
                    <a:pt x="98507" y="91241"/>
                  </a:lnTo>
                  <a:lnTo>
                    <a:pt x="100221" y="90669"/>
                  </a:lnTo>
                  <a:lnTo>
                    <a:pt x="100221" y="9257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C65BE06-1727-2C18-96AD-128B1196F5D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107495" y="6527802"/>
            <a:ext cx="7593125" cy="136525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x-none" dirty="0"/>
              <a:t>Presentation venue | Date | Speaker</a:t>
            </a:r>
          </a:p>
        </p:txBody>
      </p:sp>
    </p:spTree>
    <p:extLst>
      <p:ext uri="{BB962C8B-B14F-4D97-AF65-F5344CB8AC3E}">
        <p14:creationId xmlns:p14="http://schemas.microsoft.com/office/powerpoint/2010/main" val="3826961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bschnitts-&#10;überschrift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id">
            <a:extLst>
              <a:ext uri="{FF2B5EF4-FFF2-40B4-BE49-F238E27FC236}">
                <a16:creationId xmlns:a16="http://schemas.microsoft.com/office/drawing/2014/main" id="{EC93758A-C3A9-4A6E-9EA5-B49EECD74885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9144" y="5733900"/>
            <a:ext cx="12218400" cy="1186916"/>
          </a:xfrm>
          <a:prstGeom prst="rect">
            <a:avLst/>
          </a:prstGeom>
        </p:spPr>
      </p:pic>
      <p:sp>
        <p:nvSpPr>
          <p:cNvPr id="2" name="Line">
            <a:extLst>
              <a:ext uri="{FF2B5EF4-FFF2-40B4-BE49-F238E27FC236}">
                <a16:creationId xmlns:a16="http://schemas.microsoft.com/office/drawing/2014/main" id="{C398A82B-E12A-4095-B923-AAB9904866B0}"/>
              </a:ext>
            </a:extLst>
          </p:cNvPr>
          <p:cNvSpPr/>
          <p:nvPr userDrawn="1"/>
        </p:nvSpPr>
        <p:spPr bwMode="gray">
          <a:xfrm>
            <a:off x="281552" y="3104827"/>
            <a:ext cx="1080000" cy="36000"/>
          </a:xfrm>
          <a:prstGeom prst="rect">
            <a:avLst/>
          </a:prstGeom>
          <a:solidFill>
            <a:srgbClr val="B8C4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ADF4F135-2A7E-416E-8DB7-47799050FED6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281552" y="1513668"/>
            <a:ext cx="4702404" cy="1591159"/>
          </a:xfrm>
          <a:solidFill>
            <a:srgbClr val="F5F5F5">
              <a:alpha val="69804"/>
            </a:srgbClr>
          </a:solidFill>
          <a:effectLst/>
        </p:spPr>
        <p:txBody>
          <a:bodyPr lIns="216000" tIns="216000" rIns="216000" bIns="216000"/>
          <a:lstStyle>
            <a:lvl1pPr>
              <a:lnSpc>
                <a:spcPts val="4600"/>
              </a:lnSpc>
              <a:defRPr sz="4200"/>
            </a:lvl1pPr>
          </a:lstStyle>
          <a:p>
            <a:r>
              <a:rPr lang="de-DE" noProof="0"/>
              <a:t>Mastertitelformat bearbeiten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57336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">
            <a:extLst>
              <a:ext uri="{FF2B5EF4-FFF2-40B4-BE49-F238E27FC236}">
                <a16:creationId xmlns:a16="http://schemas.microsoft.com/office/drawing/2014/main" id="{B232EAE6-E81C-4BE6-910C-F5BAAA9157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E520D1F-A7A6-418C-90EB-3C7F84B97953}" type="slidenum">
              <a:rPr lang="en-US" altLang="x-none" noProof="0" smtClean="0"/>
              <a:pPr/>
              <a:t>‹Nr.›</a:t>
            </a:fld>
            <a:endParaRPr lang="en-US" altLang="x-none" noProof="0" dirty="0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62A76EBE-E532-4998-8E5C-98B2881DF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x-none" noProof="0" dirty="0"/>
              <a:t>Presentation venue | Date | Speaker</a:t>
            </a:r>
          </a:p>
        </p:txBody>
      </p:sp>
      <p:sp>
        <p:nvSpPr>
          <p:cNvPr id="3" name="Content">
            <a:extLst>
              <a:ext uri="{FF2B5EF4-FFF2-40B4-BE49-F238E27FC236}">
                <a16:creationId xmlns:a16="http://schemas.microsoft.com/office/drawing/2014/main" id="{B7F8C8B6-C272-4AFA-8B4B-767350AEA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 dirty="0"/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9F87995F-206D-4187-91E8-419071DE2BC8}"/>
              </a:ext>
            </a:extLst>
          </p:cNvPr>
          <p:cNvSpPr>
            <a:spLocks noGrp="1"/>
          </p:cNvSpPr>
          <p:nvPr>
            <p:ph type="subTitle" idx="12" hasCustomPrompt="1"/>
          </p:nvPr>
        </p:nvSpPr>
        <p:spPr>
          <a:xfrm>
            <a:off x="502785" y="437505"/>
            <a:ext cx="9144000" cy="338554"/>
          </a:xfrm>
        </p:spPr>
        <p:txBody>
          <a:bodyPr anchor="b">
            <a:noAutofit/>
          </a:bodyPr>
          <a:lstStyle>
            <a:lvl1pPr marL="0" indent="0" algn="l">
              <a:buNone/>
              <a:defRPr sz="22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EEAB64A-5D5C-47EF-9B9B-5812172F5E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12857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1773238"/>
            <a:ext cx="12192000" cy="5084762"/>
          </a:xfrm>
          <a:prstGeom prst="rect">
            <a:avLst/>
          </a:prstGeom>
          <a:solidFill>
            <a:srgbClr val="E8E8E8">
              <a:alpha val="8313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noProof="0" dirty="0"/>
          </a:p>
        </p:txBody>
      </p:sp>
      <p:pic>
        <p:nvPicPr>
          <p:cNvPr id="11" name="Grid">
            <a:extLst>
              <a:ext uri="{FF2B5EF4-FFF2-40B4-BE49-F238E27FC236}">
                <a16:creationId xmlns:a16="http://schemas.microsoft.com/office/drawing/2014/main" id="{EC93758A-C3A9-4A6E-9EA5-B49EECD74885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9144" y="5733900"/>
            <a:ext cx="12218400" cy="1186916"/>
          </a:xfrm>
          <a:prstGeom prst="rect">
            <a:avLst/>
          </a:prstGeom>
        </p:spPr>
      </p:pic>
      <p:sp>
        <p:nvSpPr>
          <p:cNvPr id="4" name="Slide Number">
            <a:extLst>
              <a:ext uri="{FF2B5EF4-FFF2-40B4-BE49-F238E27FC236}">
                <a16:creationId xmlns:a16="http://schemas.microsoft.com/office/drawing/2014/main" id="{B232EAE6-E81C-4BE6-910C-F5BAAA9157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E520D1F-A7A6-418C-90EB-3C7F84B97953}" type="slidenum">
              <a:rPr lang="en-US" altLang="x-none" noProof="0" smtClean="0"/>
              <a:pPr/>
              <a:t>‹Nr.›</a:t>
            </a:fld>
            <a:endParaRPr lang="en-US" altLang="x-none" noProof="0" dirty="0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62A76EBE-E532-4998-8E5C-98B2881DF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x-none" noProof="0" dirty="0"/>
              <a:t>Presentation venue | Date | Speaker</a:t>
            </a:r>
          </a:p>
        </p:txBody>
      </p:sp>
      <p:sp>
        <p:nvSpPr>
          <p:cNvPr id="3" name="Content">
            <a:extLst>
              <a:ext uri="{FF2B5EF4-FFF2-40B4-BE49-F238E27FC236}">
                <a16:creationId xmlns:a16="http://schemas.microsoft.com/office/drawing/2014/main" id="{B7F8C8B6-C272-4AFA-8B4B-767350AEA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 dirty="0"/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9F87995F-206D-4187-91E8-419071DE2BC8}"/>
              </a:ext>
            </a:extLst>
          </p:cNvPr>
          <p:cNvSpPr>
            <a:spLocks noGrp="1"/>
          </p:cNvSpPr>
          <p:nvPr>
            <p:ph type="subTitle" idx="12" hasCustomPrompt="1"/>
          </p:nvPr>
        </p:nvSpPr>
        <p:spPr>
          <a:xfrm>
            <a:off x="502785" y="437505"/>
            <a:ext cx="9144000" cy="338554"/>
          </a:xfrm>
        </p:spPr>
        <p:txBody>
          <a:bodyPr anchor="b"/>
          <a:lstStyle>
            <a:lvl1pPr marL="0" indent="0" algn="l">
              <a:buNone/>
              <a:defRPr sz="22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add 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4AF86A12-8FF0-4CB7-8892-64C2BF9B7BA9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03238" y="1358186"/>
            <a:ext cx="547200" cy="0"/>
          </a:xfrm>
          <a:prstGeom prst="line">
            <a:avLst/>
          </a:prstGeom>
          <a:solidFill>
            <a:srgbClr val="B8C400"/>
          </a:solidFill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subtitle</a:t>
            </a:r>
            <a:endParaRPr lang="en-US" noProof="0" dirty="0"/>
          </a:p>
        </p:txBody>
      </p:sp>
      <p:grpSp>
        <p:nvGrpSpPr>
          <p:cNvPr id="21" name="Logo_Color">
            <a:extLst>
              <a:ext uri="{FF2B5EF4-FFF2-40B4-BE49-F238E27FC236}">
                <a16:creationId xmlns:a16="http://schemas.microsoft.com/office/drawing/2014/main" id="{F6258D7C-28BE-4EF6-A1E4-2FC99401BF8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087820" y="495720"/>
            <a:ext cx="1612800" cy="229651"/>
            <a:chOff x="1030968" y="702286"/>
            <a:chExt cx="1211122" cy="172455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C1184F0-9355-4401-AA31-8D8321459214}"/>
                </a:ext>
              </a:extLst>
            </p:cNvPr>
            <p:cNvSpPr/>
            <p:nvPr/>
          </p:nvSpPr>
          <p:spPr>
            <a:xfrm>
              <a:off x="1344835" y="707326"/>
              <a:ext cx="104775" cy="161925"/>
            </a:xfrm>
            <a:custGeom>
              <a:avLst/>
              <a:gdLst>
                <a:gd name="connsiteX0" fmla="*/ 7144 w 104775"/>
                <a:gd name="connsiteY0" fmla="*/ 44672 h 161925"/>
                <a:gd name="connsiteX1" fmla="*/ 7144 w 104775"/>
                <a:gd name="connsiteY1" fmla="*/ 44672 h 161925"/>
                <a:gd name="connsiteX2" fmla="*/ 7144 w 104775"/>
                <a:gd name="connsiteY2" fmla="*/ 88011 h 161925"/>
                <a:gd name="connsiteX3" fmla="*/ 72580 w 104775"/>
                <a:gd name="connsiteY3" fmla="*/ 158401 h 161925"/>
                <a:gd name="connsiteX4" fmla="*/ 98013 w 104775"/>
                <a:gd name="connsiteY4" fmla="*/ 158401 h 161925"/>
                <a:gd name="connsiteX5" fmla="*/ 98013 w 104775"/>
                <a:gd name="connsiteY5" fmla="*/ 121063 h 161925"/>
                <a:gd name="connsiteX6" fmla="*/ 72580 w 104775"/>
                <a:gd name="connsiteY6" fmla="*/ 121063 h 161925"/>
                <a:gd name="connsiteX7" fmla="*/ 42672 w 104775"/>
                <a:gd name="connsiteY7" fmla="*/ 88011 h 161925"/>
                <a:gd name="connsiteX8" fmla="*/ 42672 w 104775"/>
                <a:gd name="connsiteY8" fmla="*/ 44672 h 161925"/>
                <a:gd name="connsiteX9" fmla="*/ 98774 w 104775"/>
                <a:gd name="connsiteY9" fmla="*/ 44672 h 161925"/>
                <a:gd name="connsiteX10" fmla="*/ 98774 w 104775"/>
                <a:gd name="connsiteY10" fmla="*/ 7144 h 161925"/>
                <a:gd name="connsiteX11" fmla="*/ 7144 w 104775"/>
                <a:gd name="connsiteY11" fmla="*/ 7144 h 161925"/>
                <a:gd name="connsiteX12" fmla="*/ 7144 w 104775"/>
                <a:gd name="connsiteY12" fmla="*/ 44672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775" h="161925">
                  <a:moveTo>
                    <a:pt x="7144" y="44672"/>
                  </a:moveTo>
                  <a:lnTo>
                    <a:pt x="7144" y="44672"/>
                  </a:lnTo>
                  <a:lnTo>
                    <a:pt x="7144" y="88011"/>
                  </a:lnTo>
                  <a:cubicBezTo>
                    <a:pt x="7144" y="129445"/>
                    <a:pt x="34004" y="158401"/>
                    <a:pt x="72580" y="158401"/>
                  </a:cubicBezTo>
                  <a:lnTo>
                    <a:pt x="98013" y="158401"/>
                  </a:lnTo>
                  <a:lnTo>
                    <a:pt x="98013" y="121063"/>
                  </a:lnTo>
                  <a:lnTo>
                    <a:pt x="72580" y="121063"/>
                  </a:lnTo>
                  <a:cubicBezTo>
                    <a:pt x="53530" y="121063"/>
                    <a:pt x="42672" y="108966"/>
                    <a:pt x="42672" y="88011"/>
                  </a:cubicBezTo>
                  <a:lnTo>
                    <a:pt x="42672" y="44672"/>
                  </a:lnTo>
                  <a:lnTo>
                    <a:pt x="98774" y="44672"/>
                  </a:lnTo>
                  <a:lnTo>
                    <a:pt x="98774" y="7144"/>
                  </a:lnTo>
                  <a:lnTo>
                    <a:pt x="7144" y="7144"/>
                  </a:lnTo>
                  <a:lnTo>
                    <a:pt x="7144" y="44672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E9AC917-5B82-4FA9-AF1E-EA81AF15028C}"/>
                </a:ext>
              </a:extLst>
            </p:cNvPr>
            <p:cNvSpPr/>
            <p:nvPr/>
          </p:nvSpPr>
          <p:spPr>
            <a:xfrm>
              <a:off x="1429987" y="702401"/>
              <a:ext cx="171450" cy="171450"/>
            </a:xfrm>
            <a:custGeom>
              <a:avLst/>
              <a:gdLst>
                <a:gd name="connsiteX0" fmla="*/ 89822 w 171450"/>
                <a:gd name="connsiteY0" fmla="*/ 7211 h 171450"/>
                <a:gd name="connsiteX1" fmla="*/ 7211 w 171450"/>
                <a:gd name="connsiteY1" fmla="*/ 83345 h 171450"/>
                <a:gd name="connsiteX2" fmla="*/ 83345 w 171450"/>
                <a:gd name="connsiteY2" fmla="*/ 165956 h 171450"/>
                <a:gd name="connsiteX3" fmla="*/ 165956 w 171450"/>
                <a:gd name="connsiteY3" fmla="*/ 89822 h 171450"/>
                <a:gd name="connsiteX4" fmla="*/ 166022 w 171450"/>
                <a:gd name="connsiteY4" fmla="*/ 86554 h 171450"/>
                <a:gd name="connsiteX5" fmla="*/ 89950 w 171450"/>
                <a:gd name="connsiteY5" fmla="*/ 7213 h 171450"/>
                <a:gd name="connsiteX6" fmla="*/ 89822 w 171450"/>
                <a:gd name="connsiteY6" fmla="*/ 7211 h 171450"/>
                <a:gd name="connsiteX7" fmla="*/ 89822 w 171450"/>
                <a:gd name="connsiteY7" fmla="*/ 133417 h 171450"/>
                <a:gd name="connsiteX8" fmla="*/ 40189 w 171450"/>
                <a:gd name="connsiteY8" fmla="*/ 89499 h 171450"/>
                <a:gd name="connsiteX9" fmla="*/ 84108 w 171450"/>
                <a:gd name="connsiteY9" fmla="*/ 39866 h 171450"/>
                <a:gd name="connsiteX10" fmla="*/ 133741 w 171450"/>
                <a:gd name="connsiteY10" fmla="*/ 83784 h 171450"/>
                <a:gd name="connsiteX11" fmla="*/ 133828 w 171450"/>
                <a:gd name="connsiteY11" fmla="*/ 86554 h 171450"/>
                <a:gd name="connsiteX12" fmla="*/ 89822 w 171450"/>
                <a:gd name="connsiteY12" fmla="*/ 133417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1450" h="171450">
                  <a:moveTo>
                    <a:pt x="89822" y="7211"/>
                  </a:moveTo>
                  <a:cubicBezTo>
                    <a:pt x="45986" y="5422"/>
                    <a:pt x="9000" y="39509"/>
                    <a:pt x="7211" y="83345"/>
                  </a:cubicBezTo>
                  <a:cubicBezTo>
                    <a:pt x="5422" y="127181"/>
                    <a:pt x="39509" y="164167"/>
                    <a:pt x="83345" y="165956"/>
                  </a:cubicBezTo>
                  <a:cubicBezTo>
                    <a:pt x="127181" y="167745"/>
                    <a:pt x="164167" y="133658"/>
                    <a:pt x="165956" y="89822"/>
                  </a:cubicBezTo>
                  <a:cubicBezTo>
                    <a:pt x="166000" y="88733"/>
                    <a:pt x="166022" y="87644"/>
                    <a:pt x="166022" y="86554"/>
                  </a:cubicBezTo>
                  <a:cubicBezTo>
                    <a:pt x="166925" y="43638"/>
                    <a:pt x="132866" y="8116"/>
                    <a:pt x="89950" y="7213"/>
                  </a:cubicBezTo>
                  <a:cubicBezTo>
                    <a:pt x="89907" y="7212"/>
                    <a:pt x="89865" y="7212"/>
                    <a:pt x="89822" y="7211"/>
                  </a:cubicBezTo>
                  <a:close/>
                  <a:moveTo>
                    <a:pt x="89822" y="133417"/>
                  </a:moveTo>
                  <a:cubicBezTo>
                    <a:pt x="63989" y="134995"/>
                    <a:pt x="41767" y="115332"/>
                    <a:pt x="40189" y="89499"/>
                  </a:cubicBezTo>
                  <a:cubicBezTo>
                    <a:pt x="38611" y="63665"/>
                    <a:pt x="58274" y="41444"/>
                    <a:pt x="84108" y="39866"/>
                  </a:cubicBezTo>
                  <a:cubicBezTo>
                    <a:pt x="109941" y="38288"/>
                    <a:pt x="132163" y="57951"/>
                    <a:pt x="133741" y="83784"/>
                  </a:cubicBezTo>
                  <a:cubicBezTo>
                    <a:pt x="133797" y="84706"/>
                    <a:pt x="133826" y="85630"/>
                    <a:pt x="133828" y="86554"/>
                  </a:cubicBezTo>
                  <a:cubicBezTo>
                    <a:pt x="134524" y="111611"/>
                    <a:pt x="114874" y="132537"/>
                    <a:pt x="89822" y="133417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161459D-7D66-4344-A676-876A7C95980B}"/>
                </a:ext>
              </a:extLst>
            </p:cNvPr>
            <p:cNvSpPr/>
            <p:nvPr/>
          </p:nvSpPr>
          <p:spPr>
            <a:xfrm>
              <a:off x="1902620" y="707040"/>
              <a:ext cx="123825" cy="161925"/>
            </a:xfrm>
            <a:custGeom>
              <a:avLst/>
              <a:gdLst>
                <a:gd name="connsiteX0" fmla="*/ 110013 w 123825"/>
                <a:gd name="connsiteY0" fmla="*/ 96679 h 161925"/>
                <a:gd name="connsiteX1" fmla="*/ 65436 w 123825"/>
                <a:gd name="connsiteY1" fmla="*/ 147161 h 161925"/>
                <a:gd name="connsiteX2" fmla="*/ 20954 w 123825"/>
                <a:gd name="connsiteY2" fmla="*/ 96679 h 161925"/>
                <a:gd name="connsiteX3" fmla="*/ 20954 w 123825"/>
                <a:gd name="connsiteY3" fmla="*/ 7144 h 161925"/>
                <a:gd name="connsiteX4" fmla="*/ 7238 w 123825"/>
                <a:gd name="connsiteY4" fmla="*/ 7144 h 161925"/>
                <a:gd name="connsiteX5" fmla="*/ 7238 w 123825"/>
                <a:gd name="connsiteY5" fmla="*/ 96679 h 161925"/>
                <a:gd name="connsiteX6" fmla="*/ 26288 w 123825"/>
                <a:gd name="connsiteY6" fmla="*/ 146018 h 161925"/>
                <a:gd name="connsiteX7" fmla="*/ 103536 w 123825"/>
                <a:gd name="connsiteY7" fmla="*/ 146018 h 161925"/>
                <a:gd name="connsiteX8" fmla="*/ 123062 w 123825"/>
                <a:gd name="connsiteY8" fmla="*/ 96679 h 161925"/>
                <a:gd name="connsiteX9" fmla="*/ 123063 w 123825"/>
                <a:gd name="connsiteY9" fmla="*/ 7144 h 161925"/>
                <a:gd name="connsiteX10" fmla="*/ 109346 w 123825"/>
                <a:gd name="connsiteY10" fmla="*/ 7144 h 161925"/>
                <a:gd name="connsiteX11" fmla="*/ 109346 w 123825"/>
                <a:gd name="connsiteY11" fmla="*/ 96679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3825" h="161925">
                  <a:moveTo>
                    <a:pt x="110013" y="96679"/>
                  </a:moveTo>
                  <a:cubicBezTo>
                    <a:pt x="110013" y="133731"/>
                    <a:pt x="83343" y="147161"/>
                    <a:pt x="65436" y="147161"/>
                  </a:cubicBezTo>
                  <a:cubicBezTo>
                    <a:pt x="47529" y="147161"/>
                    <a:pt x="20954" y="133731"/>
                    <a:pt x="20954" y="96679"/>
                  </a:cubicBezTo>
                  <a:lnTo>
                    <a:pt x="20954" y="7144"/>
                  </a:lnTo>
                  <a:lnTo>
                    <a:pt x="7238" y="7144"/>
                  </a:lnTo>
                  <a:lnTo>
                    <a:pt x="7238" y="96679"/>
                  </a:lnTo>
                  <a:cubicBezTo>
                    <a:pt x="6241" y="115092"/>
                    <a:pt x="13176" y="133052"/>
                    <a:pt x="26288" y="146018"/>
                  </a:cubicBezTo>
                  <a:cubicBezTo>
                    <a:pt x="47937" y="166568"/>
                    <a:pt x="81887" y="166568"/>
                    <a:pt x="103536" y="146018"/>
                  </a:cubicBezTo>
                  <a:cubicBezTo>
                    <a:pt x="116782" y="133108"/>
                    <a:pt x="123886" y="115157"/>
                    <a:pt x="123062" y="96679"/>
                  </a:cubicBezTo>
                  <a:lnTo>
                    <a:pt x="123063" y="7144"/>
                  </a:lnTo>
                  <a:lnTo>
                    <a:pt x="109346" y="7144"/>
                  </a:lnTo>
                  <a:lnTo>
                    <a:pt x="109346" y="96679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9A37EFD-68D6-4E98-BB02-5D2C19228A91}"/>
                </a:ext>
              </a:extLst>
            </p:cNvPr>
            <p:cNvSpPr/>
            <p:nvPr/>
          </p:nvSpPr>
          <p:spPr>
            <a:xfrm>
              <a:off x="1182931" y="707040"/>
              <a:ext cx="161925" cy="161925"/>
            </a:xfrm>
            <a:custGeom>
              <a:avLst/>
              <a:gdLst>
                <a:gd name="connsiteX0" fmla="*/ 116279 w 161925"/>
                <a:gd name="connsiteY0" fmla="*/ 77819 h 161925"/>
                <a:gd name="connsiteX1" fmla="*/ 81989 w 161925"/>
                <a:gd name="connsiteY1" fmla="*/ 117824 h 161925"/>
                <a:gd name="connsiteX2" fmla="*/ 47603 w 161925"/>
                <a:gd name="connsiteY2" fmla="*/ 77819 h 161925"/>
                <a:gd name="connsiteX3" fmla="*/ 47603 w 161925"/>
                <a:gd name="connsiteY3" fmla="*/ 7144 h 161925"/>
                <a:gd name="connsiteX4" fmla="*/ 7217 w 161925"/>
                <a:gd name="connsiteY4" fmla="*/ 7144 h 161925"/>
                <a:gd name="connsiteX5" fmla="*/ 7217 w 161925"/>
                <a:gd name="connsiteY5" fmla="*/ 77819 h 161925"/>
                <a:gd name="connsiteX6" fmla="*/ 32268 w 161925"/>
                <a:gd name="connsiteY6" fmla="*/ 140493 h 161925"/>
                <a:gd name="connsiteX7" fmla="*/ 131329 w 161925"/>
                <a:gd name="connsiteY7" fmla="*/ 140493 h 161925"/>
                <a:gd name="connsiteX8" fmla="*/ 156379 w 161925"/>
                <a:gd name="connsiteY8" fmla="*/ 77914 h 161925"/>
                <a:gd name="connsiteX9" fmla="*/ 156379 w 161925"/>
                <a:gd name="connsiteY9" fmla="*/ 7144 h 161925"/>
                <a:gd name="connsiteX10" fmla="*/ 115993 w 161925"/>
                <a:gd name="connsiteY10" fmla="*/ 7144 h 161925"/>
                <a:gd name="connsiteX11" fmla="*/ 115993 w 161925"/>
                <a:gd name="connsiteY11" fmla="*/ 77819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925" h="161925">
                  <a:moveTo>
                    <a:pt x="116279" y="77819"/>
                  </a:moveTo>
                  <a:cubicBezTo>
                    <a:pt x="116279" y="109442"/>
                    <a:pt x="93895" y="117824"/>
                    <a:pt x="81989" y="117824"/>
                  </a:cubicBezTo>
                  <a:cubicBezTo>
                    <a:pt x="70082" y="117824"/>
                    <a:pt x="47603" y="109442"/>
                    <a:pt x="47603" y="77819"/>
                  </a:cubicBezTo>
                  <a:lnTo>
                    <a:pt x="47603" y="7144"/>
                  </a:lnTo>
                  <a:lnTo>
                    <a:pt x="7217" y="7144"/>
                  </a:lnTo>
                  <a:lnTo>
                    <a:pt x="7217" y="77819"/>
                  </a:lnTo>
                  <a:cubicBezTo>
                    <a:pt x="6222" y="101331"/>
                    <a:pt x="15341" y="124145"/>
                    <a:pt x="32268" y="140493"/>
                  </a:cubicBezTo>
                  <a:cubicBezTo>
                    <a:pt x="60063" y="166765"/>
                    <a:pt x="103534" y="166765"/>
                    <a:pt x="131329" y="140493"/>
                  </a:cubicBezTo>
                  <a:cubicBezTo>
                    <a:pt x="148241" y="124174"/>
                    <a:pt x="157359" y="101396"/>
                    <a:pt x="156379" y="77914"/>
                  </a:cubicBezTo>
                  <a:lnTo>
                    <a:pt x="156379" y="7144"/>
                  </a:lnTo>
                  <a:lnTo>
                    <a:pt x="115993" y="7144"/>
                  </a:lnTo>
                  <a:lnTo>
                    <a:pt x="115993" y="77819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56C6ADE1-4688-4BCD-AA97-76E1BC5C8C96}"/>
                </a:ext>
              </a:extLst>
            </p:cNvPr>
            <p:cNvSpPr/>
            <p:nvPr/>
          </p:nvSpPr>
          <p:spPr>
            <a:xfrm>
              <a:off x="1596891" y="702962"/>
              <a:ext cx="142875" cy="161925"/>
            </a:xfrm>
            <a:custGeom>
              <a:avLst/>
              <a:gdLst>
                <a:gd name="connsiteX0" fmla="*/ 117799 w 142875"/>
                <a:gd name="connsiteY0" fmla="*/ 24653 h 161925"/>
                <a:gd name="connsiteX1" fmla="*/ 29598 w 142875"/>
                <a:gd name="connsiteY1" fmla="*/ 24653 h 161925"/>
                <a:gd name="connsiteX2" fmla="*/ 7214 w 142875"/>
                <a:gd name="connsiteY2" fmla="*/ 80850 h 161925"/>
                <a:gd name="connsiteX3" fmla="*/ 7214 w 142875"/>
                <a:gd name="connsiteY3" fmla="*/ 160860 h 161925"/>
                <a:gd name="connsiteX4" fmla="*/ 31884 w 142875"/>
                <a:gd name="connsiteY4" fmla="*/ 160860 h 161925"/>
                <a:gd name="connsiteX5" fmla="*/ 31884 w 142875"/>
                <a:gd name="connsiteY5" fmla="*/ 80850 h 161925"/>
                <a:gd name="connsiteX6" fmla="*/ 73794 w 142875"/>
                <a:gd name="connsiteY6" fmla="*/ 33225 h 161925"/>
                <a:gd name="connsiteX7" fmla="*/ 115704 w 142875"/>
                <a:gd name="connsiteY7" fmla="*/ 80850 h 161925"/>
                <a:gd name="connsiteX8" fmla="*/ 115704 w 142875"/>
                <a:gd name="connsiteY8" fmla="*/ 160860 h 161925"/>
                <a:gd name="connsiteX9" fmla="*/ 140469 w 142875"/>
                <a:gd name="connsiteY9" fmla="*/ 160860 h 161925"/>
                <a:gd name="connsiteX10" fmla="*/ 140469 w 142875"/>
                <a:gd name="connsiteY10" fmla="*/ 80850 h 161925"/>
                <a:gd name="connsiteX11" fmla="*/ 118180 w 142875"/>
                <a:gd name="connsiteY11" fmla="*/ 24653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2875" h="161925">
                  <a:moveTo>
                    <a:pt x="117799" y="24653"/>
                  </a:moveTo>
                  <a:cubicBezTo>
                    <a:pt x="93033" y="1307"/>
                    <a:pt x="54364" y="1307"/>
                    <a:pt x="29598" y="24653"/>
                  </a:cubicBezTo>
                  <a:cubicBezTo>
                    <a:pt x="14441" y="39321"/>
                    <a:pt x="6293" y="59778"/>
                    <a:pt x="7214" y="80850"/>
                  </a:cubicBezTo>
                  <a:lnTo>
                    <a:pt x="7214" y="160860"/>
                  </a:lnTo>
                  <a:lnTo>
                    <a:pt x="31884" y="160860"/>
                  </a:lnTo>
                  <a:lnTo>
                    <a:pt x="31884" y="80850"/>
                  </a:lnTo>
                  <a:cubicBezTo>
                    <a:pt x="31884" y="42750"/>
                    <a:pt x="59220" y="33225"/>
                    <a:pt x="73794" y="33225"/>
                  </a:cubicBezTo>
                  <a:cubicBezTo>
                    <a:pt x="88367" y="33225"/>
                    <a:pt x="115704" y="43226"/>
                    <a:pt x="115704" y="80850"/>
                  </a:cubicBezTo>
                  <a:lnTo>
                    <a:pt x="115704" y="160860"/>
                  </a:lnTo>
                  <a:lnTo>
                    <a:pt x="140469" y="160860"/>
                  </a:lnTo>
                  <a:lnTo>
                    <a:pt x="140469" y="80850"/>
                  </a:lnTo>
                  <a:cubicBezTo>
                    <a:pt x="141366" y="59801"/>
                    <a:pt x="133261" y="39365"/>
                    <a:pt x="118180" y="24653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787DF86-2D0C-4B51-A1C2-FBF72580BDAC}"/>
                </a:ext>
              </a:extLst>
            </p:cNvPr>
            <p:cNvSpPr/>
            <p:nvPr/>
          </p:nvSpPr>
          <p:spPr>
            <a:xfrm>
              <a:off x="2032540" y="703230"/>
              <a:ext cx="209550" cy="161925"/>
            </a:xfrm>
            <a:custGeom>
              <a:avLst/>
              <a:gdLst>
                <a:gd name="connsiteX0" fmla="*/ 157163 w 209550"/>
                <a:gd name="connsiteY0" fmla="*/ 7144 h 161925"/>
                <a:gd name="connsiteX1" fmla="*/ 108680 w 209550"/>
                <a:gd name="connsiteY1" fmla="*/ 40481 h 161925"/>
                <a:gd name="connsiteX2" fmla="*/ 60197 w 209550"/>
                <a:gd name="connsiteY2" fmla="*/ 7144 h 161925"/>
                <a:gd name="connsiteX3" fmla="*/ 7144 w 209550"/>
                <a:gd name="connsiteY3" fmla="*/ 66389 h 161925"/>
                <a:gd name="connsiteX4" fmla="*/ 7144 w 209550"/>
                <a:gd name="connsiteY4" fmla="*/ 160687 h 161925"/>
                <a:gd name="connsiteX5" fmla="*/ 16669 w 209550"/>
                <a:gd name="connsiteY5" fmla="*/ 160687 h 161925"/>
                <a:gd name="connsiteX6" fmla="*/ 16669 w 209550"/>
                <a:gd name="connsiteY6" fmla="*/ 66389 h 161925"/>
                <a:gd name="connsiteX7" fmla="*/ 60579 w 209550"/>
                <a:gd name="connsiteY7" fmla="*/ 16764 h 161925"/>
                <a:gd name="connsiteX8" fmla="*/ 104489 w 209550"/>
                <a:gd name="connsiteY8" fmla="*/ 66104 h 161925"/>
                <a:gd name="connsiteX9" fmla="*/ 104489 w 209550"/>
                <a:gd name="connsiteY9" fmla="*/ 160687 h 161925"/>
                <a:gd name="connsiteX10" fmla="*/ 114014 w 209550"/>
                <a:gd name="connsiteY10" fmla="*/ 160687 h 161925"/>
                <a:gd name="connsiteX11" fmla="*/ 114014 w 209550"/>
                <a:gd name="connsiteY11" fmla="*/ 66104 h 161925"/>
                <a:gd name="connsiteX12" fmla="*/ 157925 w 209550"/>
                <a:gd name="connsiteY12" fmla="*/ 16764 h 161925"/>
                <a:gd name="connsiteX13" fmla="*/ 201835 w 209550"/>
                <a:gd name="connsiteY13" fmla="*/ 66389 h 161925"/>
                <a:gd name="connsiteX14" fmla="*/ 201835 w 209550"/>
                <a:gd name="connsiteY14" fmla="*/ 160687 h 161925"/>
                <a:gd name="connsiteX15" fmla="*/ 211360 w 209550"/>
                <a:gd name="connsiteY15" fmla="*/ 160687 h 161925"/>
                <a:gd name="connsiteX16" fmla="*/ 211360 w 209550"/>
                <a:gd name="connsiteY16" fmla="*/ 66389 h 161925"/>
                <a:gd name="connsiteX17" fmla="*/ 158210 w 209550"/>
                <a:gd name="connsiteY17" fmla="*/ 71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9550" h="161925">
                  <a:moveTo>
                    <a:pt x="157163" y="7144"/>
                  </a:moveTo>
                  <a:cubicBezTo>
                    <a:pt x="135739" y="7405"/>
                    <a:pt x="116592" y="20571"/>
                    <a:pt x="108680" y="40481"/>
                  </a:cubicBezTo>
                  <a:cubicBezTo>
                    <a:pt x="100789" y="20554"/>
                    <a:pt x="81629" y="7379"/>
                    <a:pt x="60197" y="7144"/>
                  </a:cubicBezTo>
                  <a:cubicBezTo>
                    <a:pt x="38862" y="7144"/>
                    <a:pt x="7144" y="22955"/>
                    <a:pt x="7144" y="66389"/>
                  </a:cubicBezTo>
                  <a:lnTo>
                    <a:pt x="7144" y="160687"/>
                  </a:lnTo>
                  <a:lnTo>
                    <a:pt x="16669" y="160687"/>
                  </a:lnTo>
                  <a:lnTo>
                    <a:pt x="16669" y="66389"/>
                  </a:lnTo>
                  <a:cubicBezTo>
                    <a:pt x="16669" y="30004"/>
                    <a:pt x="42958" y="16764"/>
                    <a:pt x="60579" y="16764"/>
                  </a:cubicBezTo>
                  <a:cubicBezTo>
                    <a:pt x="78200" y="16764"/>
                    <a:pt x="104299" y="30004"/>
                    <a:pt x="104489" y="66104"/>
                  </a:cubicBezTo>
                  <a:lnTo>
                    <a:pt x="104489" y="160687"/>
                  </a:lnTo>
                  <a:lnTo>
                    <a:pt x="114014" y="160687"/>
                  </a:lnTo>
                  <a:lnTo>
                    <a:pt x="114014" y="66104"/>
                  </a:lnTo>
                  <a:cubicBezTo>
                    <a:pt x="114014" y="30004"/>
                    <a:pt x="140303" y="16764"/>
                    <a:pt x="157925" y="16764"/>
                  </a:cubicBezTo>
                  <a:cubicBezTo>
                    <a:pt x="175546" y="16764"/>
                    <a:pt x="201835" y="30004"/>
                    <a:pt x="201835" y="66389"/>
                  </a:cubicBezTo>
                  <a:lnTo>
                    <a:pt x="201835" y="160687"/>
                  </a:lnTo>
                  <a:lnTo>
                    <a:pt x="211360" y="160687"/>
                  </a:lnTo>
                  <a:lnTo>
                    <a:pt x="211360" y="66389"/>
                  </a:lnTo>
                  <a:cubicBezTo>
                    <a:pt x="211360" y="22955"/>
                    <a:pt x="179546" y="7144"/>
                    <a:pt x="158210" y="7144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ABE20E30-6C75-45EC-9E43-70C5A82FAEF4}"/>
                </a:ext>
              </a:extLst>
            </p:cNvPr>
            <p:cNvSpPr/>
            <p:nvPr/>
          </p:nvSpPr>
          <p:spPr>
            <a:xfrm>
              <a:off x="1739805" y="703291"/>
              <a:ext cx="161925" cy="171450"/>
            </a:xfrm>
            <a:custGeom>
              <a:avLst/>
              <a:gdLst>
                <a:gd name="connsiteX0" fmla="*/ 98139 w 161925"/>
                <a:gd name="connsiteY0" fmla="*/ 8512 h 171450"/>
                <a:gd name="connsiteX1" fmla="*/ 8993 w 161925"/>
                <a:gd name="connsiteY1" fmla="*/ 69058 h 171450"/>
                <a:gd name="connsiteX2" fmla="*/ 8794 w 161925"/>
                <a:gd name="connsiteY2" fmla="*/ 70138 h 171450"/>
                <a:gd name="connsiteX3" fmla="*/ 68040 w 161925"/>
                <a:gd name="connsiteY3" fmla="*/ 163674 h 171450"/>
                <a:gd name="connsiteX4" fmla="*/ 153765 w 161925"/>
                <a:gd name="connsiteY4" fmla="*/ 113763 h 171450"/>
                <a:gd name="connsiteX5" fmla="*/ 132619 w 161925"/>
                <a:gd name="connsiteY5" fmla="*/ 113763 h 171450"/>
                <a:gd name="connsiteX6" fmla="*/ 71469 w 161925"/>
                <a:gd name="connsiteY6" fmla="*/ 144719 h 171450"/>
                <a:gd name="connsiteX7" fmla="*/ 27273 w 161925"/>
                <a:gd name="connsiteY7" fmla="*/ 94522 h 171450"/>
                <a:gd name="connsiteX8" fmla="*/ 158051 w 161925"/>
                <a:gd name="connsiteY8" fmla="*/ 94522 h 171450"/>
                <a:gd name="connsiteX9" fmla="*/ 97948 w 161925"/>
                <a:gd name="connsiteY9" fmla="*/ 8797 h 171450"/>
                <a:gd name="connsiteX10" fmla="*/ 27844 w 161925"/>
                <a:gd name="connsiteY10" fmla="*/ 75187 h 171450"/>
                <a:gd name="connsiteX11" fmla="*/ 27844 w 161925"/>
                <a:gd name="connsiteY11" fmla="*/ 73853 h 171450"/>
                <a:gd name="connsiteX12" fmla="*/ 92243 w 161925"/>
                <a:gd name="connsiteY12" fmla="*/ 26593 h 171450"/>
                <a:gd name="connsiteX13" fmla="*/ 94519 w 161925"/>
                <a:gd name="connsiteY13" fmla="*/ 26990 h 171450"/>
                <a:gd name="connsiteX14" fmla="*/ 138525 w 161925"/>
                <a:gd name="connsiteY14" fmla="*/ 74615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61925" h="171450">
                  <a:moveTo>
                    <a:pt x="98139" y="8512"/>
                  </a:moveTo>
                  <a:cubicBezTo>
                    <a:pt x="56802" y="614"/>
                    <a:pt x="16890" y="27721"/>
                    <a:pt x="8993" y="69058"/>
                  </a:cubicBezTo>
                  <a:cubicBezTo>
                    <a:pt x="8924" y="69417"/>
                    <a:pt x="8858" y="69778"/>
                    <a:pt x="8794" y="70138"/>
                  </a:cubicBezTo>
                  <a:cubicBezTo>
                    <a:pt x="142" y="112182"/>
                    <a:pt x="26331" y="153529"/>
                    <a:pt x="68040" y="163674"/>
                  </a:cubicBezTo>
                  <a:cubicBezTo>
                    <a:pt x="105095" y="170936"/>
                    <a:pt x="141787" y="149574"/>
                    <a:pt x="153765" y="113763"/>
                  </a:cubicBezTo>
                  <a:lnTo>
                    <a:pt x="132619" y="113763"/>
                  </a:lnTo>
                  <a:cubicBezTo>
                    <a:pt x="121847" y="136981"/>
                    <a:pt x="96558" y="149783"/>
                    <a:pt x="71469" y="144719"/>
                  </a:cubicBezTo>
                  <a:cubicBezTo>
                    <a:pt x="47541" y="139122"/>
                    <a:pt x="29795" y="118966"/>
                    <a:pt x="27273" y="94522"/>
                  </a:cubicBezTo>
                  <a:lnTo>
                    <a:pt x="158051" y="94522"/>
                  </a:lnTo>
                  <a:cubicBezTo>
                    <a:pt x="162387" y="54908"/>
                    <a:pt x="136667" y="18224"/>
                    <a:pt x="97948" y="8797"/>
                  </a:cubicBezTo>
                  <a:close/>
                  <a:moveTo>
                    <a:pt x="27844" y="75187"/>
                  </a:moveTo>
                  <a:lnTo>
                    <a:pt x="27844" y="73853"/>
                  </a:lnTo>
                  <a:cubicBezTo>
                    <a:pt x="32577" y="43019"/>
                    <a:pt x="61409" y="21860"/>
                    <a:pt x="92243" y="26593"/>
                  </a:cubicBezTo>
                  <a:cubicBezTo>
                    <a:pt x="93004" y="26710"/>
                    <a:pt x="93763" y="26842"/>
                    <a:pt x="94519" y="26990"/>
                  </a:cubicBezTo>
                  <a:cubicBezTo>
                    <a:pt x="117646" y="32201"/>
                    <a:pt x="135153" y="51149"/>
                    <a:pt x="138525" y="74615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089A284-F5B5-4578-A3F2-60F334FC43F9}"/>
                </a:ext>
              </a:extLst>
            </p:cNvPr>
            <p:cNvSpPr/>
            <p:nvPr/>
          </p:nvSpPr>
          <p:spPr>
            <a:xfrm>
              <a:off x="1030968" y="702286"/>
              <a:ext cx="152400" cy="171450"/>
            </a:xfrm>
            <a:custGeom>
              <a:avLst/>
              <a:gdLst>
                <a:gd name="connsiteX0" fmla="*/ 147370 w 152400"/>
                <a:gd name="connsiteY0" fmla="*/ 56951 h 171450"/>
                <a:gd name="connsiteX1" fmla="*/ 128320 w 152400"/>
                <a:gd name="connsiteY1" fmla="*/ 20279 h 171450"/>
                <a:gd name="connsiteX2" fmla="*/ 82409 w 152400"/>
                <a:gd name="connsiteY2" fmla="*/ 7326 h 171450"/>
                <a:gd name="connsiteX3" fmla="*/ 82409 w 152400"/>
                <a:gd name="connsiteY3" fmla="*/ 7326 h 171450"/>
                <a:gd name="connsiteX4" fmla="*/ 35451 w 152400"/>
                <a:gd name="connsiteY4" fmla="*/ 18089 h 171450"/>
                <a:gd name="connsiteX5" fmla="*/ 15449 w 152400"/>
                <a:gd name="connsiteY5" fmla="*/ 49807 h 171450"/>
                <a:gd name="connsiteX6" fmla="*/ 13925 w 152400"/>
                <a:gd name="connsiteY6" fmla="*/ 56665 h 171450"/>
                <a:gd name="connsiteX7" fmla="*/ 60597 w 152400"/>
                <a:gd name="connsiteY7" fmla="*/ 56665 h 171450"/>
                <a:gd name="connsiteX8" fmla="*/ 60597 w 152400"/>
                <a:gd name="connsiteY8" fmla="*/ 55617 h 171450"/>
                <a:gd name="connsiteX9" fmla="*/ 80219 w 152400"/>
                <a:gd name="connsiteY9" fmla="*/ 40282 h 171450"/>
                <a:gd name="connsiteX10" fmla="*/ 81552 w 152400"/>
                <a:gd name="connsiteY10" fmla="*/ 40282 h 171450"/>
                <a:gd name="connsiteX11" fmla="*/ 84791 w 152400"/>
                <a:gd name="connsiteY11" fmla="*/ 40282 h 171450"/>
                <a:gd name="connsiteX12" fmla="*/ 84791 w 152400"/>
                <a:gd name="connsiteY12" fmla="*/ 40282 h 171450"/>
                <a:gd name="connsiteX13" fmla="*/ 95745 w 152400"/>
                <a:gd name="connsiteY13" fmla="*/ 45426 h 171450"/>
                <a:gd name="connsiteX14" fmla="*/ 98602 w 152400"/>
                <a:gd name="connsiteY14" fmla="*/ 54951 h 171450"/>
                <a:gd name="connsiteX15" fmla="*/ 72218 w 152400"/>
                <a:gd name="connsiteY15" fmla="*/ 68190 h 171450"/>
                <a:gd name="connsiteX16" fmla="*/ 71170 w 152400"/>
                <a:gd name="connsiteY16" fmla="*/ 68190 h 171450"/>
                <a:gd name="connsiteX17" fmla="*/ 66121 w 152400"/>
                <a:gd name="connsiteY17" fmla="*/ 69333 h 171450"/>
                <a:gd name="connsiteX18" fmla="*/ 55549 w 152400"/>
                <a:gd name="connsiteY18" fmla="*/ 71715 h 171450"/>
                <a:gd name="connsiteX19" fmla="*/ 7162 w 152400"/>
                <a:gd name="connsiteY19" fmla="*/ 119340 h 171450"/>
                <a:gd name="connsiteX20" fmla="*/ 20306 w 152400"/>
                <a:gd name="connsiteY20" fmla="*/ 152677 h 171450"/>
                <a:gd name="connsiteX21" fmla="*/ 55167 w 152400"/>
                <a:gd name="connsiteY21" fmla="*/ 165155 h 171450"/>
                <a:gd name="connsiteX22" fmla="*/ 57168 w 152400"/>
                <a:gd name="connsiteY22" fmla="*/ 165155 h 171450"/>
                <a:gd name="connsiteX23" fmla="*/ 93553 w 152400"/>
                <a:gd name="connsiteY23" fmla="*/ 152582 h 171450"/>
                <a:gd name="connsiteX24" fmla="*/ 100602 w 152400"/>
                <a:gd name="connsiteY24" fmla="*/ 147248 h 171450"/>
                <a:gd name="connsiteX25" fmla="*/ 102698 w 152400"/>
                <a:gd name="connsiteY25" fmla="*/ 145628 h 171450"/>
                <a:gd name="connsiteX26" fmla="*/ 102698 w 152400"/>
                <a:gd name="connsiteY26" fmla="*/ 160773 h 171450"/>
                <a:gd name="connsiteX27" fmla="*/ 147846 w 152400"/>
                <a:gd name="connsiteY27" fmla="*/ 160773 h 171450"/>
                <a:gd name="connsiteX28" fmla="*/ 147846 w 152400"/>
                <a:gd name="connsiteY28" fmla="*/ 65333 h 171450"/>
                <a:gd name="connsiteX29" fmla="*/ 147275 w 152400"/>
                <a:gd name="connsiteY29" fmla="*/ 56951 h 171450"/>
                <a:gd name="connsiteX30" fmla="*/ 99745 w 152400"/>
                <a:gd name="connsiteY30" fmla="*/ 92574 h 171450"/>
                <a:gd name="connsiteX31" fmla="*/ 99745 w 152400"/>
                <a:gd name="connsiteY31" fmla="*/ 116196 h 171450"/>
                <a:gd name="connsiteX32" fmla="*/ 99745 w 152400"/>
                <a:gd name="connsiteY32" fmla="*/ 116673 h 171450"/>
                <a:gd name="connsiteX33" fmla="*/ 95459 w 152400"/>
                <a:gd name="connsiteY33" fmla="*/ 120292 h 171450"/>
                <a:gd name="connsiteX34" fmla="*/ 90505 w 152400"/>
                <a:gd name="connsiteY34" fmla="*/ 124007 h 171450"/>
                <a:gd name="connsiteX35" fmla="*/ 72408 w 152400"/>
                <a:gd name="connsiteY35" fmla="*/ 129722 h 171450"/>
                <a:gd name="connsiteX36" fmla="*/ 71551 w 152400"/>
                <a:gd name="connsiteY36" fmla="*/ 129722 h 171450"/>
                <a:gd name="connsiteX37" fmla="*/ 57571 w 152400"/>
                <a:gd name="connsiteY37" fmla="*/ 117469 h 171450"/>
                <a:gd name="connsiteX38" fmla="*/ 57549 w 152400"/>
                <a:gd name="connsiteY38" fmla="*/ 116197 h 171450"/>
                <a:gd name="connsiteX39" fmla="*/ 69169 w 152400"/>
                <a:gd name="connsiteY39" fmla="*/ 101337 h 171450"/>
                <a:gd name="connsiteX40" fmla="*/ 98507 w 152400"/>
                <a:gd name="connsiteY40" fmla="*/ 91241 h 171450"/>
                <a:gd name="connsiteX41" fmla="*/ 100221 w 152400"/>
                <a:gd name="connsiteY41" fmla="*/ 90669 h 171450"/>
                <a:gd name="connsiteX42" fmla="*/ 100221 w 152400"/>
                <a:gd name="connsiteY42" fmla="*/ 92574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52400" h="171450">
                  <a:moveTo>
                    <a:pt x="147370" y="56951"/>
                  </a:moveTo>
                  <a:cubicBezTo>
                    <a:pt x="146216" y="42661"/>
                    <a:pt x="139348" y="29440"/>
                    <a:pt x="128320" y="20279"/>
                  </a:cubicBezTo>
                  <a:cubicBezTo>
                    <a:pt x="114888" y="10966"/>
                    <a:pt x="98729" y="6407"/>
                    <a:pt x="82409" y="7326"/>
                  </a:cubicBezTo>
                  <a:lnTo>
                    <a:pt x="82409" y="7326"/>
                  </a:lnTo>
                  <a:cubicBezTo>
                    <a:pt x="66041" y="6247"/>
                    <a:pt x="49715" y="9988"/>
                    <a:pt x="35451" y="18089"/>
                  </a:cubicBezTo>
                  <a:cubicBezTo>
                    <a:pt x="24727" y="25481"/>
                    <a:pt x="17498" y="36944"/>
                    <a:pt x="15449" y="49807"/>
                  </a:cubicBezTo>
                  <a:lnTo>
                    <a:pt x="13925" y="56665"/>
                  </a:lnTo>
                  <a:lnTo>
                    <a:pt x="60597" y="56665"/>
                  </a:lnTo>
                  <a:lnTo>
                    <a:pt x="60597" y="55617"/>
                  </a:lnTo>
                  <a:cubicBezTo>
                    <a:pt x="61836" y="45996"/>
                    <a:pt x="70583" y="39160"/>
                    <a:pt x="80219" y="40282"/>
                  </a:cubicBezTo>
                  <a:lnTo>
                    <a:pt x="81552" y="40282"/>
                  </a:lnTo>
                  <a:cubicBezTo>
                    <a:pt x="82629" y="40184"/>
                    <a:pt x="83713" y="40184"/>
                    <a:pt x="84791" y="40282"/>
                  </a:cubicBezTo>
                  <a:lnTo>
                    <a:pt x="84791" y="40282"/>
                  </a:lnTo>
                  <a:cubicBezTo>
                    <a:pt x="88916" y="40718"/>
                    <a:pt x="92774" y="42530"/>
                    <a:pt x="95745" y="45426"/>
                  </a:cubicBezTo>
                  <a:cubicBezTo>
                    <a:pt x="98153" y="47968"/>
                    <a:pt x="99213" y="51502"/>
                    <a:pt x="98602" y="54951"/>
                  </a:cubicBezTo>
                  <a:cubicBezTo>
                    <a:pt x="97649" y="61713"/>
                    <a:pt x="93458" y="63237"/>
                    <a:pt x="72218" y="68190"/>
                  </a:cubicBezTo>
                  <a:lnTo>
                    <a:pt x="71170" y="68190"/>
                  </a:lnTo>
                  <a:lnTo>
                    <a:pt x="66121" y="69333"/>
                  </a:lnTo>
                  <a:cubicBezTo>
                    <a:pt x="62502" y="70000"/>
                    <a:pt x="58978" y="70857"/>
                    <a:pt x="55549" y="71715"/>
                  </a:cubicBezTo>
                  <a:cubicBezTo>
                    <a:pt x="19639" y="80573"/>
                    <a:pt x="6590" y="93622"/>
                    <a:pt x="7162" y="119340"/>
                  </a:cubicBezTo>
                  <a:cubicBezTo>
                    <a:pt x="6943" y="131757"/>
                    <a:pt x="11672" y="143751"/>
                    <a:pt x="20306" y="152677"/>
                  </a:cubicBezTo>
                  <a:cubicBezTo>
                    <a:pt x="29824" y="161276"/>
                    <a:pt x="42355" y="165761"/>
                    <a:pt x="55167" y="165155"/>
                  </a:cubicBezTo>
                  <a:lnTo>
                    <a:pt x="57168" y="165155"/>
                  </a:lnTo>
                  <a:cubicBezTo>
                    <a:pt x="70378" y="165251"/>
                    <a:pt x="83221" y="160813"/>
                    <a:pt x="93553" y="152582"/>
                  </a:cubicBezTo>
                  <a:lnTo>
                    <a:pt x="100602" y="147248"/>
                  </a:lnTo>
                  <a:lnTo>
                    <a:pt x="102698" y="145628"/>
                  </a:lnTo>
                  <a:lnTo>
                    <a:pt x="102698" y="160773"/>
                  </a:lnTo>
                  <a:lnTo>
                    <a:pt x="147846" y="160773"/>
                  </a:lnTo>
                  <a:lnTo>
                    <a:pt x="147846" y="65333"/>
                  </a:lnTo>
                  <a:cubicBezTo>
                    <a:pt x="147852" y="62529"/>
                    <a:pt x="147661" y="59728"/>
                    <a:pt x="147275" y="56951"/>
                  </a:cubicBezTo>
                  <a:close/>
                  <a:moveTo>
                    <a:pt x="99745" y="92574"/>
                  </a:moveTo>
                  <a:lnTo>
                    <a:pt x="99745" y="116196"/>
                  </a:lnTo>
                  <a:lnTo>
                    <a:pt x="99745" y="116673"/>
                  </a:lnTo>
                  <a:lnTo>
                    <a:pt x="95459" y="120292"/>
                  </a:lnTo>
                  <a:cubicBezTo>
                    <a:pt x="93926" y="121680"/>
                    <a:pt x="92268" y="122923"/>
                    <a:pt x="90505" y="124007"/>
                  </a:cubicBezTo>
                  <a:cubicBezTo>
                    <a:pt x="85089" y="127488"/>
                    <a:pt x="78842" y="129461"/>
                    <a:pt x="72408" y="129722"/>
                  </a:cubicBezTo>
                  <a:lnTo>
                    <a:pt x="71551" y="129722"/>
                  </a:lnTo>
                  <a:cubicBezTo>
                    <a:pt x="64307" y="130199"/>
                    <a:pt x="58048" y="124713"/>
                    <a:pt x="57571" y="117469"/>
                  </a:cubicBezTo>
                  <a:cubicBezTo>
                    <a:pt x="57543" y="117046"/>
                    <a:pt x="57535" y="116621"/>
                    <a:pt x="57549" y="116197"/>
                  </a:cubicBezTo>
                  <a:cubicBezTo>
                    <a:pt x="56978" y="108767"/>
                    <a:pt x="60407" y="104481"/>
                    <a:pt x="69169" y="101337"/>
                  </a:cubicBezTo>
                  <a:lnTo>
                    <a:pt x="98507" y="91241"/>
                  </a:lnTo>
                  <a:lnTo>
                    <a:pt x="100221" y="90669"/>
                  </a:lnTo>
                  <a:lnTo>
                    <a:pt x="100221" y="92574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3300268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E4A87CA0-D222-4AB5-9952-791CFB09B8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977201C-44AB-4380-B427-5D78BFD8A959}" type="slidenum">
              <a:rPr lang="en-US" altLang="x-none" noProof="0" smtClean="0"/>
              <a:pPr/>
              <a:t>‹Nr.›</a:t>
            </a:fld>
            <a:endParaRPr lang="en-US" altLang="x-none" noProof="0" dirty="0"/>
          </a:p>
        </p:txBody>
      </p:sp>
      <p:sp>
        <p:nvSpPr>
          <p:cNvPr id="6" name="Footer">
            <a:extLst>
              <a:ext uri="{FF2B5EF4-FFF2-40B4-BE49-F238E27FC236}">
                <a16:creationId xmlns:a16="http://schemas.microsoft.com/office/drawing/2014/main" id="{646078C1-697D-4032-9A0C-5FB387D9A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x-none" noProof="0" dirty="0"/>
              <a:t>Presentation venue | Date | Speaker</a:t>
            </a:r>
          </a:p>
        </p:txBody>
      </p:sp>
      <p:sp>
        <p:nvSpPr>
          <p:cNvPr id="4" name="Content 2">
            <a:extLst>
              <a:ext uri="{FF2B5EF4-FFF2-40B4-BE49-F238E27FC236}">
                <a16:creationId xmlns:a16="http://schemas.microsoft.com/office/drawing/2014/main" id="{1399C9D1-ACDB-49BD-8A72-3954CFC9E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6943" y="1773237"/>
            <a:ext cx="5436000" cy="4608513"/>
          </a:xfrm>
        </p:spPr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 dirty="0"/>
          </a:p>
        </p:txBody>
      </p:sp>
      <p:sp>
        <p:nvSpPr>
          <p:cNvPr id="3" name="Content 1">
            <a:extLst>
              <a:ext uri="{FF2B5EF4-FFF2-40B4-BE49-F238E27FC236}">
                <a16:creationId xmlns:a16="http://schemas.microsoft.com/office/drawing/2014/main" id="{4CB98C8E-BB61-471C-B936-06B8AF9A95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7" y="1773237"/>
            <a:ext cx="5436000" cy="4608513"/>
          </a:xfrm>
        </p:spPr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A8524E7-931B-4BE4-AAF4-3EA4E7711D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subtitle</a:t>
            </a:r>
            <a:endParaRPr lang="en-US" noProof="0" dirty="0"/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AAF727B8-4C6A-49B3-BEF1-56855A61B682}"/>
              </a:ext>
            </a:extLst>
          </p:cNvPr>
          <p:cNvSpPr>
            <a:spLocks noGrp="1"/>
          </p:cNvSpPr>
          <p:nvPr>
            <p:ph type="subTitle" idx="12" hasCustomPrompt="1"/>
          </p:nvPr>
        </p:nvSpPr>
        <p:spPr>
          <a:xfrm>
            <a:off x="502785" y="437505"/>
            <a:ext cx="9144000" cy="338554"/>
          </a:xfrm>
        </p:spPr>
        <p:txBody>
          <a:bodyPr anchor="b"/>
          <a:lstStyle>
            <a:lvl1pPr marL="0" indent="0" algn="l">
              <a:buNone/>
              <a:defRPr sz="22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878913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/>
          </p:cNvSpPr>
          <p:nvPr userDrawn="1"/>
        </p:nvSpPr>
        <p:spPr>
          <a:xfrm>
            <a:off x="6165464" y="1773238"/>
            <a:ext cx="6026535" cy="5082382"/>
          </a:xfrm>
          <a:prstGeom prst="rect">
            <a:avLst/>
          </a:prstGeom>
          <a:solidFill>
            <a:srgbClr val="E8E8E8">
              <a:alpha val="8313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noProof="0" dirty="0"/>
          </a:p>
        </p:txBody>
      </p:sp>
      <p:sp>
        <p:nvSpPr>
          <p:cNvPr id="9" name="Rectangle 8"/>
          <p:cNvSpPr>
            <a:spLocks/>
          </p:cNvSpPr>
          <p:nvPr userDrawn="1"/>
        </p:nvSpPr>
        <p:spPr>
          <a:xfrm>
            <a:off x="0" y="1773238"/>
            <a:ext cx="6058533" cy="5083829"/>
          </a:xfrm>
          <a:prstGeom prst="rect">
            <a:avLst/>
          </a:prstGeom>
          <a:solidFill>
            <a:srgbClr val="E8E8E8">
              <a:alpha val="8313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noProof="0" dirty="0"/>
          </a:p>
        </p:txBody>
      </p:sp>
      <p:pic>
        <p:nvPicPr>
          <p:cNvPr id="13" name="Grid">
            <a:extLst>
              <a:ext uri="{FF2B5EF4-FFF2-40B4-BE49-F238E27FC236}">
                <a16:creationId xmlns:a16="http://schemas.microsoft.com/office/drawing/2014/main" id="{EC93758A-C3A9-4A6E-9EA5-B49EECD74885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9144" y="5733900"/>
            <a:ext cx="12218400" cy="1186916"/>
          </a:xfrm>
          <a:prstGeom prst="rect">
            <a:avLst/>
          </a:prstGeom>
        </p:spPr>
      </p:pic>
      <p:sp>
        <p:nvSpPr>
          <p:cNvPr id="5" name="Slide Number">
            <a:extLst>
              <a:ext uri="{FF2B5EF4-FFF2-40B4-BE49-F238E27FC236}">
                <a16:creationId xmlns:a16="http://schemas.microsoft.com/office/drawing/2014/main" id="{E4A87CA0-D222-4AB5-9952-791CFB09B8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977201C-44AB-4380-B427-5D78BFD8A959}" type="slidenum">
              <a:rPr lang="en-US" altLang="x-none" noProof="0" smtClean="0"/>
              <a:pPr/>
              <a:t>‹Nr.›</a:t>
            </a:fld>
            <a:endParaRPr lang="en-US" altLang="x-none" noProof="0" dirty="0"/>
          </a:p>
        </p:txBody>
      </p:sp>
      <p:sp>
        <p:nvSpPr>
          <p:cNvPr id="6" name="Footer">
            <a:extLst>
              <a:ext uri="{FF2B5EF4-FFF2-40B4-BE49-F238E27FC236}">
                <a16:creationId xmlns:a16="http://schemas.microsoft.com/office/drawing/2014/main" id="{646078C1-697D-4032-9A0C-5FB387D9A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x-none" noProof="0" dirty="0"/>
              <a:t>Presentation venue | Date | Speaker</a:t>
            </a:r>
          </a:p>
        </p:txBody>
      </p:sp>
      <p:sp>
        <p:nvSpPr>
          <p:cNvPr id="4" name="Content 2">
            <a:extLst>
              <a:ext uri="{FF2B5EF4-FFF2-40B4-BE49-F238E27FC236}">
                <a16:creationId xmlns:a16="http://schemas.microsoft.com/office/drawing/2014/main" id="{1399C9D1-ACDB-49BD-8A72-3954CFC9E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6943" y="1773237"/>
            <a:ext cx="5436000" cy="4608513"/>
          </a:xfrm>
        </p:spPr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 dirty="0"/>
          </a:p>
        </p:txBody>
      </p:sp>
      <p:sp>
        <p:nvSpPr>
          <p:cNvPr id="3" name="Content 1">
            <a:extLst>
              <a:ext uri="{FF2B5EF4-FFF2-40B4-BE49-F238E27FC236}">
                <a16:creationId xmlns:a16="http://schemas.microsoft.com/office/drawing/2014/main" id="{4CB98C8E-BB61-471C-B936-06B8AF9A95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7" y="1773237"/>
            <a:ext cx="5436000" cy="4608513"/>
          </a:xfrm>
        </p:spPr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A8524E7-931B-4BE4-AAF4-3EA4E7711D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subtitle</a:t>
            </a:r>
            <a:endParaRPr lang="en-US" noProof="0" dirty="0"/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AAF727B8-4C6A-49B3-BEF1-56855A61B682}"/>
              </a:ext>
            </a:extLst>
          </p:cNvPr>
          <p:cNvSpPr>
            <a:spLocks noGrp="1"/>
          </p:cNvSpPr>
          <p:nvPr>
            <p:ph type="subTitle" idx="12" hasCustomPrompt="1"/>
          </p:nvPr>
        </p:nvSpPr>
        <p:spPr>
          <a:xfrm>
            <a:off x="502785" y="437505"/>
            <a:ext cx="9144000" cy="338554"/>
          </a:xfrm>
        </p:spPr>
        <p:txBody>
          <a:bodyPr anchor="b"/>
          <a:lstStyle>
            <a:lvl1pPr marL="0" indent="0" algn="l">
              <a:buNone/>
              <a:defRPr sz="22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add title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4AF86A12-8FF0-4CB7-8892-64C2BF9B7BA9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03238" y="1358186"/>
            <a:ext cx="547200" cy="0"/>
          </a:xfrm>
          <a:prstGeom prst="line">
            <a:avLst/>
          </a:prstGeom>
          <a:solidFill>
            <a:srgbClr val="B8C400"/>
          </a:solidFill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" name="Logo_Color">
            <a:extLst>
              <a:ext uri="{FF2B5EF4-FFF2-40B4-BE49-F238E27FC236}">
                <a16:creationId xmlns:a16="http://schemas.microsoft.com/office/drawing/2014/main" id="{DA768CE5-B78C-4A88-B9B8-6CA91B420AA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087820" y="495720"/>
            <a:ext cx="1612800" cy="229651"/>
            <a:chOff x="1030968" y="702286"/>
            <a:chExt cx="1211122" cy="172455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3F7E226-2A85-42D5-97AC-D9160BAD9A05}"/>
                </a:ext>
              </a:extLst>
            </p:cNvPr>
            <p:cNvSpPr/>
            <p:nvPr/>
          </p:nvSpPr>
          <p:spPr>
            <a:xfrm>
              <a:off x="1344835" y="707326"/>
              <a:ext cx="104775" cy="161925"/>
            </a:xfrm>
            <a:custGeom>
              <a:avLst/>
              <a:gdLst>
                <a:gd name="connsiteX0" fmla="*/ 7144 w 104775"/>
                <a:gd name="connsiteY0" fmla="*/ 44672 h 161925"/>
                <a:gd name="connsiteX1" fmla="*/ 7144 w 104775"/>
                <a:gd name="connsiteY1" fmla="*/ 44672 h 161925"/>
                <a:gd name="connsiteX2" fmla="*/ 7144 w 104775"/>
                <a:gd name="connsiteY2" fmla="*/ 88011 h 161925"/>
                <a:gd name="connsiteX3" fmla="*/ 72580 w 104775"/>
                <a:gd name="connsiteY3" fmla="*/ 158401 h 161925"/>
                <a:gd name="connsiteX4" fmla="*/ 98013 w 104775"/>
                <a:gd name="connsiteY4" fmla="*/ 158401 h 161925"/>
                <a:gd name="connsiteX5" fmla="*/ 98013 w 104775"/>
                <a:gd name="connsiteY5" fmla="*/ 121063 h 161925"/>
                <a:gd name="connsiteX6" fmla="*/ 72580 w 104775"/>
                <a:gd name="connsiteY6" fmla="*/ 121063 h 161925"/>
                <a:gd name="connsiteX7" fmla="*/ 42672 w 104775"/>
                <a:gd name="connsiteY7" fmla="*/ 88011 h 161925"/>
                <a:gd name="connsiteX8" fmla="*/ 42672 w 104775"/>
                <a:gd name="connsiteY8" fmla="*/ 44672 h 161925"/>
                <a:gd name="connsiteX9" fmla="*/ 98774 w 104775"/>
                <a:gd name="connsiteY9" fmla="*/ 44672 h 161925"/>
                <a:gd name="connsiteX10" fmla="*/ 98774 w 104775"/>
                <a:gd name="connsiteY10" fmla="*/ 7144 h 161925"/>
                <a:gd name="connsiteX11" fmla="*/ 7144 w 104775"/>
                <a:gd name="connsiteY11" fmla="*/ 7144 h 161925"/>
                <a:gd name="connsiteX12" fmla="*/ 7144 w 104775"/>
                <a:gd name="connsiteY12" fmla="*/ 44672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775" h="161925">
                  <a:moveTo>
                    <a:pt x="7144" y="44672"/>
                  </a:moveTo>
                  <a:lnTo>
                    <a:pt x="7144" y="44672"/>
                  </a:lnTo>
                  <a:lnTo>
                    <a:pt x="7144" y="88011"/>
                  </a:lnTo>
                  <a:cubicBezTo>
                    <a:pt x="7144" y="129445"/>
                    <a:pt x="34004" y="158401"/>
                    <a:pt x="72580" y="158401"/>
                  </a:cubicBezTo>
                  <a:lnTo>
                    <a:pt x="98013" y="158401"/>
                  </a:lnTo>
                  <a:lnTo>
                    <a:pt x="98013" y="121063"/>
                  </a:lnTo>
                  <a:lnTo>
                    <a:pt x="72580" y="121063"/>
                  </a:lnTo>
                  <a:cubicBezTo>
                    <a:pt x="53530" y="121063"/>
                    <a:pt x="42672" y="108966"/>
                    <a:pt x="42672" y="88011"/>
                  </a:cubicBezTo>
                  <a:lnTo>
                    <a:pt x="42672" y="44672"/>
                  </a:lnTo>
                  <a:lnTo>
                    <a:pt x="98774" y="44672"/>
                  </a:lnTo>
                  <a:lnTo>
                    <a:pt x="98774" y="7144"/>
                  </a:lnTo>
                  <a:lnTo>
                    <a:pt x="7144" y="7144"/>
                  </a:lnTo>
                  <a:lnTo>
                    <a:pt x="7144" y="44672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8BFEDD7-F30B-465C-ABDF-BAA9083AC1F4}"/>
                </a:ext>
              </a:extLst>
            </p:cNvPr>
            <p:cNvSpPr/>
            <p:nvPr/>
          </p:nvSpPr>
          <p:spPr>
            <a:xfrm>
              <a:off x="1429987" y="702401"/>
              <a:ext cx="171450" cy="171450"/>
            </a:xfrm>
            <a:custGeom>
              <a:avLst/>
              <a:gdLst>
                <a:gd name="connsiteX0" fmla="*/ 89822 w 171450"/>
                <a:gd name="connsiteY0" fmla="*/ 7211 h 171450"/>
                <a:gd name="connsiteX1" fmla="*/ 7211 w 171450"/>
                <a:gd name="connsiteY1" fmla="*/ 83345 h 171450"/>
                <a:gd name="connsiteX2" fmla="*/ 83345 w 171450"/>
                <a:gd name="connsiteY2" fmla="*/ 165956 h 171450"/>
                <a:gd name="connsiteX3" fmla="*/ 165956 w 171450"/>
                <a:gd name="connsiteY3" fmla="*/ 89822 h 171450"/>
                <a:gd name="connsiteX4" fmla="*/ 166022 w 171450"/>
                <a:gd name="connsiteY4" fmla="*/ 86554 h 171450"/>
                <a:gd name="connsiteX5" fmla="*/ 89950 w 171450"/>
                <a:gd name="connsiteY5" fmla="*/ 7213 h 171450"/>
                <a:gd name="connsiteX6" fmla="*/ 89822 w 171450"/>
                <a:gd name="connsiteY6" fmla="*/ 7211 h 171450"/>
                <a:gd name="connsiteX7" fmla="*/ 89822 w 171450"/>
                <a:gd name="connsiteY7" fmla="*/ 133417 h 171450"/>
                <a:gd name="connsiteX8" fmla="*/ 40189 w 171450"/>
                <a:gd name="connsiteY8" fmla="*/ 89499 h 171450"/>
                <a:gd name="connsiteX9" fmla="*/ 84108 w 171450"/>
                <a:gd name="connsiteY9" fmla="*/ 39866 h 171450"/>
                <a:gd name="connsiteX10" fmla="*/ 133741 w 171450"/>
                <a:gd name="connsiteY10" fmla="*/ 83784 h 171450"/>
                <a:gd name="connsiteX11" fmla="*/ 133828 w 171450"/>
                <a:gd name="connsiteY11" fmla="*/ 86554 h 171450"/>
                <a:gd name="connsiteX12" fmla="*/ 89822 w 171450"/>
                <a:gd name="connsiteY12" fmla="*/ 133417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1450" h="171450">
                  <a:moveTo>
                    <a:pt x="89822" y="7211"/>
                  </a:moveTo>
                  <a:cubicBezTo>
                    <a:pt x="45986" y="5422"/>
                    <a:pt x="9000" y="39509"/>
                    <a:pt x="7211" y="83345"/>
                  </a:cubicBezTo>
                  <a:cubicBezTo>
                    <a:pt x="5422" y="127181"/>
                    <a:pt x="39509" y="164167"/>
                    <a:pt x="83345" y="165956"/>
                  </a:cubicBezTo>
                  <a:cubicBezTo>
                    <a:pt x="127181" y="167745"/>
                    <a:pt x="164167" y="133658"/>
                    <a:pt x="165956" y="89822"/>
                  </a:cubicBezTo>
                  <a:cubicBezTo>
                    <a:pt x="166000" y="88733"/>
                    <a:pt x="166022" y="87644"/>
                    <a:pt x="166022" y="86554"/>
                  </a:cubicBezTo>
                  <a:cubicBezTo>
                    <a:pt x="166925" y="43638"/>
                    <a:pt x="132866" y="8116"/>
                    <a:pt x="89950" y="7213"/>
                  </a:cubicBezTo>
                  <a:cubicBezTo>
                    <a:pt x="89907" y="7212"/>
                    <a:pt x="89865" y="7212"/>
                    <a:pt x="89822" y="7211"/>
                  </a:cubicBezTo>
                  <a:close/>
                  <a:moveTo>
                    <a:pt x="89822" y="133417"/>
                  </a:moveTo>
                  <a:cubicBezTo>
                    <a:pt x="63989" y="134995"/>
                    <a:pt x="41767" y="115332"/>
                    <a:pt x="40189" y="89499"/>
                  </a:cubicBezTo>
                  <a:cubicBezTo>
                    <a:pt x="38611" y="63665"/>
                    <a:pt x="58274" y="41444"/>
                    <a:pt x="84108" y="39866"/>
                  </a:cubicBezTo>
                  <a:cubicBezTo>
                    <a:pt x="109941" y="38288"/>
                    <a:pt x="132163" y="57951"/>
                    <a:pt x="133741" y="83784"/>
                  </a:cubicBezTo>
                  <a:cubicBezTo>
                    <a:pt x="133797" y="84706"/>
                    <a:pt x="133826" y="85630"/>
                    <a:pt x="133828" y="86554"/>
                  </a:cubicBezTo>
                  <a:cubicBezTo>
                    <a:pt x="134524" y="111611"/>
                    <a:pt x="114874" y="132537"/>
                    <a:pt x="89822" y="133417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405DA252-AAFB-463A-A823-677056BF20D6}"/>
                </a:ext>
              </a:extLst>
            </p:cNvPr>
            <p:cNvSpPr/>
            <p:nvPr/>
          </p:nvSpPr>
          <p:spPr>
            <a:xfrm>
              <a:off x="1902620" y="707040"/>
              <a:ext cx="123825" cy="161925"/>
            </a:xfrm>
            <a:custGeom>
              <a:avLst/>
              <a:gdLst>
                <a:gd name="connsiteX0" fmla="*/ 110013 w 123825"/>
                <a:gd name="connsiteY0" fmla="*/ 96679 h 161925"/>
                <a:gd name="connsiteX1" fmla="*/ 65436 w 123825"/>
                <a:gd name="connsiteY1" fmla="*/ 147161 h 161925"/>
                <a:gd name="connsiteX2" fmla="*/ 20954 w 123825"/>
                <a:gd name="connsiteY2" fmla="*/ 96679 h 161925"/>
                <a:gd name="connsiteX3" fmla="*/ 20954 w 123825"/>
                <a:gd name="connsiteY3" fmla="*/ 7144 h 161925"/>
                <a:gd name="connsiteX4" fmla="*/ 7238 w 123825"/>
                <a:gd name="connsiteY4" fmla="*/ 7144 h 161925"/>
                <a:gd name="connsiteX5" fmla="*/ 7238 w 123825"/>
                <a:gd name="connsiteY5" fmla="*/ 96679 h 161925"/>
                <a:gd name="connsiteX6" fmla="*/ 26288 w 123825"/>
                <a:gd name="connsiteY6" fmla="*/ 146018 h 161925"/>
                <a:gd name="connsiteX7" fmla="*/ 103536 w 123825"/>
                <a:gd name="connsiteY7" fmla="*/ 146018 h 161925"/>
                <a:gd name="connsiteX8" fmla="*/ 123062 w 123825"/>
                <a:gd name="connsiteY8" fmla="*/ 96679 h 161925"/>
                <a:gd name="connsiteX9" fmla="*/ 123063 w 123825"/>
                <a:gd name="connsiteY9" fmla="*/ 7144 h 161925"/>
                <a:gd name="connsiteX10" fmla="*/ 109346 w 123825"/>
                <a:gd name="connsiteY10" fmla="*/ 7144 h 161925"/>
                <a:gd name="connsiteX11" fmla="*/ 109346 w 123825"/>
                <a:gd name="connsiteY11" fmla="*/ 96679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3825" h="161925">
                  <a:moveTo>
                    <a:pt x="110013" y="96679"/>
                  </a:moveTo>
                  <a:cubicBezTo>
                    <a:pt x="110013" y="133731"/>
                    <a:pt x="83343" y="147161"/>
                    <a:pt x="65436" y="147161"/>
                  </a:cubicBezTo>
                  <a:cubicBezTo>
                    <a:pt x="47529" y="147161"/>
                    <a:pt x="20954" y="133731"/>
                    <a:pt x="20954" y="96679"/>
                  </a:cubicBezTo>
                  <a:lnTo>
                    <a:pt x="20954" y="7144"/>
                  </a:lnTo>
                  <a:lnTo>
                    <a:pt x="7238" y="7144"/>
                  </a:lnTo>
                  <a:lnTo>
                    <a:pt x="7238" y="96679"/>
                  </a:lnTo>
                  <a:cubicBezTo>
                    <a:pt x="6241" y="115092"/>
                    <a:pt x="13176" y="133052"/>
                    <a:pt x="26288" y="146018"/>
                  </a:cubicBezTo>
                  <a:cubicBezTo>
                    <a:pt x="47937" y="166568"/>
                    <a:pt x="81887" y="166568"/>
                    <a:pt x="103536" y="146018"/>
                  </a:cubicBezTo>
                  <a:cubicBezTo>
                    <a:pt x="116782" y="133108"/>
                    <a:pt x="123886" y="115157"/>
                    <a:pt x="123062" y="96679"/>
                  </a:cubicBezTo>
                  <a:lnTo>
                    <a:pt x="123063" y="7144"/>
                  </a:lnTo>
                  <a:lnTo>
                    <a:pt x="109346" y="7144"/>
                  </a:lnTo>
                  <a:lnTo>
                    <a:pt x="109346" y="96679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F017427-B599-4173-AB18-A1F0F6BD93EF}"/>
                </a:ext>
              </a:extLst>
            </p:cNvPr>
            <p:cNvSpPr/>
            <p:nvPr/>
          </p:nvSpPr>
          <p:spPr>
            <a:xfrm>
              <a:off x="1182931" y="707040"/>
              <a:ext cx="161925" cy="161925"/>
            </a:xfrm>
            <a:custGeom>
              <a:avLst/>
              <a:gdLst>
                <a:gd name="connsiteX0" fmla="*/ 116279 w 161925"/>
                <a:gd name="connsiteY0" fmla="*/ 77819 h 161925"/>
                <a:gd name="connsiteX1" fmla="*/ 81989 w 161925"/>
                <a:gd name="connsiteY1" fmla="*/ 117824 h 161925"/>
                <a:gd name="connsiteX2" fmla="*/ 47603 w 161925"/>
                <a:gd name="connsiteY2" fmla="*/ 77819 h 161925"/>
                <a:gd name="connsiteX3" fmla="*/ 47603 w 161925"/>
                <a:gd name="connsiteY3" fmla="*/ 7144 h 161925"/>
                <a:gd name="connsiteX4" fmla="*/ 7217 w 161925"/>
                <a:gd name="connsiteY4" fmla="*/ 7144 h 161925"/>
                <a:gd name="connsiteX5" fmla="*/ 7217 w 161925"/>
                <a:gd name="connsiteY5" fmla="*/ 77819 h 161925"/>
                <a:gd name="connsiteX6" fmla="*/ 32268 w 161925"/>
                <a:gd name="connsiteY6" fmla="*/ 140493 h 161925"/>
                <a:gd name="connsiteX7" fmla="*/ 131329 w 161925"/>
                <a:gd name="connsiteY7" fmla="*/ 140493 h 161925"/>
                <a:gd name="connsiteX8" fmla="*/ 156379 w 161925"/>
                <a:gd name="connsiteY8" fmla="*/ 77914 h 161925"/>
                <a:gd name="connsiteX9" fmla="*/ 156379 w 161925"/>
                <a:gd name="connsiteY9" fmla="*/ 7144 h 161925"/>
                <a:gd name="connsiteX10" fmla="*/ 115993 w 161925"/>
                <a:gd name="connsiteY10" fmla="*/ 7144 h 161925"/>
                <a:gd name="connsiteX11" fmla="*/ 115993 w 161925"/>
                <a:gd name="connsiteY11" fmla="*/ 77819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925" h="161925">
                  <a:moveTo>
                    <a:pt x="116279" y="77819"/>
                  </a:moveTo>
                  <a:cubicBezTo>
                    <a:pt x="116279" y="109442"/>
                    <a:pt x="93895" y="117824"/>
                    <a:pt x="81989" y="117824"/>
                  </a:cubicBezTo>
                  <a:cubicBezTo>
                    <a:pt x="70082" y="117824"/>
                    <a:pt x="47603" y="109442"/>
                    <a:pt x="47603" y="77819"/>
                  </a:cubicBezTo>
                  <a:lnTo>
                    <a:pt x="47603" y="7144"/>
                  </a:lnTo>
                  <a:lnTo>
                    <a:pt x="7217" y="7144"/>
                  </a:lnTo>
                  <a:lnTo>
                    <a:pt x="7217" y="77819"/>
                  </a:lnTo>
                  <a:cubicBezTo>
                    <a:pt x="6222" y="101331"/>
                    <a:pt x="15341" y="124145"/>
                    <a:pt x="32268" y="140493"/>
                  </a:cubicBezTo>
                  <a:cubicBezTo>
                    <a:pt x="60063" y="166765"/>
                    <a:pt x="103534" y="166765"/>
                    <a:pt x="131329" y="140493"/>
                  </a:cubicBezTo>
                  <a:cubicBezTo>
                    <a:pt x="148241" y="124174"/>
                    <a:pt x="157359" y="101396"/>
                    <a:pt x="156379" y="77914"/>
                  </a:cubicBezTo>
                  <a:lnTo>
                    <a:pt x="156379" y="7144"/>
                  </a:lnTo>
                  <a:lnTo>
                    <a:pt x="115993" y="7144"/>
                  </a:lnTo>
                  <a:lnTo>
                    <a:pt x="115993" y="77819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CFB94805-6C4B-46DC-BD3B-1FA9955915B2}"/>
                </a:ext>
              </a:extLst>
            </p:cNvPr>
            <p:cNvSpPr/>
            <p:nvPr/>
          </p:nvSpPr>
          <p:spPr>
            <a:xfrm>
              <a:off x="1596891" y="702962"/>
              <a:ext cx="142875" cy="161925"/>
            </a:xfrm>
            <a:custGeom>
              <a:avLst/>
              <a:gdLst>
                <a:gd name="connsiteX0" fmla="*/ 117799 w 142875"/>
                <a:gd name="connsiteY0" fmla="*/ 24653 h 161925"/>
                <a:gd name="connsiteX1" fmla="*/ 29598 w 142875"/>
                <a:gd name="connsiteY1" fmla="*/ 24653 h 161925"/>
                <a:gd name="connsiteX2" fmla="*/ 7214 w 142875"/>
                <a:gd name="connsiteY2" fmla="*/ 80850 h 161925"/>
                <a:gd name="connsiteX3" fmla="*/ 7214 w 142875"/>
                <a:gd name="connsiteY3" fmla="*/ 160860 h 161925"/>
                <a:gd name="connsiteX4" fmla="*/ 31884 w 142875"/>
                <a:gd name="connsiteY4" fmla="*/ 160860 h 161925"/>
                <a:gd name="connsiteX5" fmla="*/ 31884 w 142875"/>
                <a:gd name="connsiteY5" fmla="*/ 80850 h 161925"/>
                <a:gd name="connsiteX6" fmla="*/ 73794 w 142875"/>
                <a:gd name="connsiteY6" fmla="*/ 33225 h 161925"/>
                <a:gd name="connsiteX7" fmla="*/ 115704 w 142875"/>
                <a:gd name="connsiteY7" fmla="*/ 80850 h 161925"/>
                <a:gd name="connsiteX8" fmla="*/ 115704 w 142875"/>
                <a:gd name="connsiteY8" fmla="*/ 160860 h 161925"/>
                <a:gd name="connsiteX9" fmla="*/ 140469 w 142875"/>
                <a:gd name="connsiteY9" fmla="*/ 160860 h 161925"/>
                <a:gd name="connsiteX10" fmla="*/ 140469 w 142875"/>
                <a:gd name="connsiteY10" fmla="*/ 80850 h 161925"/>
                <a:gd name="connsiteX11" fmla="*/ 118180 w 142875"/>
                <a:gd name="connsiteY11" fmla="*/ 24653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2875" h="161925">
                  <a:moveTo>
                    <a:pt x="117799" y="24653"/>
                  </a:moveTo>
                  <a:cubicBezTo>
                    <a:pt x="93033" y="1307"/>
                    <a:pt x="54364" y="1307"/>
                    <a:pt x="29598" y="24653"/>
                  </a:cubicBezTo>
                  <a:cubicBezTo>
                    <a:pt x="14441" y="39321"/>
                    <a:pt x="6293" y="59778"/>
                    <a:pt x="7214" y="80850"/>
                  </a:cubicBezTo>
                  <a:lnTo>
                    <a:pt x="7214" y="160860"/>
                  </a:lnTo>
                  <a:lnTo>
                    <a:pt x="31884" y="160860"/>
                  </a:lnTo>
                  <a:lnTo>
                    <a:pt x="31884" y="80850"/>
                  </a:lnTo>
                  <a:cubicBezTo>
                    <a:pt x="31884" y="42750"/>
                    <a:pt x="59220" y="33225"/>
                    <a:pt x="73794" y="33225"/>
                  </a:cubicBezTo>
                  <a:cubicBezTo>
                    <a:pt x="88367" y="33225"/>
                    <a:pt x="115704" y="43226"/>
                    <a:pt x="115704" y="80850"/>
                  </a:cubicBezTo>
                  <a:lnTo>
                    <a:pt x="115704" y="160860"/>
                  </a:lnTo>
                  <a:lnTo>
                    <a:pt x="140469" y="160860"/>
                  </a:lnTo>
                  <a:lnTo>
                    <a:pt x="140469" y="80850"/>
                  </a:lnTo>
                  <a:cubicBezTo>
                    <a:pt x="141366" y="59801"/>
                    <a:pt x="133261" y="39365"/>
                    <a:pt x="118180" y="24653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C400460-AE87-4536-AFA4-019E93EB9841}"/>
                </a:ext>
              </a:extLst>
            </p:cNvPr>
            <p:cNvSpPr/>
            <p:nvPr/>
          </p:nvSpPr>
          <p:spPr>
            <a:xfrm>
              <a:off x="2032540" y="703230"/>
              <a:ext cx="209550" cy="161925"/>
            </a:xfrm>
            <a:custGeom>
              <a:avLst/>
              <a:gdLst>
                <a:gd name="connsiteX0" fmla="*/ 157163 w 209550"/>
                <a:gd name="connsiteY0" fmla="*/ 7144 h 161925"/>
                <a:gd name="connsiteX1" fmla="*/ 108680 w 209550"/>
                <a:gd name="connsiteY1" fmla="*/ 40481 h 161925"/>
                <a:gd name="connsiteX2" fmla="*/ 60197 w 209550"/>
                <a:gd name="connsiteY2" fmla="*/ 7144 h 161925"/>
                <a:gd name="connsiteX3" fmla="*/ 7144 w 209550"/>
                <a:gd name="connsiteY3" fmla="*/ 66389 h 161925"/>
                <a:gd name="connsiteX4" fmla="*/ 7144 w 209550"/>
                <a:gd name="connsiteY4" fmla="*/ 160687 h 161925"/>
                <a:gd name="connsiteX5" fmla="*/ 16669 w 209550"/>
                <a:gd name="connsiteY5" fmla="*/ 160687 h 161925"/>
                <a:gd name="connsiteX6" fmla="*/ 16669 w 209550"/>
                <a:gd name="connsiteY6" fmla="*/ 66389 h 161925"/>
                <a:gd name="connsiteX7" fmla="*/ 60579 w 209550"/>
                <a:gd name="connsiteY7" fmla="*/ 16764 h 161925"/>
                <a:gd name="connsiteX8" fmla="*/ 104489 w 209550"/>
                <a:gd name="connsiteY8" fmla="*/ 66104 h 161925"/>
                <a:gd name="connsiteX9" fmla="*/ 104489 w 209550"/>
                <a:gd name="connsiteY9" fmla="*/ 160687 h 161925"/>
                <a:gd name="connsiteX10" fmla="*/ 114014 w 209550"/>
                <a:gd name="connsiteY10" fmla="*/ 160687 h 161925"/>
                <a:gd name="connsiteX11" fmla="*/ 114014 w 209550"/>
                <a:gd name="connsiteY11" fmla="*/ 66104 h 161925"/>
                <a:gd name="connsiteX12" fmla="*/ 157925 w 209550"/>
                <a:gd name="connsiteY12" fmla="*/ 16764 h 161925"/>
                <a:gd name="connsiteX13" fmla="*/ 201835 w 209550"/>
                <a:gd name="connsiteY13" fmla="*/ 66389 h 161925"/>
                <a:gd name="connsiteX14" fmla="*/ 201835 w 209550"/>
                <a:gd name="connsiteY14" fmla="*/ 160687 h 161925"/>
                <a:gd name="connsiteX15" fmla="*/ 211360 w 209550"/>
                <a:gd name="connsiteY15" fmla="*/ 160687 h 161925"/>
                <a:gd name="connsiteX16" fmla="*/ 211360 w 209550"/>
                <a:gd name="connsiteY16" fmla="*/ 66389 h 161925"/>
                <a:gd name="connsiteX17" fmla="*/ 158210 w 209550"/>
                <a:gd name="connsiteY17" fmla="*/ 71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9550" h="161925">
                  <a:moveTo>
                    <a:pt x="157163" y="7144"/>
                  </a:moveTo>
                  <a:cubicBezTo>
                    <a:pt x="135739" y="7405"/>
                    <a:pt x="116592" y="20571"/>
                    <a:pt x="108680" y="40481"/>
                  </a:cubicBezTo>
                  <a:cubicBezTo>
                    <a:pt x="100789" y="20554"/>
                    <a:pt x="81629" y="7379"/>
                    <a:pt x="60197" y="7144"/>
                  </a:cubicBezTo>
                  <a:cubicBezTo>
                    <a:pt x="38862" y="7144"/>
                    <a:pt x="7144" y="22955"/>
                    <a:pt x="7144" y="66389"/>
                  </a:cubicBezTo>
                  <a:lnTo>
                    <a:pt x="7144" y="160687"/>
                  </a:lnTo>
                  <a:lnTo>
                    <a:pt x="16669" y="160687"/>
                  </a:lnTo>
                  <a:lnTo>
                    <a:pt x="16669" y="66389"/>
                  </a:lnTo>
                  <a:cubicBezTo>
                    <a:pt x="16669" y="30004"/>
                    <a:pt x="42958" y="16764"/>
                    <a:pt x="60579" y="16764"/>
                  </a:cubicBezTo>
                  <a:cubicBezTo>
                    <a:pt x="78200" y="16764"/>
                    <a:pt x="104299" y="30004"/>
                    <a:pt x="104489" y="66104"/>
                  </a:cubicBezTo>
                  <a:lnTo>
                    <a:pt x="104489" y="160687"/>
                  </a:lnTo>
                  <a:lnTo>
                    <a:pt x="114014" y="160687"/>
                  </a:lnTo>
                  <a:lnTo>
                    <a:pt x="114014" y="66104"/>
                  </a:lnTo>
                  <a:cubicBezTo>
                    <a:pt x="114014" y="30004"/>
                    <a:pt x="140303" y="16764"/>
                    <a:pt x="157925" y="16764"/>
                  </a:cubicBezTo>
                  <a:cubicBezTo>
                    <a:pt x="175546" y="16764"/>
                    <a:pt x="201835" y="30004"/>
                    <a:pt x="201835" y="66389"/>
                  </a:cubicBezTo>
                  <a:lnTo>
                    <a:pt x="201835" y="160687"/>
                  </a:lnTo>
                  <a:lnTo>
                    <a:pt x="211360" y="160687"/>
                  </a:lnTo>
                  <a:lnTo>
                    <a:pt x="211360" y="66389"/>
                  </a:lnTo>
                  <a:cubicBezTo>
                    <a:pt x="211360" y="22955"/>
                    <a:pt x="179546" y="7144"/>
                    <a:pt x="158210" y="7144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371F196-4220-4E1B-B6AD-CA533ED56856}"/>
                </a:ext>
              </a:extLst>
            </p:cNvPr>
            <p:cNvSpPr/>
            <p:nvPr/>
          </p:nvSpPr>
          <p:spPr>
            <a:xfrm>
              <a:off x="1739805" y="703291"/>
              <a:ext cx="161925" cy="171450"/>
            </a:xfrm>
            <a:custGeom>
              <a:avLst/>
              <a:gdLst>
                <a:gd name="connsiteX0" fmla="*/ 98139 w 161925"/>
                <a:gd name="connsiteY0" fmla="*/ 8512 h 171450"/>
                <a:gd name="connsiteX1" fmla="*/ 8993 w 161925"/>
                <a:gd name="connsiteY1" fmla="*/ 69058 h 171450"/>
                <a:gd name="connsiteX2" fmla="*/ 8794 w 161925"/>
                <a:gd name="connsiteY2" fmla="*/ 70138 h 171450"/>
                <a:gd name="connsiteX3" fmla="*/ 68040 w 161925"/>
                <a:gd name="connsiteY3" fmla="*/ 163674 h 171450"/>
                <a:gd name="connsiteX4" fmla="*/ 153765 w 161925"/>
                <a:gd name="connsiteY4" fmla="*/ 113763 h 171450"/>
                <a:gd name="connsiteX5" fmla="*/ 132619 w 161925"/>
                <a:gd name="connsiteY5" fmla="*/ 113763 h 171450"/>
                <a:gd name="connsiteX6" fmla="*/ 71469 w 161925"/>
                <a:gd name="connsiteY6" fmla="*/ 144719 h 171450"/>
                <a:gd name="connsiteX7" fmla="*/ 27273 w 161925"/>
                <a:gd name="connsiteY7" fmla="*/ 94522 h 171450"/>
                <a:gd name="connsiteX8" fmla="*/ 158051 w 161925"/>
                <a:gd name="connsiteY8" fmla="*/ 94522 h 171450"/>
                <a:gd name="connsiteX9" fmla="*/ 97948 w 161925"/>
                <a:gd name="connsiteY9" fmla="*/ 8797 h 171450"/>
                <a:gd name="connsiteX10" fmla="*/ 27844 w 161925"/>
                <a:gd name="connsiteY10" fmla="*/ 75187 h 171450"/>
                <a:gd name="connsiteX11" fmla="*/ 27844 w 161925"/>
                <a:gd name="connsiteY11" fmla="*/ 73853 h 171450"/>
                <a:gd name="connsiteX12" fmla="*/ 92243 w 161925"/>
                <a:gd name="connsiteY12" fmla="*/ 26593 h 171450"/>
                <a:gd name="connsiteX13" fmla="*/ 94519 w 161925"/>
                <a:gd name="connsiteY13" fmla="*/ 26990 h 171450"/>
                <a:gd name="connsiteX14" fmla="*/ 138525 w 161925"/>
                <a:gd name="connsiteY14" fmla="*/ 74615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61925" h="171450">
                  <a:moveTo>
                    <a:pt x="98139" y="8512"/>
                  </a:moveTo>
                  <a:cubicBezTo>
                    <a:pt x="56802" y="614"/>
                    <a:pt x="16890" y="27721"/>
                    <a:pt x="8993" y="69058"/>
                  </a:cubicBezTo>
                  <a:cubicBezTo>
                    <a:pt x="8924" y="69417"/>
                    <a:pt x="8858" y="69778"/>
                    <a:pt x="8794" y="70138"/>
                  </a:cubicBezTo>
                  <a:cubicBezTo>
                    <a:pt x="142" y="112182"/>
                    <a:pt x="26331" y="153529"/>
                    <a:pt x="68040" y="163674"/>
                  </a:cubicBezTo>
                  <a:cubicBezTo>
                    <a:pt x="105095" y="170936"/>
                    <a:pt x="141787" y="149574"/>
                    <a:pt x="153765" y="113763"/>
                  </a:cubicBezTo>
                  <a:lnTo>
                    <a:pt x="132619" y="113763"/>
                  </a:lnTo>
                  <a:cubicBezTo>
                    <a:pt x="121847" y="136981"/>
                    <a:pt x="96558" y="149783"/>
                    <a:pt x="71469" y="144719"/>
                  </a:cubicBezTo>
                  <a:cubicBezTo>
                    <a:pt x="47541" y="139122"/>
                    <a:pt x="29795" y="118966"/>
                    <a:pt x="27273" y="94522"/>
                  </a:cubicBezTo>
                  <a:lnTo>
                    <a:pt x="158051" y="94522"/>
                  </a:lnTo>
                  <a:cubicBezTo>
                    <a:pt x="162387" y="54908"/>
                    <a:pt x="136667" y="18224"/>
                    <a:pt x="97948" y="8797"/>
                  </a:cubicBezTo>
                  <a:close/>
                  <a:moveTo>
                    <a:pt x="27844" y="75187"/>
                  </a:moveTo>
                  <a:lnTo>
                    <a:pt x="27844" y="73853"/>
                  </a:lnTo>
                  <a:cubicBezTo>
                    <a:pt x="32577" y="43019"/>
                    <a:pt x="61409" y="21860"/>
                    <a:pt x="92243" y="26593"/>
                  </a:cubicBezTo>
                  <a:cubicBezTo>
                    <a:pt x="93004" y="26710"/>
                    <a:pt x="93763" y="26842"/>
                    <a:pt x="94519" y="26990"/>
                  </a:cubicBezTo>
                  <a:cubicBezTo>
                    <a:pt x="117646" y="32201"/>
                    <a:pt x="135153" y="51149"/>
                    <a:pt x="138525" y="74615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F6699F1-E995-4C2A-B778-B07D9D91CAD0}"/>
                </a:ext>
              </a:extLst>
            </p:cNvPr>
            <p:cNvSpPr/>
            <p:nvPr/>
          </p:nvSpPr>
          <p:spPr>
            <a:xfrm>
              <a:off x="1030968" y="702286"/>
              <a:ext cx="152400" cy="171450"/>
            </a:xfrm>
            <a:custGeom>
              <a:avLst/>
              <a:gdLst>
                <a:gd name="connsiteX0" fmla="*/ 147370 w 152400"/>
                <a:gd name="connsiteY0" fmla="*/ 56951 h 171450"/>
                <a:gd name="connsiteX1" fmla="*/ 128320 w 152400"/>
                <a:gd name="connsiteY1" fmla="*/ 20279 h 171450"/>
                <a:gd name="connsiteX2" fmla="*/ 82409 w 152400"/>
                <a:gd name="connsiteY2" fmla="*/ 7326 h 171450"/>
                <a:gd name="connsiteX3" fmla="*/ 82409 w 152400"/>
                <a:gd name="connsiteY3" fmla="*/ 7326 h 171450"/>
                <a:gd name="connsiteX4" fmla="*/ 35451 w 152400"/>
                <a:gd name="connsiteY4" fmla="*/ 18089 h 171450"/>
                <a:gd name="connsiteX5" fmla="*/ 15449 w 152400"/>
                <a:gd name="connsiteY5" fmla="*/ 49807 h 171450"/>
                <a:gd name="connsiteX6" fmla="*/ 13925 w 152400"/>
                <a:gd name="connsiteY6" fmla="*/ 56665 h 171450"/>
                <a:gd name="connsiteX7" fmla="*/ 60597 w 152400"/>
                <a:gd name="connsiteY7" fmla="*/ 56665 h 171450"/>
                <a:gd name="connsiteX8" fmla="*/ 60597 w 152400"/>
                <a:gd name="connsiteY8" fmla="*/ 55617 h 171450"/>
                <a:gd name="connsiteX9" fmla="*/ 80219 w 152400"/>
                <a:gd name="connsiteY9" fmla="*/ 40282 h 171450"/>
                <a:gd name="connsiteX10" fmla="*/ 81552 w 152400"/>
                <a:gd name="connsiteY10" fmla="*/ 40282 h 171450"/>
                <a:gd name="connsiteX11" fmla="*/ 84791 w 152400"/>
                <a:gd name="connsiteY11" fmla="*/ 40282 h 171450"/>
                <a:gd name="connsiteX12" fmla="*/ 84791 w 152400"/>
                <a:gd name="connsiteY12" fmla="*/ 40282 h 171450"/>
                <a:gd name="connsiteX13" fmla="*/ 95745 w 152400"/>
                <a:gd name="connsiteY13" fmla="*/ 45426 h 171450"/>
                <a:gd name="connsiteX14" fmla="*/ 98602 w 152400"/>
                <a:gd name="connsiteY14" fmla="*/ 54951 h 171450"/>
                <a:gd name="connsiteX15" fmla="*/ 72218 w 152400"/>
                <a:gd name="connsiteY15" fmla="*/ 68190 h 171450"/>
                <a:gd name="connsiteX16" fmla="*/ 71170 w 152400"/>
                <a:gd name="connsiteY16" fmla="*/ 68190 h 171450"/>
                <a:gd name="connsiteX17" fmla="*/ 66121 w 152400"/>
                <a:gd name="connsiteY17" fmla="*/ 69333 h 171450"/>
                <a:gd name="connsiteX18" fmla="*/ 55549 w 152400"/>
                <a:gd name="connsiteY18" fmla="*/ 71715 h 171450"/>
                <a:gd name="connsiteX19" fmla="*/ 7162 w 152400"/>
                <a:gd name="connsiteY19" fmla="*/ 119340 h 171450"/>
                <a:gd name="connsiteX20" fmla="*/ 20306 w 152400"/>
                <a:gd name="connsiteY20" fmla="*/ 152677 h 171450"/>
                <a:gd name="connsiteX21" fmla="*/ 55167 w 152400"/>
                <a:gd name="connsiteY21" fmla="*/ 165155 h 171450"/>
                <a:gd name="connsiteX22" fmla="*/ 57168 w 152400"/>
                <a:gd name="connsiteY22" fmla="*/ 165155 h 171450"/>
                <a:gd name="connsiteX23" fmla="*/ 93553 w 152400"/>
                <a:gd name="connsiteY23" fmla="*/ 152582 h 171450"/>
                <a:gd name="connsiteX24" fmla="*/ 100602 w 152400"/>
                <a:gd name="connsiteY24" fmla="*/ 147248 h 171450"/>
                <a:gd name="connsiteX25" fmla="*/ 102698 w 152400"/>
                <a:gd name="connsiteY25" fmla="*/ 145628 h 171450"/>
                <a:gd name="connsiteX26" fmla="*/ 102698 w 152400"/>
                <a:gd name="connsiteY26" fmla="*/ 160773 h 171450"/>
                <a:gd name="connsiteX27" fmla="*/ 147846 w 152400"/>
                <a:gd name="connsiteY27" fmla="*/ 160773 h 171450"/>
                <a:gd name="connsiteX28" fmla="*/ 147846 w 152400"/>
                <a:gd name="connsiteY28" fmla="*/ 65333 h 171450"/>
                <a:gd name="connsiteX29" fmla="*/ 147275 w 152400"/>
                <a:gd name="connsiteY29" fmla="*/ 56951 h 171450"/>
                <a:gd name="connsiteX30" fmla="*/ 99745 w 152400"/>
                <a:gd name="connsiteY30" fmla="*/ 92574 h 171450"/>
                <a:gd name="connsiteX31" fmla="*/ 99745 w 152400"/>
                <a:gd name="connsiteY31" fmla="*/ 116196 h 171450"/>
                <a:gd name="connsiteX32" fmla="*/ 99745 w 152400"/>
                <a:gd name="connsiteY32" fmla="*/ 116673 h 171450"/>
                <a:gd name="connsiteX33" fmla="*/ 95459 w 152400"/>
                <a:gd name="connsiteY33" fmla="*/ 120292 h 171450"/>
                <a:gd name="connsiteX34" fmla="*/ 90505 w 152400"/>
                <a:gd name="connsiteY34" fmla="*/ 124007 h 171450"/>
                <a:gd name="connsiteX35" fmla="*/ 72408 w 152400"/>
                <a:gd name="connsiteY35" fmla="*/ 129722 h 171450"/>
                <a:gd name="connsiteX36" fmla="*/ 71551 w 152400"/>
                <a:gd name="connsiteY36" fmla="*/ 129722 h 171450"/>
                <a:gd name="connsiteX37" fmla="*/ 57571 w 152400"/>
                <a:gd name="connsiteY37" fmla="*/ 117469 h 171450"/>
                <a:gd name="connsiteX38" fmla="*/ 57549 w 152400"/>
                <a:gd name="connsiteY38" fmla="*/ 116197 h 171450"/>
                <a:gd name="connsiteX39" fmla="*/ 69169 w 152400"/>
                <a:gd name="connsiteY39" fmla="*/ 101337 h 171450"/>
                <a:gd name="connsiteX40" fmla="*/ 98507 w 152400"/>
                <a:gd name="connsiteY40" fmla="*/ 91241 h 171450"/>
                <a:gd name="connsiteX41" fmla="*/ 100221 w 152400"/>
                <a:gd name="connsiteY41" fmla="*/ 90669 h 171450"/>
                <a:gd name="connsiteX42" fmla="*/ 100221 w 152400"/>
                <a:gd name="connsiteY42" fmla="*/ 92574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52400" h="171450">
                  <a:moveTo>
                    <a:pt x="147370" y="56951"/>
                  </a:moveTo>
                  <a:cubicBezTo>
                    <a:pt x="146216" y="42661"/>
                    <a:pt x="139348" y="29440"/>
                    <a:pt x="128320" y="20279"/>
                  </a:cubicBezTo>
                  <a:cubicBezTo>
                    <a:pt x="114888" y="10966"/>
                    <a:pt x="98729" y="6407"/>
                    <a:pt x="82409" y="7326"/>
                  </a:cubicBezTo>
                  <a:lnTo>
                    <a:pt x="82409" y="7326"/>
                  </a:lnTo>
                  <a:cubicBezTo>
                    <a:pt x="66041" y="6247"/>
                    <a:pt x="49715" y="9988"/>
                    <a:pt x="35451" y="18089"/>
                  </a:cubicBezTo>
                  <a:cubicBezTo>
                    <a:pt x="24727" y="25481"/>
                    <a:pt x="17498" y="36944"/>
                    <a:pt x="15449" y="49807"/>
                  </a:cubicBezTo>
                  <a:lnTo>
                    <a:pt x="13925" y="56665"/>
                  </a:lnTo>
                  <a:lnTo>
                    <a:pt x="60597" y="56665"/>
                  </a:lnTo>
                  <a:lnTo>
                    <a:pt x="60597" y="55617"/>
                  </a:lnTo>
                  <a:cubicBezTo>
                    <a:pt x="61836" y="45996"/>
                    <a:pt x="70583" y="39160"/>
                    <a:pt x="80219" y="40282"/>
                  </a:cubicBezTo>
                  <a:lnTo>
                    <a:pt x="81552" y="40282"/>
                  </a:lnTo>
                  <a:cubicBezTo>
                    <a:pt x="82629" y="40184"/>
                    <a:pt x="83713" y="40184"/>
                    <a:pt x="84791" y="40282"/>
                  </a:cubicBezTo>
                  <a:lnTo>
                    <a:pt x="84791" y="40282"/>
                  </a:lnTo>
                  <a:cubicBezTo>
                    <a:pt x="88916" y="40718"/>
                    <a:pt x="92774" y="42530"/>
                    <a:pt x="95745" y="45426"/>
                  </a:cubicBezTo>
                  <a:cubicBezTo>
                    <a:pt x="98153" y="47968"/>
                    <a:pt x="99213" y="51502"/>
                    <a:pt x="98602" y="54951"/>
                  </a:cubicBezTo>
                  <a:cubicBezTo>
                    <a:pt x="97649" y="61713"/>
                    <a:pt x="93458" y="63237"/>
                    <a:pt x="72218" y="68190"/>
                  </a:cubicBezTo>
                  <a:lnTo>
                    <a:pt x="71170" y="68190"/>
                  </a:lnTo>
                  <a:lnTo>
                    <a:pt x="66121" y="69333"/>
                  </a:lnTo>
                  <a:cubicBezTo>
                    <a:pt x="62502" y="70000"/>
                    <a:pt x="58978" y="70857"/>
                    <a:pt x="55549" y="71715"/>
                  </a:cubicBezTo>
                  <a:cubicBezTo>
                    <a:pt x="19639" y="80573"/>
                    <a:pt x="6590" y="93622"/>
                    <a:pt x="7162" y="119340"/>
                  </a:cubicBezTo>
                  <a:cubicBezTo>
                    <a:pt x="6943" y="131757"/>
                    <a:pt x="11672" y="143751"/>
                    <a:pt x="20306" y="152677"/>
                  </a:cubicBezTo>
                  <a:cubicBezTo>
                    <a:pt x="29824" y="161276"/>
                    <a:pt x="42355" y="165761"/>
                    <a:pt x="55167" y="165155"/>
                  </a:cubicBezTo>
                  <a:lnTo>
                    <a:pt x="57168" y="165155"/>
                  </a:lnTo>
                  <a:cubicBezTo>
                    <a:pt x="70378" y="165251"/>
                    <a:pt x="83221" y="160813"/>
                    <a:pt x="93553" y="152582"/>
                  </a:cubicBezTo>
                  <a:lnTo>
                    <a:pt x="100602" y="147248"/>
                  </a:lnTo>
                  <a:lnTo>
                    <a:pt x="102698" y="145628"/>
                  </a:lnTo>
                  <a:lnTo>
                    <a:pt x="102698" y="160773"/>
                  </a:lnTo>
                  <a:lnTo>
                    <a:pt x="147846" y="160773"/>
                  </a:lnTo>
                  <a:lnTo>
                    <a:pt x="147846" y="65333"/>
                  </a:lnTo>
                  <a:cubicBezTo>
                    <a:pt x="147852" y="62529"/>
                    <a:pt x="147661" y="59728"/>
                    <a:pt x="147275" y="56951"/>
                  </a:cubicBezTo>
                  <a:close/>
                  <a:moveTo>
                    <a:pt x="99745" y="92574"/>
                  </a:moveTo>
                  <a:lnTo>
                    <a:pt x="99745" y="116196"/>
                  </a:lnTo>
                  <a:lnTo>
                    <a:pt x="99745" y="116673"/>
                  </a:lnTo>
                  <a:lnTo>
                    <a:pt x="95459" y="120292"/>
                  </a:lnTo>
                  <a:cubicBezTo>
                    <a:pt x="93926" y="121680"/>
                    <a:pt x="92268" y="122923"/>
                    <a:pt x="90505" y="124007"/>
                  </a:cubicBezTo>
                  <a:cubicBezTo>
                    <a:pt x="85089" y="127488"/>
                    <a:pt x="78842" y="129461"/>
                    <a:pt x="72408" y="129722"/>
                  </a:cubicBezTo>
                  <a:lnTo>
                    <a:pt x="71551" y="129722"/>
                  </a:lnTo>
                  <a:cubicBezTo>
                    <a:pt x="64307" y="130199"/>
                    <a:pt x="58048" y="124713"/>
                    <a:pt x="57571" y="117469"/>
                  </a:cubicBezTo>
                  <a:cubicBezTo>
                    <a:pt x="57543" y="117046"/>
                    <a:pt x="57535" y="116621"/>
                    <a:pt x="57549" y="116197"/>
                  </a:cubicBezTo>
                  <a:cubicBezTo>
                    <a:pt x="56978" y="108767"/>
                    <a:pt x="60407" y="104481"/>
                    <a:pt x="69169" y="101337"/>
                  </a:cubicBezTo>
                  <a:lnTo>
                    <a:pt x="98507" y="91241"/>
                  </a:lnTo>
                  <a:lnTo>
                    <a:pt x="100221" y="90669"/>
                  </a:lnTo>
                  <a:lnTo>
                    <a:pt x="100221" y="92574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3396918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">
            <a:extLst>
              <a:ext uri="{FF2B5EF4-FFF2-40B4-BE49-F238E27FC236}">
                <a16:creationId xmlns:a16="http://schemas.microsoft.com/office/drawing/2014/main" id="{8552C11C-0AD0-4407-99C8-90897D70E8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F209BBB-A67C-4A41-BEF2-05CA082B4CE0}" type="slidenum">
              <a:rPr lang="en-US" altLang="x-none" noProof="0" smtClean="0"/>
              <a:pPr/>
              <a:t>‹Nr.›</a:t>
            </a:fld>
            <a:endParaRPr lang="en-US" altLang="x-none" noProof="0" dirty="0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40089BC2-D3CD-49E9-BEE6-7402DEE30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x-none" noProof="0" dirty="0"/>
              <a:t>Presentation venue | Date | Speaker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BDC58DF4-62CC-4AEF-9244-9A919D2ED7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subtitle</a:t>
            </a:r>
            <a:endParaRPr lang="en-US" noProof="0" dirty="0"/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E2A99E25-B5C9-438A-90C2-EA2B83CCDAB1}"/>
              </a:ext>
            </a:extLst>
          </p:cNvPr>
          <p:cNvSpPr>
            <a:spLocks noGrp="1"/>
          </p:cNvSpPr>
          <p:nvPr>
            <p:ph type="subTitle" idx="12" hasCustomPrompt="1"/>
          </p:nvPr>
        </p:nvSpPr>
        <p:spPr>
          <a:xfrm>
            <a:off x="502785" y="437505"/>
            <a:ext cx="9144000" cy="338554"/>
          </a:xfrm>
        </p:spPr>
        <p:txBody>
          <a:bodyPr anchor="b"/>
          <a:lstStyle>
            <a:lvl1pPr marL="0" indent="0" algn="l">
              <a:buNone/>
              <a:defRPr sz="22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318454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773238"/>
            <a:ext cx="12192000" cy="5084762"/>
          </a:xfrm>
          <a:prstGeom prst="rect">
            <a:avLst/>
          </a:prstGeom>
          <a:solidFill>
            <a:srgbClr val="E8E8E8">
              <a:alpha val="8313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noProof="0" dirty="0"/>
          </a:p>
        </p:txBody>
      </p:sp>
      <p:pic>
        <p:nvPicPr>
          <p:cNvPr id="9" name="Grid">
            <a:extLst>
              <a:ext uri="{FF2B5EF4-FFF2-40B4-BE49-F238E27FC236}">
                <a16:creationId xmlns:a16="http://schemas.microsoft.com/office/drawing/2014/main" id="{EC93758A-C3A9-4A6E-9EA5-B49EECD74885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9144" y="5733900"/>
            <a:ext cx="12218400" cy="1186916"/>
          </a:xfrm>
          <a:prstGeom prst="rect">
            <a:avLst/>
          </a:prstGeom>
        </p:spPr>
      </p:pic>
      <p:sp>
        <p:nvSpPr>
          <p:cNvPr id="3" name="Slide Number">
            <a:extLst>
              <a:ext uri="{FF2B5EF4-FFF2-40B4-BE49-F238E27FC236}">
                <a16:creationId xmlns:a16="http://schemas.microsoft.com/office/drawing/2014/main" id="{8552C11C-0AD0-4407-99C8-90897D70E8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F209BBB-A67C-4A41-BEF2-05CA082B4CE0}" type="slidenum">
              <a:rPr lang="en-US" altLang="x-none" noProof="0" smtClean="0"/>
              <a:pPr/>
              <a:t>‹Nr.›</a:t>
            </a:fld>
            <a:endParaRPr lang="en-US" altLang="x-none" noProof="0" dirty="0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40089BC2-D3CD-49E9-BEE6-7402DEE30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x-none" noProof="0" dirty="0"/>
              <a:t>Presentation venue | Date | Speaker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E2A99E25-B5C9-438A-90C2-EA2B83CCDAB1}"/>
              </a:ext>
            </a:extLst>
          </p:cNvPr>
          <p:cNvSpPr>
            <a:spLocks noGrp="1"/>
          </p:cNvSpPr>
          <p:nvPr>
            <p:ph type="subTitle" idx="12" hasCustomPrompt="1"/>
          </p:nvPr>
        </p:nvSpPr>
        <p:spPr>
          <a:xfrm>
            <a:off x="502785" y="437505"/>
            <a:ext cx="9144000" cy="338554"/>
          </a:xfrm>
        </p:spPr>
        <p:txBody>
          <a:bodyPr anchor="b"/>
          <a:lstStyle>
            <a:lvl1pPr marL="0" indent="0" algn="l">
              <a:buNone/>
              <a:defRPr sz="22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add title</a:t>
            </a:r>
          </a:p>
        </p:txBody>
      </p:sp>
      <p:cxnSp>
        <p:nvCxnSpPr>
          <p:cNvPr id="10" name="Line">
            <a:extLst>
              <a:ext uri="{FF2B5EF4-FFF2-40B4-BE49-F238E27FC236}">
                <a16:creationId xmlns:a16="http://schemas.microsoft.com/office/drawing/2014/main" id="{4AF86A12-8FF0-4CB7-8892-64C2BF9B7BA9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03238" y="1358186"/>
            <a:ext cx="547200" cy="0"/>
          </a:xfrm>
          <a:prstGeom prst="line">
            <a:avLst/>
          </a:prstGeom>
          <a:solidFill>
            <a:srgbClr val="B8C400"/>
          </a:solidFill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0" name="Logo_Color">
            <a:extLst>
              <a:ext uri="{FF2B5EF4-FFF2-40B4-BE49-F238E27FC236}">
                <a16:creationId xmlns:a16="http://schemas.microsoft.com/office/drawing/2014/main" id="{CFD01046-A088-495F-9739-E5E26FD46FC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087820" y="495720"/>
            <a:ext cx="1612800" cy="229651"/>
            <a:chOff x="1030968" y="702286"/>
            <a:chExt cx="1211122" cy="172455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9DF1C70-FE52-405C-9BC2-79BF49CAF1B0}"/>
                </a:ext>
              </a:extLst>
            </p:cNvPr>
            <p:cNvSpPr/>
            <p:nvPr/>
          </p:nvSpPr>
          <p:spPr>
            <a:xfrm>
              <a:off x="1344835" y="707326"/>
              <a:ext cx="104775" cy="161925"/>
            </a:xfrm>
            <a:custGeom>
              <a:avLst/>
              <a:gdLst>
                <a:gd name="connsiteX0" fmla="*/ 7144 w 104775"/>
                <a:gd name="connsiteY0" fmla="*/ 44672 h 161925"/>
                <a:gd name="connsiteX1" fmla="*/ 7144 w 104775"/>
                <a:gd name="connsiteY1" fmla="*/ 44672 h 161925"/>
                <a:gd name="connsiteX2" fmla="*/ 7144 w 104775"/>
                <a:gd name="connsiteY2" fmla="*/ 88011 h 161925"/>
                <a:gd name="connsiteX3" fmla="*/ 72580 w 104775"/>
                <a:gd name="connsiteY3" fmla="*/ 158401 h 161925"/>
                <a:gd name="connsiteX4" fmla="*/ 98013 w 104775"/>
                <a:gd name="connsiteY4" fmla="*/ 158401 h 161925"/>
                <a:gd name="connsiteX5" fmla="*/ 98013 w 104775"/>
                <a:gd name="connsiteY5" fmla="*/ 121063 h 161925"/>
                <a:gd name="connsiteX6" fmla="*/ 72580 w 104775"/>
                <a:gd name="connsiteY6" fmla="*/ 121063 h 161925"/>
                <a:gd name="connsiteX7" fmla="*/ 42672 w 104775"/>
                <a:gd name="connsiteY7" fmla="*/ 88011 h 161925"/>
                <a:gd name="connsiteX8" fmla="*/ 42672 w 104775"/>
                <a:gd name="connsiteY8" fmla="*/ 44672 h 161925"/>
                <a:gd name="connsiteX9" fmla="*/ 98774 w 104775"/>
                <a:gd name="connsiteY9" fmla="*/ 44672 h 161925"/>
                <a:gd name="connsiteX10" fmla="*/ 98774 w 104775"/>
                <a:gd name="connsiteY10" fmla="*/ 7144 h 161925"/>
                <a:gd name="connsiteX11" fmla="*/ 7144 w 104775"/>
                <a:gd name="connsiteY11" fmla="*/ 7144 h 161925"/>
                <a:gd name="connsiteX12" fmla="*/ 7144 w 104775"/>
                <a:gd name="connsiteY12" fmla="*/ 44672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775" h="161925">
                  <a:moveTo>
                    <a:pt x="7144" y="44672"/>
                  </a:moveTo>
                  <a:lnTo>
                    <a:pt x="7144" y="44672"/>
                  </a:lnTo>
                  <a:lnTo>
                    <a:pt x="7144" y="88011"/>
                  </a:lnTo>
                  <a:cubicBezTo>
                    <a:pt x="7144" y="129445"/>
                    <a:pt x="34004" y="158401"/>
                    <a:pt x="72580" y="158401"/>
                  </a:cubicBezTo>
                  <a:lnTo>
                    <a:pt x="98013" y="158401"/>
                  </a:lnTo>
                  <a:lnTo>
                    <a:pt x="98013" y="121063"/>
                  </a:lnTo>
                  <a:lnTo>
                    <a:pt x="72580" y="121063"/>
                  </a:lnTo>
                  <a:cubicBezTo>
                    <a:pt x="53530" y="121063"/>
                    <a:pt x="42672" y="108966"/>
                    <a:pt x="42672" y="88011"/>
                  </a:cubicBezTo>
                  <a:lnTo>
                    <a:pt x="42672" y="44672"/>
                  </a:lnTo>
                  <a:lnTo>
                    <a:pt x="98774" y="44672"/>
                  </a:lnTo>
                  <a:lnTo>
                    <a:pt x="98774" y="7144"/>
                  </a:lnTo>
                  <a:lnTo>
                    <a:pt x="7144" y="7144"/>
                  </a:lnTo>
                  <a:lnTo>
                    <a:pt x="7144" y="44672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8410B21-E578-4970-8241-9B63EE0AEB9C}"/>
                </a:ext>
              </a:extLst>
            </p:cNvPr>
            <p:cNvSpPr/>
            <p:nvPr/>
          </p:nvSpPr>
          <p:spPr>
            <a:xfrm>
              <a:off x="1429987" y="702401"/>
              <a:ext cx="171450" cy="171450"/>
            </a:xfrm>
            <a:custGeom>
              <a:avLst/>
              <a:gdLst>
                <a:gd name="connsiteX0" fmla="*/ 89822 w 171450"/>
                <a:gd name="connsiteY0" fmla="*/ 7211 h 171450"/>
                <a:gd name="connsiteX1" fmla="*/ 7211 w 171450"/>
                <a:gd name="connsiteY1" fmla="*/ 83345 h 171450"/>
                <a:gd name="connsiteX2" fmla="*/ 83345 w 171450"/>
                <a:gd name="connsiteY2" fmla="*/ 165956 h 171450"/>
                <a:gd name="connsiteX3" fmla="*/ 165956 w 171450"/>
                <a:gd name="connsiteY3" fmla="*/ 89822 h 171450"/>
                <a:gd name="connsiteX4" fmla="*/ 166022 w 171450"/>
                <a:gd name="connsiteY4" fmla="*/ 86554 h 171450"/>
                <a:gd name="connsiteX5" fmla="*/ 89950 w 171450"/>
                <a:gd name="connsiteY5" fmla="*/ 7213 h 171450"/>
                <a:gd name="connsiteX6" fmla="*/ 89822 w 171450"/>
                <a:gd name="connsiteY6" fmla="*/ 7211 h 171450"/>
                <a:gd name="connsiteX7" fmla="*/ 89822 w 171450"/>
                <a:gd name="connsiteY7" fmla="*/ 133417 h 171450"/>
                <a:gd name="connsiteX8" fmla="*/ 40189 w 171450"/>
                <a:gd name="connsiteY8" fmla="*/ 89499 h 171450"/>
                <a:gd name="connsiteX9" fmla="*/ 84108 w 171450"/>
                <a:gd name="connsiteY9" fmla="*/ 39866 h 171450"/>
                <a:gd name="connsiteX10" fmla="*/ 133741 w 171450"/>
                <a:gd name="connsiteY10" fmla="*/ 83784 h 171450"/>
                <a:gd name="connsiteX11" fmla="*/ 133828 w 171450"/>
                <a:gd name="connsiteY11" fmla="*/ 86554 h 171450"/>
                <a:gd name="connsiteX12" fmla="*/ 89822 w 171450"/>
                <a:gd name="connsiteY12" fmla="*/ 133417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1450" h="171450">
                  <a:moveTo>
                    <a:pt x="89822" y="7211"/>
                  </a:moveTo>
                  <a:cubicBezTo>
                    <a:pt x="45986" y="5422"/>
                    <a:pt x="9000" y="39509"/>
                    <a:pt x="7211" y="83345"/>
                  </a:cubicBezTo>
                  <a:cubicBezTo>
                    <a:pt x="5422" y="127181"/>
                    <a:pt x="39509" y="164167"/>
                    <a:pt x="83345" y="165956"/>
                  </a:cubicBezTo>
                  <a:cubicBezTo>
                    <a:pt x="127181" y="167745"/>
                    <a:pt x="164167" y="133658"/>
                    <a:pt x="165956" y="89822"/>
                  </a:cubicBezTo>
                  <a:cubicBezTo>
                    <a:pt x="166000" y="88733"/>
                    <a:pt x="166022" y="87644"/>
                    <a:pt x="166022" y="86554"/>
                  </a:cubicBezTo>
                  <a:cubicBezTo>
                    <a:pt x="166925" y="43638"/>
                    <a:pt x="132866" y="8116"/>
                    <a:pt x="89950" y="7213"/>
                  </a:cubicBezTo>
                  <a:cubicBezTo>
                    <a:pt x="89907" y="7212"/>
                    <a:pt x="89865" y="7212"/>
                    <a:pt x="89822" y="7211"/>
                  </a:cubicBezTo>
                  <a:close/>
                  <a:moveTo>
                    <a:pt x="89822" y="133417"/>
                  </a:moveTo>
                  <a:cubicBezTo>
                    <a:pt x="63989" y="134995"/>
                    <a:pt x="41767" y="115332"/>
                    <a:pt x="40189" y="89499"/>
                  </a:cubicBezTo>
                  <a:cubicBezTo>
                    <a:pt x="38611" y="63665"/>
                    <a:pt x="58274" y="41444"/>
                    <a:pt x="84108" y="39866"/>
                  </a:cubicBezTo>
                  <a:cubicBezTo>
                    <a:pt x="109941" y="38288"/>
                    <a:pt x="132163" y="57951"/>
                    <a:pt x="133741" y="83784"/>
                  </a:cubicBezTo>
                  <a:cubicBezTo>
                    <a:pt x="133797" y="84706"/>
                    <a:pt x="133826" y="85630"/>
                    <a:pt x="133828" y="86554"/>
                  </a:cubicBezTo>
                  <a:cubicBezTo>
                    <a:pt x="134524" y="111611"/>
                    <a:pt x="114874" y="132537"/>
                    <a:pt x="89822" y="133417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F3678DD-6EC7-46B7-8620-A5035D8F4A5B}"/>
                </a:ext>
              </a:extLst>
            </p:cNvPr>
            <p:cNvSpPr/>
            <p:nvPr/>
          </p:nvSpPr>
          <p:spPr>
            <a:xfrm>
              <a:off x="1902620" y="707040"/>
              <a:ext cx="123825" cy="161925"/>
            </a:xfrm>
            <a:custGeom>
              <a:avLst/>
              <a:gdLst>
                <a:gd name="connsiteX0" fmla="*/ 110013 w 123825"/>
                <a:gd name="connsiteY0" fmla="*/ 96679 h 161925"/>
                <a:gd name="connsiteX1" fmla="*/ 65436 w 123825"/>
                <a:gd name="connsiteY1" fmla="*/ 147161 h 161925"/>
                <a:gd name="connsiteX2" fmla="*/ 20954 w 123825"/>
                <a:gd name="connsiteY2" fmla="*/ 96679 h 161925"/>
                <a:gd name="connsiteX3" fmla="*/ 20954 w 123825"/>
                <a:gd name="connsiteY3" fmla="*/ 7144 h 161925"/>
                <a:gd name="connsiteX4" fmla="*/ 7238 w 123825"/>
                <a:gd name="connsiteY4" fmla="*/ 7144 h 161925"/>
                <a:gd name="connsiteX5" fmla="*/ 7238 w 123825"/>
                <a:gd name="connsiteY5" fmla="*/ 96679 h 161925"/>
                <a:gd name="connsiteX6" fmla="*/ 26288 w 123825"/>
                <a:gd name="connsiteY6" fmla="*/ 146018 h 161925"/>
                <a:gd name="connsiteX7" fmla="*/ 103536 w 123825"/>
                <a:gd name="connsiteY7" fmla="*/ 146018 h 161925"/>
                <a:gd name="connsiteX8" fmla="*/ 123062 w 123825"/>
                <a:gd name="connsiteY8" fmla="*/ 96679 h 161925"/>
                <a:gd name="connsiteX9" fmla="*/ 123063 w 123825"/>
                <a:gd name="connsiteY9" fmla="*/ 7144 h 161925"/>
                <a:gd name="connsiteX10" fmla="*/ 109346 w 123825"/>
                <a:gd name="connsiteY10" fmla="*/ 7144 h 161925"/>
                <a:gd name="connsiteX11" fmla="*/ 109346 w 123825"/>
                <a:gd name="connsiteY11" fmla="*/ 96679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3825" h="161925">
                  <a:moveTo>
                    <a:pt x="110013" y="96679"/>
                  </a:moveTo>
                  <a:cubicBezTo>
                    <a:pt x="110013" y="133731"/>
                    <a:pt x="83343" y="147161"/>
                    <a:pt x="65436" y="147161"/>
                  </a:cubicBezTo>
                  <a:cubicBezTo>
                    <a:pt x="47529" y="147161"/>
                    <a:pt x="20954" y="133731"/>
                    <a:pt x="20954" y="96679"/>
                  </a:cubicBezTo>
                  <a:lnTo>
                    <a:pt x="20954" y="7144"/>
                  </a:lnTo>
                  <a:lnTo>
                    <a:pt x="7238" y="7144"/>
                  </a:lnTo>
                  <a:lnTo>
                    <a:pt x="7238" y="96679"/>
                  </a:lnTo>
                  <a:cubicBezTo>
                    <a:pt x="6241" y="115092"/>
                    <a:pt x="13176" y="133052"/>
                    <a:pt x="26288" y="146018"/>
                  </a:cubicBezTo>
                  <a:cubicBezTo>
                    <a:pt x="47937" y="166568"/>
                    <a:pt x="81887" y="166568"/>
                    <a:pt x="103536" y="146018"/>
                  </a:cubicBezTo>
                  <a:cubicBezTo>
                    <a:pt x="116782" y="133108"/>
                    <a:pt x="123886" y="115157"/>
                    <a:pt x="123062" y="96679"/>
                  </a:cubicBezTo>
                  <a:lnTo>
                    <a:pt x="123063" y="7144"/>
                  </a:lnTo>
                  <a:lnTo>
                    <a:pt x="109346" y="7144"/>
                  </a:lnTo>
                  <a:lnTo>
                    <a:pt x="109346" y="96679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F671508-D246-47A5-9FE4-41719225F78B}"/>
                </a:ext>
              </a:extLst>
            </p:cNvPr>
            <p:cNvSpPr/>
            <p:nvPr/>
          </p:nvSpPr>
          <p:spPr>
            <a:xfrm>
              <a:off x="1182931" y="707040"/>
              <a:ext cx="161925" cy="161925"/>
            </a:xfrm>
            <a:custGeom>
              <a:avLst/>
              <a:gdLst>
                <a:gd name="connsiteX0" fmla="*/ 116279 w 161925"/>
                <a:gd name="connsiteY0" fmla="*/ 77819 h 161925"/>
                <a:gd name="connsiteX1" fmla="*/ 81989 w 161925"/>
                <a:gd name="connsiteY1" fmla="*/ 117824 h 161925"/>
                <a:gd name="connsiteX2" fmla="*/ 47603 w 161925"/>
                <a:gd name="connsiteY2" fmla="*/ 77819 h 161925"/>
                <a:gd name="connsiteX3" fmla="*/ 47603 w 161925"/>
                <a:gd name="connsiteY3" fmla="*/ 7144 h 161925"/>
                <a:gd name="connsiteX4" fmla="*/ 7217 w 161925"/>
                <a:gd name="connsiteY4" fmla="*/ 7144 h 161925"/>
                <a:gd name="connsiteX5" fmla="*/ 7217 w 161925"/>
                <a:gd name="connsiteY5" fmla="*/ 77819 h 161925"/>
                <a:gd name="connsiteX6" fmla="*/ 32268 w 161925"/>
                <a:gd name="connsiteY6" fmla="*/ 140493 h 161925"/>
                <a:gd name="connsiteX7" fmla="*/ 131329 w 161925"/>
                <a:gd name="connsiteY7" fmla="*/ 140493 h 161925"/>
                <a:gd name="connsiteX8" fmla="*/ 156379 w 161925"/>
                <a:gd name="connsiteY8" fmla="*/ 77914 h 161925"/>
                <a:gd name="connsiteX9" fmla="*/ 156379 w 161925"/>
                <a:gd name="connsiteY9" fmla="*/ 7144 h 161925"/>
                <a:gd name="connsiteX10" fmla="*/ 115993 w 161925"/>
                <a:gd name="connsiteY10" fmla="*/ 7144 h 161925"/>
                <a:gd name="connsiteX11" fmla="*/ 115993 w 161925"/>
                <a:gd name="connsiteY11" fmla="*/ 77819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925" h="161925">
                  <a:moveTo>
                    <a:pt x="116279" y="77819"/>
                  </a:moveTo>
                  <a:cubicBezTo>
                    <a:pt x="116279" y="109442"/>
                    <a:pt x="93895" y="117824"/>
                    <a:pt x="81989" y="117824"/>
                  </a:cubicBezTo>
                  <a:cubicBezTo>
                    <a:pt x="70082" y="117824"/>
                    <a:pt x="47603" y="109442"/>
                    <a:pt x="47603" y="77819"/>
                  </a:cubicBezTo>
                  <a:lnTo>
                    <a:pt x="47603" y="7144"/>
                  </a:lnTo>
                  <a:lnTo>
                    <a:pt x="7217" y="7144"/>
                  </a:lnTo>
                  <a:lnTo>
                    <a:pt x="7217" y="77819"/>
                  </a:lnTo>
                  <a:cubicBezTo>
                    <a:pt x="6222" y="101331"/>
                    <a:pt x="15341" y="124145"/>
                    <a:pt x="32268" y="140493"/>
                  </a:cubicBezTo>
                  <a:cubicBezTo>
                    <a:pt x="60063" y="166765"/>
                    <a:pt x="103534" y="166765"/>
                    <a:pt x="131329" y="140493"/>
                  </a:cubicBezTo>
                  <a:cubicBezTo>
                    <a:pt x="148241" y="124174"/>
                    <a:pt x="157359" y="101396"/>
                    <a:pt x="156379" y="77914"/>
                  </a:cubicBezTo>
                  <a:lnTo>
                    <a:pt x="156379" y="7144"/>
                  </a:lnTo>
                  <a:lnTo>
                    <a:pt x="115993" y="7144"/>
                  </a:lnTo>
                  <a:lnTo>
                    <a:pt x="115993" y="77819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1E570CD-CB25-4199-B12B-7E0EAF025115}"/>
                </a:ext>
              </a:extLst>
            </p:cNvPr>
            <p:cNvSpPr/>
            <p:nvPr/>
          </p:nvSpPr>
          <p:spPr>
            <a:xfrm>
              <a:off x="1596891" y="702962"/>
              <a:ext cx="142875" cy="161925"/>
            </a:xfrm>
            <a:custGeom>
              <a:avLst/>
              <a:gdLst>
                <a:gd name="connsiteX0" fmla="*/ 117799 w 142875"/>
                <a:gd name="connsiteY0" fmla="*/ 24653 h 161925"/>
                <a:gd name="connsiteX1" fmla="*/ 29598 w 142875"/>
                <a:gd name="connsiteY1" fmla="*/ 24653 h 161925"/>
                <a:gd name="connsiteX2" fmla="*/ 7214 w 142875"/>
                <a:gd name="connsiteY2" fmla="*/ 80850 h 161925"/>
                <a:gd name="connsiteX3" fmla="*/ 7214 w 142875"/>
                <a:gd name="connsiteY3" fmla="*/ 160860 h 161925"/>
                <a:gd name="connsiteX4" fmla="*/ 31884 w 142875"/>
                <a:gd name="connsiteY4" fmla="*/ 160860 h 161925"/>
                <a:gd name="connsiteX5" fmla="*/ 31884 w 142875"/>
                <a:gd name="connsiteY5" fmla="*/ 80850 h 161925"/>
                <a:gd name="connsiteX6" fmla="*/ 73794 w 142875"/>
                <a:gd name="connsiteY6" fmla="*/ 33225 h 161925"/>
                <a:gd name="connsiteX7" fmla="*/ 115704 w 142875"/>
                <a:gd name="connsiteY7" fmla="*/ 80850 h 161925"/>
                <a:gd name="connsiteX8" fmla="*/ 115704 w 142875"/>
                <a:gd name="connsiteY8" fmla="*/ 160860 h 161925"/>
                <a:gd name="connsiteX9" fmla="*/ 140469 w 142875"/>
                <a:gd name="connsiteY9" fmla="*/ 160860 h 161925"/>
                <a:gd name="connsiteX10" fmla="*/ 140469 w 142875"/>
                <a:gd name="connsiteY10" fmla="*/ 80850 h 161925"/>
                <a:gd name="connsiteX11" fmla="*/ 118180 w 142875"/>
                <a:gd name="connsiteY11" fmla="*/ 24653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2875" h="161925">
                  <a:moveTo>
                    <a:pt x="117799" y="24653"/>
                  </a:moveTo>
                  <a:cubicBezTo>
                    <a:pt x="93033" y="1307"/>
                    <a:pt x="54364" y="1307"/>
                    <a:pt x="29598" y="24653"/>
                  </a:cubicBezTo>
                  <a:cubicBezTo>
                    <a:pt x="14441" y="39321"/>
                    <a:pt x="6293" y="59778"/>
                    <a:pt x="7214" y="80850"/>
                  </a:cubicBezTo>
                  <a:lnTo>
                    <a:pt x="7214" y="160860"/>
                  </a:lnTo>
                  <a:lnTo>
                    <a:pt x="31884" y="160860"/>
                  </a:lnTo>
                  <a:lnTo>
                    <a:pt x="31884" y="80850"/>
                  </a:lnTo>
                  <a:cubicBezTo>
                    <a:pt x="31884" y="42750"/>
                    <a:pt x="59220" y="33225"/>
                    <a:pt x="73794" y="33225"/>
                  </a:cubicBezTo>
                  <a:cubicBezTo>
                    <a:pt x="88367" y="33225"/>
                    <a:pt x="115704" y="43226"/>
                    <a:pt x="115704" y="80850"/>
                  </a:cubicBezTo>
                  <a:lnTo>
                    <a:pt x="115704" y="160860"/>
                  </a:lnTo>
                  <a:lnTo>
                    <a:pt x="140469" y="160860"/>
                  </a:lnTo>
                  <a:lnTo>
                    <a:pt x="140469" y="80850"/>
                  </a:lnTo>
                  <a:cubicBezTo>
                    <a:pt x="141366" y="59801"/>
                    <a:pt x="133261" y="39365"/>
                    <a:pt x="118180" y="24653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10683589-CBE0-4248-A75D-F24189E93922}"/>
                </a:ext>
              </a:extLst>
            </p:cNvPr>
            <p:cNvSpPr/>
            <p:nvPr/>
          </p:nvSpPr>
          <p:spPr>
            <a:xfrm>
              <a:off x="2032540" y="703230"/>
              <a:ext cx="209550" cy="161925"/>
            </a:xfrm>
            <a:custGeom>
              <a:avLst/>
              <a:gdLst>
                <a:gd name="connsiteX0" fmla="*/ 157163 w 209550"/>
                <a:gd name="connsiteY0" fmla="*/ 7144 h 161925"/>
                <a:gd name="connsiteX1" fmla="*/ 108680 w 209550"/>
                <a:gd name="connsiteY1" fmla="*/ 40481 h 161925"/>
                <a:gd name="connsiteX2" fmla="*/ 60197 w 209550"/>
                <a:gd name="connsiteY2" fmla="*/ 7144 h 161925"/>
                <a:gd name="connsiteX3" fmla="*/ 7144 w 209550"/>
                <a:gd name="connsiteY3" fmla="*/ 66389 h 161925"/>
                <a:gd name="connsiteX4" fmla="*/ 7144 w 209550"/>
                <a:gd name="connsiteY4" fmla="*/ 160687 h 161925"/>
                <a:gd name="connsiteX5" fmla="*/ 16669 w 209550"/>
                <a:gd name="connsiteY5" fmla="*/ 160687 h 161925"/>
                <a:gd name="connsiteX6" fmla="*/ 16669 w 209550"/>
                <a:gd name="connsiteY6" fmla="*/ 66389 h 161925"/>
                <a:gd name="connsiteX7" fmla="*/ 60579 w 209550"/>
                <a:gd name="connsiteY7" fmla="*/ 16764 h 161925"/>
                <a:gd name="connsiteX8" fmla="*/ 104489 w 209550"/>
                <a:gd name="connsiteY8" fmla="*/ 66104 h 161925"/>
                <a:gd name="connsiteX9" fmla="*/ 104489 w 209550"/>
                <a:gd name="connsiteY9" fmla="*/ 160687 h 161925"/>
                <a:gd name="connsiteX10" fmla="*/ 114014 w 209550"/>
                <a:gd name="connsiteY10" fmla="*/ 160687 h 161925"/>
                <a:gd name="connsiteX11" fmla="*/ 114014 w 209550"/>
                <a:gd name="connsiteY11" fmla="*/ 66104 h 161925"/>
                <a:gd name="connsiteX12" fmla="*/ 157925 w 209550"/>
                <a:gd name="connsiteY12" fmla="*/ 16764 h 161925"/>
                <a:gd name="connsiteX13" fmla="*/ 201835 w 209550"/>
                <a:gd name="connsiteY13" fmla="*/ 66389 h 161925"/>
                <a:gd name="connsiteX14" fmla="*/ 201835 w 209550"/>
                <a:gd name="connsiteY14" fmla="*/ 160687 h 161925"/>
                <a:gd name="connsiteX15" fmla="*/ 211360 w 209550"/>
                <a:gd name="connsiteY15" fmla="*/ 160687 h 161925"/>
                <a:gd name="connsiteX16" fmla="*/ 211360 w 209550"/>
                <a:gd name="connsiteY16" fmla="*/ 66389 h 161925"/>
                <a:gd name="connsiteX17" fmla="*/ 158210 w 209550"/>
                <a:gd name="connsiteY17" fmla="*/ 71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9550" h="161925">
                  <a:moveTo>
                    <a:pt x="157163" y="7144"/>
                  </a:moveTo>
                  <a:cubicBezTo>
                    <a:pt x="135739" y="7405"/>
                    <a:pt x="116592" y="20571"/>
                    <a:pt x="108680" y="40481"/>
                  </a:cubicBezTo>
                  <a:cubicBezTo>
                    <a:pt x="100789" y="20554"/>
                    <a:pt x="81629" y="7379"/>
                    <a:pt x="60197" y="7144"/>
                  </a:cubicBezTo>
                  <a:cubicBezTo>
                    <a:pt x="38862" y="7144"/>
                    <a:pt x="7144" y="22955"/>
                    <a:pt x="7144" y="66389"/>
                  </a:cubicBezTo>
                  <a:lnTo>
                    <a:pt x="7144" y="160687"/>
                  </a:lnTo>
                  <a:lnTo>
                    <a:pt x="16669" y="160687"/>
                  </a:lnTo>
                  <a:lnTo>
                    <a:pt x="16669" y="66389"/>
                  </a:lnTo>
                  <a:cubicBezTo>
                    <a:pt x="16669" y="30004"/>
                    <a:pt x="42958" y="16764"/>
                    <a:pt x="60579" y="16764"/>
                  </a:cubicBezTo>
                  <a:cubicBezTo>
                    <a:pt x="78200" y="16764"/>
                    <a:pt x="104299" y="30004"/>
                    <a:pt x="104489" y="66104"/>
                  </a:cubicBezTo>
                  <a:lnTo>
                    <a:pt x="104489" y="160687"/>
                  </a:lnTo>
                  <a:lnTo>
                    <a:pt x="114014" y="160687"/>
                  </a:lnTo>
                  <a:lnTo>
                    <a:pt x="114014" y="66104"/>
                  </a:lnTo>
                  <a:cubicBezTo>
                    <a:pt x="114014" y="30004"/>
                    <a:pt x="140303" y="16764"/>
                    <a:pt x="157925" y="16764"/>
                  </a:cubicBezTo>
                  <a:cubicBezTo>
                    <a:pt x="175546" y="16764"/>
                    <a:pt x="201835" y="30004"/>
                    <a:pt x="201835" y="66389"/>
                  </a:cubicBezTo>
                  <a:lnTo>
                    <a:pt x="201835" y="160687"/>
                  </a:lnTo>
                  <a:lnTo>
                    <a:pt x="211360" y="160687"/>
                  </a:lnTo>
                  <a:lnTo>
                    <a:pt x="211360" y="66389"/>
                  </a:lnTo>
                  <a:cubicBezTo>
                    <a:pt x="211360" y="22955"/>
                    <a:pt x="179546" y="7144"/>
                    <a:pt x="158210" y="7144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B8CCF97-3CC5-4999-810D-63361F627BCE}"/>
                </a:ext>
              </a:extLst>
            </p:cNvPr>
            <p:cNvSpPr/>
            <p:nvPr/>
          </p:nvSpPr>
          <p:spPr>
            <a:xfrm>
              <a:off x="1739805" y="703291"/>
              <a:ext cx="161925" cy="171450"/>
            </a:xfrm>
            <a:custGeom>
              <a:avLst/>
              <a:gdLst>
                <a:gd name="connsiteX0" fmla="*/ 98139 w 161925"/>
                <a:gd name="connsiteY0" fmla="*/ 8512 h 171450"/>
                <a:gd name="connsiteX1" fmla="*/ 8993 w 161925"/>
                <a:gd name="connsiteY1" fmla="*/ 69058 h 171450"/>
                <a:gd name="connsiteX2" fmla="*/ 8794 w 161925"/>
                <a:gd name="connsiteY2" fmla="*/ 70138 h 171450"/>
                <a:gd name="connsiteX3" fmla="*/ 68040 w 161925"/>
                <a:gd name="connsiteY3" fmla="*/ 163674 h 171450"/>
                <a:gd name="connsiteX4" fmla="*/ 153765 w 161925"/>
                <a:gd name="connsiteY4" fmla="*/ 113763 h 171450"/>
                <a:gd name="connsiteX5" fmla="*/ 132619 w 161925"/>
                <a:gd name="connsiteY5" fmla="*/ 113763 h 171450"/>
                <a:gd name="connsiteX6" fmla="*/ 71469 w 161925"/>
                <a:gd name="connsiteY6" fmla="*/ 144719 h 171450"/>
                <a:gd name="connsiteX7" fmla="*/ 27273 w 161925"/>
                <a:gd name="connsiteY7" fmla="*/ 94522 h 171450"/>
                <a:gd name="connsiteX8" fmla="*/ 158051 w 161925"/>
                <a:gd name="connsiteY8" fmla="*/ 94522 h 171450"/>
                <a:gd name="connsiteX9" fmla="*/ 97948 w 161925"/>
                <a:gd name="connsiteY9" fmla="*/ 8797 h 171450"/>
                <a:gd name="connsiteX10" fmla="*/ 27844 w 161925"/>
                <a:gd name="connsiteY10" fmla="*/ 75187 h 171450"/>
                <a:gd name="connsiteX11" fmla="*/ 27844 w 161925"/>
                <a:gd name="connsiteY11" fmla="*/ 73853 h 171450"/>
                <a:gd name="connsiteX12" fmla="*/ 92243 w 161925"/>
                <a:gd name="connsiteY12" fmla="*/ 26593 h 171450"/>
                <a:gd name="connsiteX13" fmla="*/ 94519 w 161925"/>
                <a:gd name="connsiteY13" fmla="*/ 26990 h 171450"/>
                <a:gd name="connsiteX14" fmla="*/ 138525 w 161925"/>
                <a:gd name="connsiteY14" fmla="*/ 74615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61925" h="171450">
                  <a:moveTo>
                    <a:pt x="98139" y="8512"/>
                  </a:moveTo>
                  <a:cubicBezTo>
                    <a:pt x="56802" y="614"/>
                    <a:pt x="16890" y="27721"/>
                    <a:pt x="8993" y="69058"/>
                  </a:cubicBezTo>
                  <a:cubicBezTo>
                    <a:pt x="8924" y="69417"/>
                    <a:pt x="8858" y="69778"/>
                    <a:pt x="8794" y="70138"/>
                  </a:cubicBezTo>
                  <a:cubicBezTo>
                    <a:pt x="142" y="112182"/>
                    <a:pt x="26331" y="153529"/>
                    <a:pt x="68040" y="163674"/>
                  </a:cubicBezTo>
                  <a:cubicBezTo>
                    <a:pt x="105095" y="170936"/>
                    <a:pt x="141787" y="149574"/>
                    <a:pt x="153765" y="113763"/>
                  </a:cubicBezTo>
                  <a:lnTo>
                    <a:pt x="132619" y="113763"/>
                  </a:lnTo>
                  <a:cubicBezTo>
                    <a:pt x="121847" y="136981"/>
                    <a:pt x="96558" y="149783"/>
                    <a:pt x="71469" y="144719"/>
                  </a:cubicBezTo>
                  <a:cubicBezTo>
                    <a:pt x="47541" y="139122"/>
                    <a:pt x="29795" y="118966"/>
                    <a:pt x="27273" y="94522"/>
                  </a:cubicBezTo>
                  <a:lnTo>
                    <a:pt x="158051" y="94522"/>
                  </a:lnTo>
                  <a:cubicBezTo>
                    <a:pt x="162387" y="54908"/>
                    <a:pt x="136667" y="18224"/>
                    <a:pt x="97948" y="8797"/>
                  </a:cubicBezTo>
                  <a:close/>
                  <a:moveTo>
                    <a:pt x="27844" y="75187"/>
                  </a:moveTo>
                  <a:lnTo>
                    <a:pt x="27844" y="73853"/>
                  </a:lnTo>
                  <a:cubicBezTo>
                    <a:pt x="32577" y="43019"/>
                    <a:pt x="61409" y="21860"/>
                    <a:pt x="92243" y="26593"/>
                  </a:cubicBezTo>
                  <a:cubicBezTo>
                    <a:pt x="93004" y="26710"/>
                    <a:pt x="93763" y="26842"/>
                    <a:pt x="94519" y="26990"/>
                  </a:cubicBezTo>
                  <a:cubicBezTo>
                    <a:pt x="117646" y="32201"/>
                    <a:pt x="135153" y="51149"/>
                    <a:pt x="138525" y="74615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925B8268-BC28-4317-935D-8BFF0100DB26}"/>
                </a:ext>
              </a:extLst>
            </p:cNvPr>
            <p:cNvSpPr/>
            <p:nvPr/>
          </p:nvSpPr>
          <p:spPr>
            <a:xfrm>
              <a:off x="1030968" y="702286"/>
              <a:ext cx="152400" cy="171450"/>
            </a:xfrm>
            <a:custGeom>
              <a:avLst/>
              <a:gdLst>
                <a:gd name="connsiteX0" fmla="*/ 147370 w 152400"/>
                <a:gd name="connsiteY0" fmla="*/ 56951 h 171450"/>
                <a:gd name="connsiteX1" fmla="*/ 128320 w 152400"/>
                <a:gd name="connsiteY1" fmla="*/ 20279 h 171450"/>
                <a:gd name="connsiteX2" fmla="*/ 82409 w 152400"/>
                <a:gd name="connsiteY2" fmla="*/ 7326 h 171450"/>
                <a:gd name="connsiteX3" fmla="*/ 82409 w 152400"/>
                <a:gd name="connsiteY3" fmla="*/ 7326 h 171450"/>
                <a:gd name="connsiteX4" fmla="*/ 35451 w 152400"/>
                <a:gd name="connsiteY4" fmla="*/ 18089 h 171450"/>
                <a:gd name="connsiteX5" fmla="*/ 15449 w 152400"/>
                <a:gd name="connsiteY5" fmla="*/ 49807 h 171450"/>
                <a:gd name="connsiteX6" fmla="*/ 13925 w 152400"/>
                <a:gd name="connsiteY6" fmla="*/ 56665 h 171450"/>
                <a:gd name="connsiteX7" fmla="*/ 60597 w 152400"/>
                <a:gd name="connsiteY7" fmla="*/ 56665 h 171450"/>
                <a:gd name="connsiteX8" fmla="*/ 60597 w 152400"/>
                <a:gd name="connsiteY8" fmla="*/ 55617 h 171450"/>
                <a:gd name="connsiteX9" fmla="*/ 80219 w 152400"/>
                <a:gd name="connsiteY9" fmla="*/ 40282 h 171450"/>
                <a:gd name="connsiteX10" fmla="*/ 81552 w 152400"/>
                <a:gd name="connsiteY10" fmla="*/ 40282 h 171450"/>
                <a:gd name="connsiteX11" fmla="*/ 84791 w 152400"/>
                <a:gd name="connsiteY11" fmla="*/ 40282 h 171450"/>
                <a:gd name="connsiteX12" fmla="*/ 84791 w 152400"/>
                <a:gd name="connsiteY12" fmla="*/ 40282 h 171450"/>
                <a:gd name="connsiteX13" fmla="*/ 95745 w 152400"/>
                <a:gd name="connsiteY13" fmla="*/ 45426 h 171450"/>
                <a:gd name="connsiteX14" fmla="*/ 98602 w 152400"/>
                <a:gd name="connsiteY14" fmla="*/ 54951 h 171450"/>
                <a:gd name="connsiteX15" fmla="*/ 72218 w 152400"/>
                <a:gd name="connsiteY15" fmla="*/ 68190 h 171450"/>
                <a:gd name="connsiteX16" fmla="*/ 71170 w 152400"/>
                <a:gd name="connsiteY16" fmla="*/ 68190 h 171450"/>
                <a:gd name="connsiteX17" fmla="*/ 66121 w 152400"/>
                <a:gd name="connsiteY17" fmla="*/ 69333 h 171450"/>
                <a:gd name="connsiteX18" fmla="*/ 55549 w 152400"/>
                <a:gd name="connsiteY18" fmla="*/ 71715 h 171450"/>
                <a:gd name="connsiteX19" fmla="*/ 7162 w 152400"/>
                <a:gd name="connsiteY19" fmla="*/ 119340 h 171450"/>
                <a:gd name="connsiteX20" fmla="*/ 20306 w 152400"/>
                <a:gd name="connsiteY20" fmla="*/ 152677 h 171450"/>
                <a:gd name="connsiteX21" fmla="*/ 55167 w 152400"/>
                <a:gd name="connsiteY21" fmla="*/ 165155 h 171450"/>
                <a:gd name="connsiteX22" fmla="*/ 57168 w 152400"/>
                <a:gd name="connsiteY22" fmla="*/ 165155 h 171450"/>
                <a:gd name="connsiteX23" fmla="*/ 93553 w 152400"/>
                <a:gd name="connsiteY23" fmla="*/ 152582 h 171450"/>
                <a:gd name="connsiteX24" fmla="*/ 100602 w 152400"/>
                <a:gd name="connsiteY24" fmla="*/ 147248 h 171450"/>
                <a:gd name="connsiteX25" fmla="*/ 102698 w 152400"/>
                <a:gd name="connsiteY25" fmla="*/ 145628 h 171450"/>
                <a:gd name="connsiteX26" fmla="*/ 102698 w 152400"/>
                <a:gd name="connsiteY26" fmla="*/ 160773 h 171450"/>
                <a:gd name="connsiteX27" fmla="*/ 147846 w 152400"/>
                <a:gd name="connsiteY27" fmla="*/ 160773 h 171450"/>
                <a:gd name="connsiteX28" fmla="*/ 147846 w 152400"/>
                <a:gd name="connsiteY28" fmla="*/ 65333 h 171450"/>
                <a:gd name="connsiteX29" fmla="*/ 147275 w 152400"/>
                <a:gd name="connsiteY29" fmla="*/ 56951 h 171450"/>
                <a:gd name="connsiteX30" fmla="*/ 99745 w 152400"/>
                <a:gd name="connsiteY30" fmla="*/ 92574 h 171450"/>
                <a:gd name="connsiteX31" fmla="*/ 99745 w 152400"/>
                <a:gd name="connsiteY31" fmla="*/ 116196 h 171450"/>
                <a:gd name="connsiteX32" fmla="*/ 99745 w 152400"/>
                <a:gd name="connsiteY32" fmla="*/ 116673 h 171450"/>
                <a:gd name="connsiteX33" fmla="*/ 95459 w 152400"/>
                <a:gd name="connsiteY33" fmla="*/ 120292 h 171450"/>
                <a:gd name="connsiteX34" fmla="*/ 90505 w 152400"/>
                <a:gd name="connsiteY34" fmla="*/ 124007 h 171450"/>
                <a:gd name="connsiteX35" fmla="*/ 72408 w 152400"/>
                <a:gd name="connsiteY35" fmla="*/ 129722 h 171450"/>
                <a:gd name="connsiteX36" fmla="*/ 71551 w 152400"/>
                <a:gd name="connsiteY36" fmla="*/ 129722 h 171450"/>
                <a:gd name="connsiteX37" fmla="*/ 57571 w 152400"/>
                <a:gd name="connsiteY37" fmla="*/ 117469 h 171450"/>
                <a:gd name="connsiteX38" fmla="*/ 57549 w 152400"/>
                <a:gd name="connsiteY38" fmla="*/ 116197 h 171450"/>
                <a:gd name="connsiteX39" fmla="*/ 69169 w 152400"/>
                <a:gd name="connsiteY39" fmla="*/ 101337 h 171450"/>
                <a:gd name="connsiteX40" fmla="*/ 98507 w 152400"/>
                <a:gd name="connsiteY40" fmla="*/ 91241 h 171450"/>
                <a:gd name="connsiteX41" fmla="*/ 100221 w 152400"/>
                <a:gd name="connsiteY41" fmla="*/ 90669 h 171450"/>
                <a:gd name="connsiteX42" fmla="*/ 100221 w 152400"/>
                <a:gd name="connsiteY42" fmla="*/ 92574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52400" h="171450">
                  <a:moveTo>
                    <a:pt x="147370" y="56951"/>
                  </a:moveTo>
                  <a:cubicBezTo>
                    <a:pt x="146216" y="42661"/>
                    <a:pt x="139348" y="29440"/>
                    <a:pt x="128320" y="20279"/>
                  </a:cubicBezTo>
                  <a:cubicBezTo>
                    <a:pt x="114888" y="10966"/>
                    <a:pt x="98729" y="6407"/>
                    <a:pt x="82409" y="7326"/>
                  </a:cubicBezTo>
                  <a:lnTo>
                    <a:pt x="82409" y="7326"/>
                  </a:lnTo>
                  <a:cubicBezTo>
                    <a:pt x="66041" y="6247"/>
                    <a:pt x="49715" y="9988"/>
                    <a:pt x="35451" y="18089"/>
                  </a:cubicBezTo>
                  <a:cubicBezTo>
                    <a:pt x="24727" y="25481"/>
                    <a:pt x="17498" y="36944"/>
                    <a:pt x="15449" y="49807"/>
                  </a:cubicBezTo>
                  <a:lnTo>
                    <a:pt x="13925" y="56665"/>
                  </a:lnTo>
                  <a:lnTo>
                    <a:pt x="60597" y="56665"/>
                  </a:lnTo>
                  <a:lnTo>
                    <a:pt x="60597" y="55617"/>
                  </a:lnTo>
                  <a:cubicBezTo>
                    <a:pt x="61836" y="45996"/>
                    <a:pt x="70583" y="39160"/>
                    <a:pt x="80219" y="40282"/>
                  </a:cubicBezTo>
                  <a:lnTo>
                    <a:pt x="81552" y="40282"/>
                  </a:lnTo>
                  <a:cubicBezTo>
                    <a:pt x="82629" y="40184"/>
                    <a:pt x="83713" y="40184"/>
                    <a:pt x="84791" y="40282"/>
                  </a:cubicBezTo>
                  <a:lnTo>
                    <a:pt x="84791" y="40282"/>
                  </a:lnTo>
                  <a:cubicBezTo>
                    <a:pt x="88916" y="40718"/>
                    <a:pt x="92774" y="42530"/>
                    <a:pt x="95745" y="45426"/>
                  </a:cubicBezTo>
                  <a:cubicBezTo>
                    <a:pt x="98153" y="47968"/>
                    <a:pt x="99213" y="51502"/>
                    <a:pt x="98602" y="54951"/>
                  </a:cubicBezTo>
                  <a:cubicBezTo>
                    <a:pt x="97649" y="61713"/>
                    <a:pt x="93458" y="63237"/>
                    <a:pt x="72218" y="68190"/>
                  </a:cubicBezTo>
                  <a:lnTo>
                    <a:pt x="71170" y="68190"/>
                  </a:lnTo>
                  <a:lnTo>
                    <a:pt x="66121" y="69333"/>
                  </a:lnTo>
                  <a:cubicBezTo>
                    <a:pt x="62502" y="70000"/>
                    <a:pt x="58978" y="70857"/>
                    <a:pt x="55549" y="71715"/>
                  </a:cubicBezTo>
                  <a:cubicBezTo>
                    <a:pt x="19639" y="80573"/>
                    <a:pt x="6590" y="93622"/>
                    <a:pt x="7162" y="119340"/>
                  </a:cubicBezTo>
                  <a:cubicBezTo>
                    <a:pt x="6943" y="131757"/>
                    <a:pt x="11672" y="143751"/>
                    <a:pt x="20306" y="152677"/>
                  </a:cubicBezTo>
                  <a:cubicBezTo>
                    <a:pt x="29824" y="161276"/>
                    <a:pt x="42355" y="165761"/>
                    <a:pt x="55167" y="165155"/>
                  </a:cubicBezTo>
                  <a:lnTo>
                    <a:pt x="57168" y="165155"/>
                  </a:lnTo>
                  <a:cubicBezTo>
                    <a:pt x="70378" y="165251"/>
                    <a:pt x="83221" y="160813"/>
                    <a:pt x="93553" y="152582"/>
                  </a:cubicBezTo>
                  <a:lnTo>
                    <a:pt x="100602" y="147248"/>
                  </a:lnTo>
                  <a:lnTo>
                    <a:pt x="102698" y="145628"/>
                  </a:lnTo>
                  <a:lnTo>
                    <a:pt x="102698" y="160773"/>
                  </a:lnTo>
                  <a:lnTo>
                    <a:pt x="147846" y="160773"/>
                  </a:lnTo>
                  <a:lnTo>
                    <a:pt x="147846" y="65333"/>
                  </a:lnTo>
                  <a:cubicBezTo>
                    <a:pt x="147852" y="62529"/>
                    <a:pt x="147661" y="59728"/>
                    <a:pt x="147275" y="56951"/>
                  </a:cubicBezTo>
                  <a:close/>
                  <a:moveTo>
                    <a:pt x="99745" y="92574"/>
                  </a:moveTo>
                  <a:lnTo>
                    <a:pt x="99745" y="116196"/>
                  </a:lnTo>
                  <a:lnTo>
                    <a:pt x="99745" y="116673"/>
                  </a:lnTo>
                  <a:lnTo>
                    <a:pt x="95459" y="120292"/>
                  </a:lnTo>
                  <a:cubicBezTo>
                    <a:pt x="93926" y="121680"/>
                    <a:pt x="92268" y="122923"/>
                    <a:pt x="90505" y="124007"/>
                  </a:cubicBezTo>
                  <a:cubicBezTo>
                    <a:pt x="85089" y="127488"/>
                    <a:pt x="78842" y="129461"/>
                    <a:pt x="72408" y="129722"/>
                  </a:cubicBezTo>
                  <a:lnTo>
                    <a:pt x="71551" y="129722"/>
                  </a:lnTo>
                  <a:cubicBezTo>
                    <a:pt x="64307" y="130199"/>
                    <a:pt x="58048" y="124713"/>
                    <a:pt x="57571" y="117469"/>
                  </a:cubicBezTo>
                  <a:cubicBezTo>
                    <a:pt x="57543" y="117046"/>
                    <a:pt x="57535" y="116621"/>
                    <a:pt x="57549" y="116197"/>
                  </a:cubicBezTo>
                  <a:cubicBezTo>
                    <a:pt x="56978" y="108767"/>
                    <a:pt x="60407" y="104481"/>
                    <a:pt x="69169" y="101337"/>
                  </a:cubicBezTo>
                  <a:lnTo>
                    <a:pt x="98507" y="91241"/>
                  </a:lnTo>
                  <a:lnTo>
                    <a:pt x="100221" y="90669"/>
                  </a:lnTo>
                  <a:lnTo>
                    <a:pt x="100221" y="92574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57AF3C3E-F5D0-4333-9C42-8BF925430F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97072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>
            <a:extLst>
              <a:ext uri="{FF2B5EF4-FFF2-40B4-BE49-F238E27FC236}">
                <a16:creationId xmlns:a16="http://schemas.microsoft.com/office/drawing/2014/main" id="{C5207CEA-FF8D-4B89-898C-8346443AF9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D891165-E20D-47F4-8E61-E6497C71033B}" type="slidenum">
              <a:rPr lang="en-US" altLang="x-none" noProof="0" smtClean="0"/>
              <a:pPr/>
              <a:t>‹Nr.›</a:t>
            </a:fld>
            <a:endParaRPr lang="en-US" altLang="x-none" noProof="0" dirty="0"/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6E1A0383-17F4-4AAB-8EBA-23557D8A7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x-none" noProof="0" dirty="0"/>
              <a:t>Presentation venue | Date | Speaker</a:t>
            </a:r>
          </a:p>
        </p:txBody>
      </p:sp>
      <p:sp>
        <p:nvSpPr>
          <p:cNvPr id="4" name="Hider">
            <a:extLst>
              <a:ext uri="{FF2B5EF4-FFF2-40B4-BE49-F238E27FC236}">
                <a16:creationId xmlns:a16="http://schemas.microsoft.com/office/drawing/2014/main" id="{DB65CE08-3606-4BFD-9BD1-40E62CEACB4A}"/>
              </a:ext>
            </a:extLst>
          </p:cNvPr>
          <p:cNvSpPr/>
          <p:nvPr userDrawn="1"/>
        </p:nvSpPr>
        <p:spPr bwMode="gray">
          <a:xfrm>
            <a:off x="421217" y="1268760"/>
            <a:ext cx="778239" cy="2160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8287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Closing Slide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agline">
            <a:extLst>
              <a:ext uri="{FF2B5EF4-FFF2-40B4-BE49-F238E27FC236}">
                <a16:creationId xmlns:a16="http://schemas.microsoft.com/office/drawing/2014/main" id="{B6CAF06C-30B8-4168-9054-ED186189C5D5}"/>
              </a:ext>
            </a:extLst>
          </p:cNvPr>
          <p:cNvSpPr txBox="1"/>
          <p:nvPr userDrawn="1"/>
        </p:nvSpPr>
        <p:spPr bwMode="gray">
          <a:xfrm>
            <a:off x="412724" y="620688"/>
            <a:ext cx="4735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noProof="1">
                <a:solidFill>
                  <a:schemeClr val="bg1"/>
                </a:solidFill>
              </a:rPr>
              <a:t>Autoneum. Mastering sound and heat.</a:t>
            </a:r>
          </a:p>
        </p:txBody>
      </p:sp>
      <p:pic>
        <p:nvPicPr>
          <p:cNvPr id="5" name="Grid">
            <a:extLst>
              <a:ext uri="{FF2B5EF4-FFF2-40B4-BE49-F238E27FC236}">
                <a16:creationId xmlns:a16="http://schemas.microsoft.com/office/drawing/2014/main" id="{589B075C-EE3D-4D18-B3B8-1F7BADB3C14C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9144" y="5733900"/>
            <a:ext cx="12218400" cy="1186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648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id">
            <a:extLst>
              <a:ext uri="{FF2B5EF4-FFF2-40B4-BE49-F238E27FC236}">
                <a16:creationId xmlns:a16="http://schemas.microsoft.com/office/drawing/2014/main" id="{99EBE82E-1D58-4F27-BFD1-1BD2933D4BB6}"/>
              </a:ext>
            </a:extLst>
          </p:cNvPr>
          <p:cNvPicPr>
            <a:picLocks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9144" y="5733900"/>
            <a:ext cx="12218400" cy="1186916"/>
          </a:xfrm>
          <a:prstGeom prst="rect">
            <a:avLst/>
          </a:prstGeom>
        </p:spPr>
      </p:pic>
      <p:sp>
        <p:nvSpPr>
          <p:cNvPr id="9307" name="Footer">
            <a:extLst>
              <a:ext uri="{FF2B5EF4-FFF2-40B4-BE49-F238E27FC236}">
                <a16:creationId xmlns:a16="http://schemas.microsoft.com/office/drawing/2014/main" id="{4EDAAAD2-B0D3-4D21-A49E-A5B952EF06A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gray">
          <a:xfrm>
            <a:off x="503238" y="6527802"/>
            <a:ext cx="7593125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x-none" noProof="0" dirty="0"/>
              <a:t>Presentation venue | Date | Speaker</a:t>
            </a:r>
          </a:p>
        </p:txBody>
      </p:sp>
      <p:sp>
        <p:nvSpPr>
          <p:cNvPr id="9306" name="SlideNumber">
            <a:extLst>
              <a:ext uri="{FF2B5EF4-FFF2-40B4-BE49-F238E27FC236}">
                <a16:creationId xmlns:a16="http://schemas.microsoft.com/office/drawing/2014/main" id="{F13D8AD8-70E1-419F-8D68-12FB76F6D90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770346" y="6527802"/>
            <a:ext cx="360000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18000" bIns="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1000" b="1">
                <a:solidFill>
                  <a:schemeClr val="accent2"/>
                </a:solidFill>
              </a:defRPr>
            </a:lvl1pPr>
          </a:lstStyle>
          <a:p>
            <a:fld id="{C5DFE346-E938-48F6-815E-A6F5FFA5F3E6}" type="slidenum">
              <a:rPr lang="en-US" altLang="x-none" noProof="0" smtClean="0"/>
              <a:pPr/>
              <a:t>‹Nr.›</a:t>
            </a:fld>
            <a:endParaRPr lang="en-US" altLang="x-none" noProof="0" dirty="0"/>
          </a:p>
        </p:txBody>
      </p:sp>
      <p:sp>
        <p:nvSpPr>
          <p:cNvPr id="9312" name="Body">
            <a:extLst>
              <a:ext uri="{FF2B5EF4-FFF2-40B4-BE49-F238E27FC236}">
                <a16:creationId xmlns:a16="http://schemas.microsoft.com/office/drawing/2014/main" id="{F7165C6F-9B26-4E2D-AC7A-2D940B17CF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03237" y="1773238"/>
            <a:ext cx="11200363" cy="460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9BB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B8C400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x-none" noProof="0"/>
              <a:t>Mastertextformat bearbeiten</a:t>
            </a:r>
          </a:p>
          <a:p>
            <a:pPr lvl="1"/>
            <a:r>
              <a:rPr lang="de-DE" altLang="x-none" noProof="0"/>
              <a:t>Zweite Ebene</a:t>
            </a:r>
          </a:p>
          <a:p>
            <a:pPr lvl="2"/>
            <a:r>
              <a:rPr lang="de-DE" altLang="x-none" noProof="0"/>
              <a:t>Dritte Ebene</a:t>
            </a:r>
          </a:p>
          <a:p>
            <a:pPr lvl="3"/>
            <a:r>
              <a:rPr lang="de-DE" altLang="x-none" noProof="0"/>
              <a:t>Vierte Ebene</a:t>
            </a:r>
          </a:p>
          <a:p>
            <a:pPr lvl="4"/>
            <a:r>
              <a:rPr lang="de-DE" altLang="x-none" noProof="0"/>
              <a:t>Fünfte Ebene</a:t>
            </a:r>
            <a:endParaRPr lang="en-US" altLang="x-none" noProof="0" dirty="0"/>
          </a:p>
        </p:txBody>
      </p:sp>
      <p:sp>
        <p:nvSpPr>
          <p:cNvPr id="9222" name="Title">
            <a:extLst>
              <a:ext uri="{FF2B5EF4-FFF2-40B4-BE49-F238E27FC236}">
                <a16:creationId xmlns:a16="http://schemas.microsoft.com/office/drawing/2014/main" id="{E987F5B0-FE52-4F22-839D-B3C6F8E72E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gray">
          <a:xfrm>
            <a:off x="503239" y="820809"/>
            <a:ext cx="9143546" cy="3718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9BB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B8C400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 altLang="x-none" noProof="0" dirty="0"/>
              <a:t>Click to add subtitle</a:t>
            </a:r>
          </a:p>
        </p:txBody>
      </p:sp>
      <p:grpSp>
        <p:nvGrpSpPr>
          <p:cNvPr id="17" name="Logo_Color">
            <a:extLst>
              <a:ext uri="{FF2B5EF4-FFF2-40B4-BE49-F238E27FC236}">
                <a16:creationId xmlns:a16="http://schemas.microsoft.com/office/drawing/2014/main" id="{23BF32FD-6C10-4B29-8766-1A5E4C5B18B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087820" y="495720"/>
            <a:ext cx="1612800" cy="229651"/>
            <a:chOff x="1030968" y="702286"/>
            <a:chExt cx="1211122" cy="172455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B856E29-C8C5-4138-B594-E21356DBF02E}"/>
                </a:ext>
              </a:extLst>
            </p:cNvPr>
            <p:cNvSpPr/>
            <p:nvPr/>
          </p:nvSpPr>
          <p:spPr>
            <a:xfrm>
              <a:off x="1344835" y="707326"/>
              <a:ext cx="104775" cy="161925"/>
            </a:xfrm>
            <a:custGeom>
              <a:avLst/>
              <a:gdLst>
                <a:gd name="connsiteX0" fmla="*/ 7144 w 104775"/>
                <a:gd name="connsiteY0" fmla="*/ 44672 h 161925"/>
                <a:gd name="connsiteX1" fmla="*/ 7144 w 104775"/>
                <a:gd name="connsiteY1" fmla="*/ 44672 h 161925"/>
                <a:gd name="connsiteX2" fmla="*/ 7144 w 104775"/>
                <a:gd name="connsiteY2" fmla="*/ 88011 h 161925"/>
                <a:gd name="connsiteX3" fmla="*/ 72580 w 104775"/>
                <a:gd name="connsiteY3" fmla="*/ 158401 h 161925"/>
                <a:gd name="connsiteX4" fmla="*/ 98013 w 104775"/>
                <a:gd name="connsiteY4" fmla="*/ 158401 h 161925"/>
                <a:gd name="connsiteX5" fmla="*/ 98013 w 104775"/>
                <a:gd name="connsiteY5" fmla="*/ 121063 h 161925"/>
                <a:gd name="connsiteX6" fmla="*/ 72580 w 104775"/>
                <a:gd name="connsiteY6" fmla="*/ 121063 h 161925"/>
                <a:gd name="connsiteX7" fmla="*/ 42672 w 104775"/>
                <a:gd name="connsiteY7" fmla="*/ 88011 h 161925"/>
                <a:gd name="connsiteX8" fmla="*/ 42672 w 104775"/>
                <a:gd name="connsiteY8" fmla="*/ 44672 h 161925"/>
                <a:gd name="connsiteX9" fmla="*/ 98774 w 104775"/>
                <a:gd name="connsiteY9" fmla="*/ 44672 h 161925"/>
                <a:gd name="connsiteX10" fmla="*/ 98774 w 104775"/>
                <a:gd name="connsiteY10" fmla="*/ 7144 h 161925"/>
                <a:gd name="connsiteX11" fmla="*/ 7144 w 104775"/>
                <a:gd name="connsiteY11" fmla="*/ 7144 h 161925"/>
                <a:gd name="connsiteX12" fmla="*/ 7144 w 104775"/>
                <a:gd name="connsiteY12" fmla="*/ 44672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775" h="161925">
                  <a:moveTo>
                    <a:pt x="7144" y="44672"/>
                  </a:moveTo>
                  <a:lnTo>
                    <a:pt x="7144" y="44672"/>
                  </a:lnTo>
                  <a:lnTo>
                    <a:pt x="7144" y="88011"/>
                  </a:lnTo>
                  <a:cubicBezTo>
                    <a:pt x="7144" y="129445"/>
                    <a:pt x="34004" y="158401"/>
                    <a:pt x="72580" y="158401"/>
                  </a:cubicBezTo>
                  <a:lnTo>
                    <a:pt x="98013" y="158401"/>
                  </a:lnTo>
                  <a:lnTo>
                    <a:pt x="98013" y="121063"/>
                  </a:lnTo>
                  <a:lnTo>
                    <a:pt x="72580" y="121063"/>
                  </a:lnTo>
                  <a:cubicBezTo>
                    <a:pt x="53530" y="121063"/>
                    <a:pt x="42672" y="108966"/>
                    <a:pt x="42672" y="88011"/>
                  </a:cubicBezTo>
                  <a:lnTo>
                    <a:pt x="42672" y="44672"/>
                  </a:lnTo>
                  <a:lnTo>
                    <a:pt x="98774" y="44672"/>
                  </a:lnTo>
                  <a:lnTo>
                    <a:pt x="98774" y="7144"/>
                  </a:lnTo>
                  <a:lnTo>
                    <a:pt x="7144" y="7144"/>
                  </a:lnTo>
                  <a:lnTo>
                    <a:pt x="7144" y="44672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2A14EA8-0EE5-4787-B944-1DE5F9BDCB11}"/>
                </a:ext>
              </a:extLst>
            </p:cNvPr>
            <p:cNvSpPr/>
            <p:nvPr/>
          </p:nvSpPr>
          <p:spPr>
            <a:xfrm>
              <a:off x="1429987" y="702401"/>
              <a:ext cx="171450" cy="171450"/>
            </a:xfrm>
            <a:custGeom>
              <a:avLst/>
              <a:gdLst>
                <a:gd name="connsiteX0" fmla="*/ 89822 w 171450"/>
                <a:gd name="connsiteY0" fmla="*/ 7211 h 171450"/>
                <a:gd name="connsiteX1" fmla="*/ 7211 w 171450"/>
                <a:gd name="connsiteY1" fmla="*/ 83345 h 171450"/>
                <a:gd name="connsiteX2" fmla="*/ 83345 w 171450"/>
                <a:gd name="connsiteY2" fmla="*/ 165956 h 171450"/>
                <a:gd name="connsiteX3" fmla="*/ 165956 w 171450"/>
                <a:gd name="connsiteY3" fmla="*/ 89822 h 171450"/>
                <a:gd name="connsiteX4" fmla="*/ 166022 w 171450"/>
                <a:gd name="connsiteY4" fmla="*/ 86554 h 171450"/>
                <a:gd name="connsiteX5" fmla="*/ 89950 w 171450"/>
                <a:gd name="connsiteY5" fmla="*/ 7213 h 171450"/>
                <a:gd name="connsiteX6" fmla="*/ 89822 w 171450"/>
                <a:gd name="connsiteY6" fmla="*/ 7211 h 171450"/>
                <a:gd name="connsiteX7" fmla="*/ 89822 w 171450"/>
                <a:gd name="connsiteY7" fmla="*/ 133417 h 171450"/>
                <a:gd name="connsiteX8" fmla="*/ 40189 w 171450"/>
                <a:gd name="connsiteY8" fmla="*/ 89499 h 171450"/>
                <a:gd name="connsiteX9" fmla="*/ 84108 w 171450"/>
                <a:gd name="connsiteY9" fmla="*/ 39866 h 171450"/>
                <a:gd name="connsiteX10" fmla="*/ 133741 w 171450"/>
                <a:gd name="connsiteY10" fmla="*/ 83784 h 171450"/>
                <a:gd name="connsiteX11" fmla="*/ 133828 w 171450"/>
                <a:gd name="connsiteY11" fmla="*/ 86554 h 171450"/>
                <a:gd name="connsiteX12" fmla="*/ 89822 w 171450"/>
                <a:gd name="connsiteY12" fmla="*/ 133417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1450" h="171450">
                  <a:moveTo>
                    <a:pt x="89822" y="7211"/>
                  </a:moveTo>
                  <a:cubicBezTo>
                    <a:pt x="45986" y="5422"/>
                    <a:pt x="9000" y="39509"/>
                    <a:pt x="7211" y="83345"/>
                  </a:cubicBezTo>
                  <a:cubicBezTo>
                    <a:pt x="5422" y="127181"/>
                    <a:pt x="39509" y="164167"/>
                    <a:pt x="83345" y="165956"/>
                  </a:cubicBezTo>
                  <a:cubicBezTo>
                    <a:pt x="127181" y="167745"/>
                    <a:pt x="164167" y="133658"/>
                    <a:pt x="165956" y="89822"/>
                  </a:cubicBezTo>
                  <a:cubicBezTo>
                    <a:pt x="166000" y="88733"/>
                    <a:pt x="166022" y="87644"/>
                    <a:pt x="166022" y="86554"/>
                  </a:cubicBezTo>
                  <a:cubicBezTo>
                    <a:pt x="166925" y="43638"/>
                    <a:pt x="132866" y="8116"/>
                    <a:pt x="89950" y="7213"/>
                  </a:cubicBezTo>
                  <a:cubicBezTo>
                    <a:pt x="89907" y="7212"/>
                    <a:pt x="89865" y="7212"/>
                    <a:pt x="89822" y="7211"/>
                  </a:cubicBezTo>
                  <a:close/>
                  <a:moveTo>
                    <a:pt x="89822" y="133417"/>
                  </a:moveTo>
                  <a:cubicBezTo>
                    <a:pt x="63989" y="134995"/>
                    <a:pt x="41767" y="115332"/>
                    <a:pt x="40189" y="89499"/>
                  </a:cubicBezTo>
                  <a:cubicBezTo>
                    <a:pt x="38611" y="63665"/>
                    <a:pt x="58274" y="41444"/>
                    <a:pt x="84108" y="39866"/>
                  </a:cubicBezTo>
                  <a:cubicBezTo>
                    <a:pt x="109941" y="38288"/>
                    <a:pt x="132163" y="57951"/>
                    <a:pt x="133741" y="83784"/>
                  </a:cubicBezTo>
                  <a:cubicBezTo>
                    <a:pt x="133797" y="84706"/>
                    <a:pt x="133826" y="85630"/>
                    <a:pt x="133828" y="86554"/>
                  </a:cubicBezTo>
                  <a:cubicBezTo>
                    <a:pt x="134524" y="111611"/>
                    <a:pt x="114874" y="132537"/>
                    <a:pt x="89822" y="133417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01B82ACA-1D78-45A4-9436-C965AE264156}"/>
                </a:ext>
              </a:extLst>
            </p:cNvPr>
            <p:cNvSpPr/>
            <p:nvPr/>
          </p:nvSpPr>
          <p:spPr>
            <a:xfrm>
              <a:off x="1902620" y="707040"/>
              <a:ext cx="123825" cy="161925"/>
            </a:xfrm>
            <a:custGeom>
              <a:avLst/>
              <a:gdLst>
                <a:gd name="connsiteX0" fmla="*/ 110013 w 123825"/>
                <a:gd name="connsiteY0" fmla="*/ 96679 h 161925"/>
                <a:gd name="connsiteX1" fmla="*/ 65436 w 123825"/>
                <a:gd name="connsiteY1" fmla="*/ 147161 h 161925"/>
                <a:gd name="connsiteX2" fmla="*/ 20954 w 123825"/>
                <a:gd name="connsiteY2" fmla="*/ 96679 h 161925"/>
                <a:gd name="connsiteX3" fmla="*/ 20954 w 123825"/>
                <a:gd name="connsiteY3" fmla="*/ 7144 h 161925"/>
                <a:gd name="connsiteX4" fmla="*/ 7238 w 123825"/>
                <a:gd name="connsiteY4" fmla="*/ 7144 h 161925"/>
                <a:gd name="connsiteX5" fmla="*/ 7238 w 123825"/>
                <a:gd name="connsiteY5" fmla="*/ 96679 h 161925"/>
                <a:gd name="connsiteX6" fmla="*/ 26288 w 123825"/>
                <a:gd name="connsiteY6" fmla="*/ 146018 h 161925"/>
                <a:gd name="connsiteX7" fmla="*/ 103536 w 123825"/>
                <a:gd name="connsiteY7" fmla="*/ 146018 h 161925"/>
                <a:gd name="connsiteX8" fmla="*/ 123062 w 123825"/>
                <a:gd name="connsiteY8" fmla="*/ 96679 h 161925"/>
                <a:gd name="connsiteX9" fmla="*/ 123063 w 123825"/>
                <a:gd name="connsiteY9" fmla="*/ 7144 h 161925"/>
                <a:gd name="connsiteX10" fmla="*/ 109346 w 123825"/>
                <a:gd name="connsiteY10" fmla="*/ 7144 h 161925"/>
                <a:gd name="connsiteX11" fmla="*/ 109346 w 123825"/>
                <a:gd name="connsiteY11" fmla="*/ 96679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3825" h="161925">
                  <a:moveTo>
                    <a:pt x="110013" y="96679"/>
                  </a:moveTo>
                  <a:cubicBezTo>
                    <a:pt x="110013" y="133731"/>
                    <a:pt x="83343" y="147161"/>
                    <a:pt x="65436" y="147161"/>
                  </a:cubicBezTo>
                  <a:cubicBezTo>
                    <a:pt x="47529" y="147161"/>
                    <a:pt x="20954" y="133731"/>
                    <a:pt x="20954" y="96679"/>
                  </a:cubicBezTo>
                  <a:lnTo>
                    <a:pt x="20954" y="7144"/>
                  </a:lnTo>
                  <a:lnTo>
                    <a:pt x="7238" y="7144"/>
                  </a:lnTo>
                  <a:lnTo>
                    <a:pt x="7238" y="96679"/>
                  </a:lnTo>
                  <a:cubicBezTo>
                    <a:pt x="6241" y="115092"/>
                    <a:pt x="13176" y="133052"/>
                    <a:pt x="26288" y="146018"/>
                  </a:cubicBezTo>
                  <a:cubicBezTo>
                    <a:pt x="47937" y="166568"/>
                    <a:pt x="81887" y="166568"/>
                    <a:pt x="103536" y="146018"/>
                  </a:cubicBezTo>
                  <a:cubicBezTo>
                    <a:pt x="116782" y="133108"/>
                    <a:pt x="123886" y="115157"/>
                    <a:pt x="123062" y="96679"/>
                  </a:cubicBezTo>
                  <a:lnTo>
                    <a:pt x="123063" y="7144"/>
                  </a:lnTo>
                  <a:lnTo>
                    <a:pt x="109346" y="7144"/>
                  </a:lnTo>
                  <a:lnTo>
                    <a:pt x="109346" y="96679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CC6A97D-D953-45CC-A9D2-6881AAD1DFD0}"/>
                </a:ext>
              </a:extLst>
            </p:cNvPr>
            <p:cNvSpPr/>
            <p:nvPr/>
          </p:nvSpPr>
          <p:spPr>
            <a:xfrm>
              <a:off x="1182931" y="707040"/>
              <a:ext cx="161925" cy="161925"/>
            </a:xfrm>
            <a:custGeom>
              <a:avLst/>
              <a:gdLst>
                <a:gd name="connsiteX0" fmla="*/ 116279 w 161925"/>
                <a:gd name="connsiteY0" fmla="*/ 77819 h 161925"/>
                <a:gd name="connsiteX1" fmla="*/ 81989 w 161925"/>
                <a:gd name="connsiteY1" fmla="*/ 117824 h 161925"/>
                <a:gd name="connsiteX2" fmla="*/ 47603 w 161925"/>
                <a:gd name="connsiteY2" fmla="*/ 77819 h 161925"/>
                <a:gd name="connsiteX3" fmla="*/ 47603 w 161925"/>
                <a:gd name="connsiteY3" fmla="*/ 7144 h 161925"/>
                <a:gd name="connsiteX4" fmla="*/ 7217 w 161925"/>
                <a:gd name="connsiteY4" fmla="*/ 7144 h 161925"/>
                <a:gd name="connsiteX5" fmla="*/ 7217 w 161925"/>
                <a:gd name="connsiteY5" fmla="*/ 77819 h 161925"/>
                <a:gd name="connsiteX6" fmla="*/ 32268 w 161925"/>
                <a:gd name="connsiteY6" fmla="*/ 140493 h 161925"/>
                <a:gd name="connsiteX7" fmla="*/ 131329 w 161925"/>
                <a:gd name="connsiteY7" fmla="*/ 140493 h 161925"/>
                <a:gd name="connsiteX8" fmla="*/ 156379 w 161925"/>
                <a:gd name="connsiteY8" fmla="*/ 77914 h 161925"/>
                <a:gd name="connsiteX9" fmla="*/ 156379 w 161925"/>
                <a:gd name="connsiteY9" fmla="*/ 7144 h 161925"/>
                <a:gd name="connsiteX10" fmla="*/ 115993 w 161925"/>
                <a:gd name="connsiteY10" fmla="*/ 7144 h 161925"/>
                <a:gd name="connsiteX11" fmla="*/ 115993 w 161925"/>
                <a:gd name="connsiteY11" fmla="*/ 77819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925" h="161925">
                  <a:moveTo>
                    <a:pt x="116279" y="77819"/>
                  </a:moveTo>
                  <a:cubicBezTo>
                    <a:pt x="116279" y="109442"/>
                    <a:pt x="93895" y="117824"/>
                    <a:pt x="81989" y="117824"/>
                  </a:cubicBezTo>
                  <a:cubicBezTo>
                    <a:pt x="70082" y="117824"/>
                    <a:pt x="47603" y="109442"/>
                    <a:pt x="47603" y="77819"/>
                  </a:cubicBezTo>
                  <a:lnTo>
                    <a:pt x="47603" y="7144"/>
                  </a:lnTo>
                  <a:lnTo>
                    <a:pt x="7217" y="7144"/>
                  </a:lnTo>
                  <a:lnTo>
                    <a:pt x="7217" y="77819"/>
                  </a:lnTo>
                  <a:cubicBezTo>
                    <a:pt x="6222" y="101331"/>
                    <a:pt x="15341" y="124145"/>
                    <a:pt x="32268" y="140493"/>
                  </a:cubicBezTo>
                  <a:cubicBezTo>
                    <a:pt x="60063" y="166765"/>
                    <a:pt x="103534" y="166765"/>
                    <a:pt x="131329" y="140493"/>
                  </a:cubicBezTo>
                  <a:cubicBezTo>
                    <a:pt x="148241" y="124174"/>
                    <a:pt x="157359" y="101396"/>
                    <a:pt x="156379" y="77914"/>
                  </a:cubicBezTo>
                  <a:lnTo>
                    <a:pt x="156379" y="7144"/>
                  </a:lnTo>
                  <a:lnTo>
                    <a:pt x="115993" y="7144"/>
                  </a:lnTo>
                  <a:lnTo>
                    <a:pt x="115993" y="77819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9BBC2DD6-2378-4348-8ED5-BABF9444F27D}"/>
                </a:ext>
              </a:extLst>
            </p:cNvPr>
            <p:cNvSpPr/>
            <p:nvPr/>
          </p:nvSpPr>
          <p:spPr>
            <a:xfrm>
              <a:off x="1596891" y="702962"/>
              <a:ext cx="142875" cy="161925"/>
            </a:xfrm>
            <a:custGeom>
              <a:avLst/>
              <a:gdLst>
                <a:gd name="connsiteX0" fmla="*/ 117799 w 142875"/>
                <a:gd name="connsiteY0" fmla="*/ 24653 h 161925"/>
                <a:gd name="connsiteX1" fmla="*/ 29598 w 142875"/>
                <a:gd name="connsiteY1" fmla="*/ 24653 h 161925"/>
                <a:gd name="connsiteX2" fmla="*/ 7214 w 142875"/>
                <a:gd name="connsiteY2" fmla="*/ 80850 h 161925"/>
                <a:gd name="connsiteX3" fmla="*/ 7214 w 142875"/>
                <a:gd name="connsiteY3" fmla="*/ 160860 h 161925"/>
                <a:gd name="connsiteX4" fmla="*/ 31884 w 142875"/>
                <a:gd name="connsiteY4" fmla="*/ 160860 h 161925"/>
                <a:gd name="connsiteX5" fmla="*/ 31884 w 142875"/>
                <a:gd name="connsiteY5" fmla="*/ 80850 h 161925"/>
                <a:gd name="connsiteX6" fmla="*/ 73794 w 142875"/>
                <a:gd name="connsiteY6" fmla="*/ 33225 h 161925"/>
                <a:gd name="connsiteX7" fmla="*/ 115704 w 142875"/>
                <a:gd name="connsiteY7" fmla="*/ 80850 h 161925"/>
                <a:gd name="connsiteX8" fmla="*/ 115704 w 142875"/>
                <a:gd name="connsiteY8" fmla="*/ 160860 h 161925"/>
                <a:gd name="connsiteX9" fmla="*/ 140469 w 142875"/>
                <a:gd name="connsiteY9" fmla="*/ 160860 h 161925"/>
                <a:gd name="connsiteX10" fmla="*/ 140469 w 142875"/>
                <a:gd name="connsiteY10" fmla="*/ 80850 h 161925"/>
                <a:gd name="connsiteX11" fmla="*/ 118180 w 142875"/>
                <a:gd name="connsiteY11" fmla="*/ 24653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2875" h="161925">
                  <a:moveTo>
                    <a:pt x="117799" y="24653"/>
                  </a:moveTo>
                  <a:cubicBezTo>
                    <a:pt x="93033" y="1307"/>
                    <a:pt x="54364" y="1307"/>
                    <a:pt x="29598" y="24653"/>
                  </a:cubicBezTo>
                  <a:cubicBezTo>
                    <a:pt x="14441" y="39321"/>
                    <a:pt x="6293" y="59778"/>
                    <a:pt x="7214" y="80850"/>
                  </a:cubicBezTo>
                  <a:lnTo>
                    <a:pt x="7214" y="160860"/>
                  </a:lnTo>
                  <a:lnTo>
                    <a:pt x="31884" y="160860"/>
                  </a:lnTo>
                  <a:lnTo>
                    <a:pt x="31884" y="80850"/>
                  </a:lnTo>
                  <a:cubicBezTo>
                    <a:pt x="31884" y="42750"/>
                    <a:pt x="59220" y="33225"/>
                    <a:pt x="73794" y="33225"/>
                  </a:cubicBezTo>
                  <a:cubicBezTo>
                    <a:pt x="88367" y="33225"/>
                    <a:pt x="115704" y="43226"/>
                    <a:pt x="115704" y="80850"/>
                  </a:cubicBezTo>
                  <a:lnTo>
                    <a:pt x="115704" y="160860"/>
                  </a:lnTo>
                  <a:lnTo>
                    <a:pt x="140469" y="160860"/>
                  </a:lnTo>
                  <a:lnTo>
                    <a:pt x="140469" y="80850"/>
                  </a:lnTo>
                  <a:cubicBezTo>
                    <a:pt x="141366" y="59801"/>
                    <a:pt x="133261" y="39365"/>
                    <a:pt x="118180" y="24653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09D04E1-70A3-4CAF-BF8C-7F0CEF66E0EC}"/>
                </a:ext>
              </a:extLst>
            </p:cNvPr>
            <p:cNvSpPr/>
            <p:nvPr/>
          </p:nvSpPr>
          <p:spPr>
            <a:xfrm>
              <a:off x="2032540" y="703230"/>
              <a:ext cx="209550" cy="161925"/>
            </a:xfrm>
            <a:custGeom>
              <a:avLst/>
              <a:gdLst>
                <a:gd name="connsiteX0" fmla="*/ 157163 w 209550"/>
                <a:gd name="connsiteY0" fmla="*/ 7144 h 161925"/>
                <a:gd name="connsiteX1" fmla="*/ 108680 w 209550"/>
                <a:gd name="connsiteY1" fmla="*/ 40481 h 161925"/>
                <a:gd name="connsiteX2" fmla="*/ 60197 w 209550"/>
                <a:gd name="connsiteY2" fmla="*/ 7144 h 161925"/>
                <a:gd name="connsiteX3" fmla="*/ 7144 w 209550"/>
                <a:gd name="connsiteY3" fmla="*/ 66389 h 161925"/>
                <a:gd name="connsiteX4" fmla="*/ 7144 w 209550"/>
                <a:gd name="connsiteY4" fmla="*/ 160687 h 161925"/>
                <a:gd name="connsiteX5" fmla="*/ 16669 w 209550"/>
                <a:gd name="connsiteY5" fmla="*/ 160687 h 161925"/>
                <a:gd name="connsiteX6" fmla="*/ 16669 w 209550"/>
                <a:gd name="connsiteY6" fmla="*/ 66389 h 161925"/>
                <a:gd name="connsiteX7" fmla="*/ 60579 w 209550"/>
                <a:gd name="connsiteY7" fmla="*/ 16764 h 161925"/>
                <a:gd name="connsiteX8" fmla="*/ 104489 w 209550"/>
                <a:gd name="connsiteY8" fmla="*/ 66104 h 161925"/>
                <a:gd name="connsiteX9" fmla="*/ 104489 w 209550"/>
                <a:gd name="connsiteY9" fmla="*/ 160687 h 161925"/>
                <a:gd name="connsiteX10" fmla="*/ 114014 w 209550"/>
                <a:gd name="connsiteY10" fmla="*/ 160687 h 161925"/>
                <a:gd name="connsiteX11" fmla="*/ 114014 w 209550"/>
                <a:gd name="connsiteY11" fmla="*/ 66104 h 161925"/>
                <a:gd name="connsiteX12" fmla="*/ 157925 w 209550"/>
                <a:gd name="connsiteY12" fmla="*/ 16764 h 161925"/>
                <a:gd name="connsiteX13" fmla="*/ 201835 w 209550"/>
                <a:gd name="connsiteY13" fmla="*/ 66389 h 161925"/>
                <a:gd name="connsiteX14" fmla="*/ 201835 w 209550"/>
                <a:gd name="connsiteY14" fmla="*/ 160687 h 161925"/>
                <a:gd name="connsiteX15" fmla="*/ 211360 w 209550"/>
                <a:gd name="connsiteY15" fmla="*/ 160687 h 161925"/>
                <a:gd name="connsiteX16" fmla="*/ 211360 w 209550"/>
                <a:gd name="connsiteY16" fmla="*/ 66389 h 161925"/>
                <a:gd name="connsiteX17" fmla="*/ 158210 w 209550"/>
                <a:gd name="connsiteY17" fmla="*/ 71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9550" h="161925">
                  <a:moveTo>
                    <a:pt x="157163" y="7144"/>
                  </a:moveTo>
                  <a:cubicBezTo>
                    <a:pt x="135739" y="7405"/>
                    <a:pt x="116592" y="20571"/>
                    <a:pt x="108680" y="40481"/>
                  </a:cubicBezTo>
                  <a:cubicBezTo>
                    <a:pt x="100789" y="20554"/>
                    <a:pt x="81629" y="7379"/>
                    <a:pt x="60197" y="7144"/>
                  </a:cubicBezTo>
                  <a:cubicBezTo>
                    <a:pt x="38862" y="7144"/>
                    <a:pt x="7144" y="22955"/>
                    <a:pt x="7144" y="66389"/>
                  </a:cubicBezTo>
                  <a:lnTo>
                    <a:pt x="7144" y="160687"/>
                  </a:lnTo>
                  <a:lnTo>
                    <a:pt x="16669" y="160687"/>
                  </a:lnTo>
                  <a:lnTo>
                    <a:pt x="16669" y="66389"/>
                  </a:lnTo>
                  <a:cubicBezTo>
                    <a:pt x="16669" y="30004"/>
                    <a:pt x="42958" y="16764"/>
                    <a:pt x="60579" y="16764"/>
                  </a:cubicBezTo>
                  <a:cubicBezTo>
                    <a:pt x="78200" y="16764"/>
                    <a:pt x="104299" y="30004"/>
                    <a:pt x="104489" y="66104"/>
                  </a:cubicBezTo>
                  <a:lnTo>
                    <a:pt x="104489" y="160687"/>
                  </a:lnTo>
                  <a:lnTo>
                    <a:pt x="114014" y="160687"/>
                  </a:lnTo>
                  <a:lnTo>
                    <a:pt x="114014" y="66104"/>
                  </a:lnTo>
                  <a:cubicBezTo>
                    <a:pt x="114014" y="30004"/>
                    <a:pt x="140303" y="16764"/>
                    <a:pt x="157925" y="16764"/>
                  </a:cubicBezTo>
                  <a:cubicBezTo>
                    <a:pt x="175546" y="16764"/>
                    <a:pt x="201835" y="30004"/>
                    <a:pt x="201835" y="66389"/>
                  </a:cubicBezTo>
                  <a:lnTo>
                    <a:pt x="201835" y="160687"/>
                  </a:lnTo>
                  <a:lnTo>
                    <a:pt x="211360" y="160687"/>
                  </a:lnTo>
                  <a:lnTo>
                    <a:pt x="211360" y="66389"/>
                  </a:lnTo>
                  <a:cubicBezTo>
                    <a:pt x="211360" y="22955"/>
                    <a:pt x="179546" y="7144"/>
                    <a:pt x="158210" y="7144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FDD0E09-05B7-4198-9583-A2C025E19DBC}"/>
                </a:ext>
              </a:extLst>
            </p:cNvPr>
            <p:cNvSpPr/>
            <p:nvPr/>
          </p:nvSpPr>
          <p:spPr>
            <a:xfrm>
              <a:off x="1739805" y="703291"/>
              <a:ext cx="161925" cy="171450"/>
            </a:xfrm>
            <a:custGeom>
              <a:avLst/>
              <a:gdLst>
                <a:gd name="connsiteX0" fmla="*/ 98139 w 161925"/>
                <a:gd name="connsiteY0" fmla="*/ 8512 h 171450"/>
                <a:gd name="connsiteX1" fmla="*/ 8993 w 161925"/>
                <a:gd name="connsiteY1" fmla="*/ 69058 h 171450"/>
                <a:gd name="connsiteX2" fmla="*/ 8794 w 161925"/>
                <a:gd name="connsiteY2" fmla="*/ 70138 h 171450"/>
                <a:gd name="connsiteX3" fmla="*/ 68040 w 161925"/>
                <a:gd name="connsiteY3" fmla="*/ 163674 h 171450"/>
                <a:gd name="connsiteX4" fmla="*/ 153765 w 161925"/>
                <a:gd name="connsiteY4" fmla="*/ 113763 h 171450"/>
                <a:gd name="connsiteX5" fmla="*/ 132619 w 161925"/>
                <a:gd name="connsiteY5" fmla="*/ 113763 h 171450"/>
                <a:gd name="connsiteX6" fmla="*/ 71469 w 161925"/>
                <a:gd name="connsiteY6" fmla="*/ 144719 h 171450"/>
                <a:gd name="connsiteX7" fmla="*/ 27273 w 161925"/>
                <a:gd name="connsiteY7" fmla="*/ 94522 h 171450"/>
                <a:gd name="connsiteX8" fmla="*/ 158051 w 161925"/>
                <a:gd name="connsiteY8" fmla="*/ 94522 h 171450"/>
                <a:gd name="connsiteX9" fmla="*/ 97948 w 161925"/>
                <a:gd name="connsiteY9" fmla="*/ 8797 h 171450"/>
                <a:gd name="connsiteX10" fmla="*/ 27844 w 161925"/>
                <a:gd name="connsiteY10" fmla="*/ 75187 h 171450"/>
                <a:gd name="connsiteX11" fmla="*/ 27844 w 161925"/>
                <a:gd name="connsiteY11" fmla="*/ 73853 h 171450"/>
                <a:gd name="connsiteX12" fmla="*/ 92243 w 161925"/>
                <a:gd name="connsiteY12" fmla="*/ 26593 h 171450"/>
                <a:gd name="connsiteX13" fmla="*/ 94519 w 161925"/>
                <a:gd name="connsiteY13" fmla="*/ 26990 h 171450"/>
                <a:gd name="connsiteX14" fmla="*/ 138525 w 161925"/>
                <a:gd name="connsiteY14" fmla="*/ 74615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61925" h="171450">
                  <a:moveTo>
                    <a:pt x="98139" y="8512"/>
                  </a:moveTo>
                  <a:cubicBezTo>
                    <a:pt x="56802" y="614"/>
                    <a:pt x="16890" y="27721"/>
                    <a:pt x="8993" y="69058"/>
                  </a:cubicBezTo>
                  <a:cubicBezTo>
                    <a:pt x="8924" y="69417"/>
                    <a:pt x="8858" y="69778"/>
                    <a:pt x="8794" y="70138"/>
                  </a:cubicBezTo>
                  <a:cubicBezTo>
                    <a:pt x="142" y="112182"/>
                    <a:pt x="26331" y="153529"/>
                    <a:pt x="68040" y="163674"/>
                  </a:cubicBezTo>
                  <a:cubicBezTo>
                    <a:pt x="105095" y="170936"/>
                    <a:pt x="141787" y="149574"/>
                    <a:pt x="153765" y="113763"/>
                  </a:cubicBezTo>
                  <a:lnTo>
                    <a:pt x="132619" y="113763"/>
                  </a:lnTo>
                  <a:cubicBezTo>
                    <a:pt x="121847" y="136981"/>
                    <a:pt x="96558" y="149783"/>
                    <a:pt x="71469" y="144719"/>
                  </a:cubicBezTo>
                  <a:cubicBezTo>
                    <a:pt x="47541" y="139122"/>
                    <a:pt x="29795" y="118966"/>
                    <a:pt x="27273" y="94522"/>
                  </a:cubicBezTo>
                  <a:lnTo>
                    <a:pt x="158051" y="94522"/>
                  </a:lnTo>
                  <a:cubicBezTo>
                    <a:pt x="162387" y="54908"/>
                    <a:pt x="136667" y="18224"/>
                    <a:pt x="97948" y="8797"/>
                  </a:cubicBezTo>
                  <a:close/>
                  <a:moveTo>
                    <a:pt x="27844" y="75187"/>
                  </a:moveTo>
                  <a:lnTo>
                    <a:pt x="27844" y="73853"/>
                  </a:lnTo>
                  <a:cubicBezTo>
                    <a:pt x="32577" y="43019"/>
                    <a:pt x="61409" y="21860"/>
                    <a:pt x="92243" y="26593"/>
                  </a:cubicBezTo>
                  <a:cubicBezTo>
                    <a:pt x="93004" y="26710"/>
                    <a:pt x="93763" y="26842"/>
                    <a:pt x="94519" y="26990"/>
                  </a:cubicBezTo>
                  <a:cubicBezTo>
                    <a:pt x="117646" y="32201"/>
                    <a:pt x="135153" y="51149"/>
                    <a:pt x="138525" y="74615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CC1ADB3-F733-4458-A38D-0C262380648A}"/>
                </a:ext>
              </a:extLst>
            </p:cNvPr>
            <p:cNvSpPr/>
            <p:nvPr/>
          </p:nvSpPr>
          <p:spPr>
            <a:xfrm>
              <a:off x="1030968" y="702286"/>
              <a:ext cx="152400" cy="171450"/>
            </a:xfrm>
            <a:custGeom>
              <a:avLst/>
              <a:gdLst>
                <a:gd name="connsiteX0" fmla="*/ 147370 w 152400"/>
                <a:gd name="connsiteY0" fmla="*/ 56951 h 171450"/>
                <a:gd name="connsiteX1" fmla="*/ 128320 w 152400"/>
                <a:gd name="connsiteY1" fmla="*/ 20279 h 171450"/>
                <a:gd name="connsiteX2" fmla="*/ 82409 w 152400"/>
                <a:gd name="connsiteY2" fmla="*/ 7326 h 171450"/>
                <a:gd name="connsiteX3" fmla="*/ 82409 w 152400"/>
                <a:gd name="connsiteY3" fmla="*/ 7326 h 171450"/>
                <a:gd name="connsiteX4" fmla="*/ 35451 w 152400"/>
                <a:gd name="connsiteY4" fmla="*/ 18089 h 171450"/>
                <a:gd name="connsiteX5" fmla="*/ 15449 w 152400"/>
                <a:gd name="connsiteY5" fmla="*/ 49807 h 171450"/>
                <a:gd name="connsiteX6" fmla="*/ 13925 w 152400"/>
                <a:gd name="connsiteY6" fmla="*/ 56665 h 171450"/>
                <a:gd name="connsiteX7" fmla="*/ 60597 w 152400"/>
                <a:gd name="connsiteY7" fmla="*/ 56665 h 171450"/>
                <a:gd name="connsiteX8" fmla="*/ 60597 w 152400"/>
                <a:gd name="connsiteY8" fmla="*/ 55617 h 171450"/>
                <a:gd name="connsiteX9" fmla="*/ 80219 w 152400"/>
                <a:gd name="connsiteY9" fmla="*/ 40282 h 171450"/>
                <a:gd name="connsiteX10" fmla="*/ 81552 w 152400"/>
                <a:gd name="connsiteY10" fmla="*/ 40282 h 171450"/>
                <a:gd name="connsiteX11" fmla="*/ 84791 w 152400"/>
                <a:gd name="connsiteY11" fmla="*/ 40282 h 171450"/>
                <a:gd name="connsiteX12" fmla="*/ 84791 w 152400"/>
                <a:gd name="connsiteY12" fmla="*/ 40282 h 171450"/>
                <a:gd name="connsiteX13" fmla="*/ 95745 w 152400"/>
                <a:gd name="connsiteY13" fmla="*/ 45426 h 171450"/>
                <a:gd name="connsiteX14" fmla="*/ 98602 w 152400"/>
                <a:gd name="connsiteY14" fmla="*/ 54951 h 171450"/>
                <a:gd name="connsiteX15" fmla="*/ 72218 w 152400"/>
                <a:gd name="connsiteY15" fmla="*/ 68190 h 171450"/>
                <a:gd name="connsiteX16" fmla="*/ 71170 w 152400"/>
                <a:gd name="connsiteY16" fmla="*/ 68190 h 171450"/>
                <a:gd name="connsiteX17" fmla="*/ 66121 w 152400"/>
                <a:gd name="connsiteY17" fmla="*/ 69333 h 171450"/>
                <a:gd name="connsiteX18" fmla="*/ 55549 w 152400"/>
                <a:gd name="connsiteY18" fmla="*/ 71715 h 171450"/>
                <a:gd name="connsiteX19" fmla="*/ 7162 w 152400"/>
                <a:gd name="connsiteY19" fmla="*/ 119340 h 171450"/>
                <a:gd name="connsiteX20" fmla="*/ 20306 w 152400"/>
                <a:gd name="connsiteY20" fmla="*/ 152677 h 171450"/>
                <a:gd name="connsiteX21" fmla="*/ 55167 w 152400"/>
                <a:gd name="connsiteY21" fmla="*/ 165155 h 171450"/>
                <a:gd name="connsiteX22" fmla="*/ 57168 w 152400"/>
                <a:gd name="connsiteY22" fmla="*/ 165155 h 171450"/>
                <a:gd name="connsiteX23" fmla="*/ 93553 w 152400"/>
                <a:gd name="connsiteY23" fmla="*/ 152582 h 171450"/>
                <a:gd name="connsiteX24" fmla="*/ 100602 w 152400"/>
                <a:gd name="connsiteY24" fmla="*/ 147248 h 171450"/>
                <a:gd name="connsiteX25" fmla="*/ 102698 w 152400"/>
                <a:gd name="connsiteY25" fmla="*/ 145628 h 171450"/>
                <a:gd name="connsiteX26" fmla="*/ 102698 w 152400"/>
                <a:gd name="connsiteY26" fmla="*/ 160773 h 171450"/>
                <a:gd name="connsiteX27" fmla="*/ 147846 w 152400"/>
                <a:gd name="connsiteY27" fmla="*/ 160773 h 171450"/>
                <a:gd name="connsiteX28" fmla="*/ 147846 w 152400"/>
                <a:gd name="connsiteY28" fmla="*/ 65333 h 171450"/>
                <a:gd name="connsiteX29" fmla="*/ 147275 w 152400"/>
                <a:gd name="connsiteY29" fmla="*/ 56951 h 171450"/>
                <a:gd name="connsiteX30" fmla="*/ 99745 w 152400"/>
                <a:gd name="connsiteY30" fmla="*/ 92574 h 171450"/>
                <a:gd name="connsiteX31" fmla="*/ 99745 w 152400"/>
                <a:gd name="connsiteY31" fmla="*/ 116196 h 171450"/>
                <a:gd name="connsiteX32" fmla="*/ 99745 w 152400"/>
                <a:gd name="connsiteY32" fmla="*/ 116673 h 171450"/>
                <a:gd name="connsiteX33" fmla="*/ 95459 w 152400"/>
                <a:gd name="connsiteY33" fmla="*/ 120292 h 171450"/>
                <a:gd name="connsiteX34" fmla="*/ 90505 w 152400"/>
                <a:gd name="connsiteY34" fmla="*/ 124007 h 171450"/>
                <a:gd name="connsiteX35" fmla="*/ 72408 w 152400"/>
                <a:gd name="connsiteY35" fmla="*/ 129722 h 171450"/>
                <a:gd name="connsiteX36" fmla="*/ 71551 w 152400"/>
                <a:gd name="connsiteY36" fmla="*/ 129722 h 171450"/>
                <a:gd name="connsiteX37" fmla="*/ 57571 w 152400"/>
                <a:gd name="connsiteY37" fmla="*/ 117469 h 171450"/>
                <a:gd name="connsiteX38" fmla="*/ 57549 w 152400"/>
                <a:gd name="connsiteY38" fmla="*/ 116197 h 171450"/>
                <a:gd name="connsiteX39" fmla="*/ 69169 w 152400"/>
                <a:gd name="connsiteY39" fmla="*/ 101337 h 171450"/>
                <a:gd name="connsiteX40" fmla="*/ 98507 w 152400"/>
                <a:gd name="connsiteY40" fmla="*/ 91241 h 171450"/>
                <a:gd name="connsiteX41" fmla="*/ 100221 w 152400"/>
                <a:gd name="connsiteY41" fmla="*/ 90669 h 171450"/>
                <a:gd name="connsiteX42" fmla="*/ 100221 w 152400"/>
                <a:gd name="connsiteY42" fmla="*/ 92574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52400" h="171450">
                  <a:moveTo>
                    <a:pt x="147370" y="56951"/>
                  </a:moveTo>
                  <a:cubicBezTo>
                    <a:pt x="146216" y="42661"/>
                    <a:pt x="139348" y="29440"/>
                    <a:pt x="128320" y="20279"/>
                  </a:cubicBezTo>
                  <a:cubicBezTo>
                    <a:pt x="114888" y="10966"/>
                    <a:pt x="98729" y="6407"/>
                    <a:pt x="82409" y="7326"/>
                  </a:cubicBezTo>
                  <a:lnTo>
                    <a:pt x="82409" y="7326"/>
                  </a:lnTo>
                  <a:cubicBezTo>
                    <a:pt x="66041" y="6247"/>
                    <a:pt x="49715" y="9988"/>
                    <a:pt x="35451" y="18089"/>
                  </a:cubicBezTo>
                  <a:cubicBezTo>
                    <a:pt x="24727" y="25481"/>
                    <a:pt x="17498" y="36944"/>
                    <a:pt x="15449" y="49807"/>
                  </a:cubicBezTo>
                  <a:lnTo>
                    <a:pt x="13925" y="56665"/>
                  </a:lnTo>
                  <a:lnTo>
                    <a:pt x="60597" y="56665"/>
                  </a:lnTo>
                  <a:lnTo>
                    <a:pt x="60597" y="55617"/>
                  </a:lnTo>
                  <a:cubicBezTo>
                    <a:pt x="61836" y="45996"/>
                    <a:pt x="70583" y="39160"/>
                    <a:pt x="80219" y="40282"/>
                  </a:cubicBezTo>
                  <a:lnTo>
                    <a:pt x="81552" y="40282"/>
                  </a:lnTo>
                  <a:cubicBezTo>
                    <a:pt x="82629" y="40184"/>
                    <a:pt x="83713" y="40184"/>
                    <a:pt x="84791" y="40282"/>
                  </a:cubicBezTo>
                  <a:lnTo>
                    <a:pt x="84791" y="40282"/>
                  </a:lnTo>
                  <a:cubicBezTo>
                    <a:pt x="88916" y="40718"/>
                    <a:pt x="92774" y="42530"/>
                    <a:pt x="95745" y="45426"/>
                  </a:cubicBezTo>
                  <a:cubicBezTo>
                    <a:pt x="98153" y="47968"/>
                    <a:pt x="99213" y="51502"/>
                    <a:pt x="98602" y="54951"/>
                  </a:cubicBezTo>
                  <a:cubicBezTo>
                    <a:pt x="97649" y="61713"/>
                    <a:pt x="93458" y="63237"/>
                    <a:pt x="72218" y="68190"/>
                  </a:cubicBezTo>
                  <a:lnTo>
                    <a:pt x="71170" y="68190"/>
                  </a:lnTo>
                  <a:lnTo>
                    <a:pt x="66121" y="69333"/>
                  </a:lnTo>
                  <a:cubicBezTo>
                    <a:pt x="62502" y="70000"/>
                    <a:pt x="58978" y="70857"/>
                    <a:pt x="55549" y="71715"/>
                  </a:cubicBezTo>
                  <a:cubicBezTo>
                    <a:pt x="19639" y="80573"/>
                    <a:pt x="6590" y="93622"/>
                    <a:pt x="7162" y="119340"/>
                  </a:cubicBezTo>
                  <a:cubicBezTo>
                    <a:pt x="6943" y="131757"/>
                    <a:pt x="11672" y="143751"/>
                    <a:pt x="20306" y="152677"/>
                  </a:cubicBezTo>
                  <a:cubicBezTo>
                    <a:pt x="29824" y="161276"/>
                    <a:pt x="42355" y="165761"/>
                    <a:pt x="55167" y="165155"/>
                  </a:cubicBezTo>
                  <a:lnTo>
                    <a:pt x="57168" y="165155"/>
                  </a:lnTo>
                  <a:cubicBezTo>
                    <a:pt x="70378" y="165251"/>
                    <a:pt x="83221" y="160813"/>
                    <a:pt x="93553" y="152582"/>
                  </a:cubicBezTo>
                  <a:lnTo>
                    <a:pt x="100602" y="147248"/>
                  </a:lnTo>
                  <a:lnTo>
                    <a:pt x="102698" y="145628"/>
                  </a:lnTo>
                  <a:lnTo>
                    <a:pt x="102698" y="160773"/>
                  </a:lnTo>
                  <a:lnTo>
                    <a:pt x="147846" y="160773"/>
                  </a:lnTo>
                  <a:lnTo>
                    <a:pt x="147846" y="65333"/>
                  </a:lnTo>
                  <a:cubicBezTo>
                    <a:pt x="147852" y="62529"/>
                    <a:pt x="147661" y="59728"/>
                    <a:pt x="147275" y="56951"/>
                  </a:cubicBezTo>
                  <a:close/>
                  <a:moveTo>
                    <a:pt x="99745" y="92574"/>
                  </a:moveTo>
                  <a:lnTo>
                    <a:pt x="99745" y="116196"/>
                  </a:lnTo>
                  <a:lnTo>
                    <a:pt x="99745" y="116673"/>
                  </a:lnTo>
                  <a:lnTo>
                    <a:pt x="95459" y="120292"/>
                  </a:lnTo>
                  <a:cubicBezTo>
                    <a:pt x="93926" y="121680"/>
                    <a:pt x="92268" y="122923"/>
                    <a:pt x="90505" y="124007"/>
                  </a:cubicBezTo>
                  <a:cubicBezTo>
                    <a:pt x="85089" y="127488"/>
                    <a:pt x="78842" y="129461"/>
                    <a:pt x="72408" y="129722"/>
                  </a:cubicBezTo>
                  <a:lnTo>
                    <a:pt x="71551" y="129722"/>
                  </a:lnTo>
                  <a:cubicBezTo>
                    <a:pt x="64307" y="130199"/>
                    <a:pt x="58048" y="124713"/>
                    <a:pt x="57571" y="117469"/>
                  </a:cubicBezTo>
                  <a:cubicBezTo>
                    <a:pt x="57543" y="117046"/>
                    <a:pt x="57535" y="116621"/>
                    <a:pt x="57549" y="116197"/>
                  </a:cubicBezTo>
                  <a:cubicBezTo>
                    <a:pt x="56978" y="108767"/>
                    <a:pt x="60407" y="104481"/>
                    <a:pt x="69169" y="101337"/>
                  </a:cubicBezTo>
                  <a:lnTo>
                    <a:pt x="98507" y="91241"/>
                  </a:lnTo>
                  <a:lnTo>
                    <a:pt x="100221" y="90669"/>
                  </a:lnTo>
                  <a:lnTo>
                    <a:pt x="100221" y="92574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40" r:id="rId2"/>
    <p:sldLayoutId id="2147483736" r:id="rId3"/>
    <p:sldLayoutId id="2147483729" r:id="rId4"/>
    <p:sldLayoutId id="2147483737" r:id="rId5"/>
    <p:sldLayoutId id="2147483731" r:id="rId6"/>
    <p:sldLayoutId id="2147483738" r:id="rId7"/>
    <p:sldLayoutId id="2147483733" r:id="rId8"/>
    <p:sldLayoutId id="2147483739" r:id="rId9"/>
    <p:sldLayoutId id="2147483734" r:id="rId10"/>
    <p:sldLayoutId id="2147483735" r:id="rId11"/>
  </p:sldLayoutIdLst>
  <p:hf hdr="0" dt="0"/>
  <p:txStyles>
    <p:titleStyle>
      <a:lvl1pPr algn="l" rtl="0" eaLnBrk="1" fontAlgn="base" hangingPunct="1">
        <a:lnSpc>
          <a:spcPts val="2900"/>
        </a:lnSpc>
        <a:spcBef>
          <a:spcPct val="0"/>
        </a:spcBef>
        <a:spcAft>
          <a:spcPct val="0"/>
        </a:spcAft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ts val="2900"/>
        </a:lnSpc>
        <a:spcBef>
          <a:spcPct val="0"/>
        </a:spcBef>
        <a:spcAft>
          <a:spcPct val="0"/>
        </a:spcAft>
        <a:defRPr sz="2400" b="1">
          <a:solidFill>
            <a:srgbClr val="B8C400"/>
          </a:solidFill>
          <a:latin typeface="Arial" panose="020B0604020202020204" pitchFamily="34" charset="0"/>
        </a:defRPr>
      </a:lvl2pPr>
      <a:lvl3pPr algn="l" rtl="0" eaLnBrk="1" fontAlgn="base" hangingPunct="1">
        <a:lnSpc>
          <a:spcPts val="2900"/>
        </a:lnSpc>
        <a:spcBef>
          <a:spcPct val="0"/>
        </a:spcBef>
        <a:spcAft>
          <a:spcPct val="0"/>
        </a:spcAft>
        <a:defRPr sz="2400" b="1">
          <a:solidFill>
            <a:srgbClr val="B8C400"/>
          </a:solidFill>
          <a:latin typeface="Arial" panose="020B0604020202020204" pitchFamily="34" charset="0"/>
        </a:defRPr>
      </a:lvl3pPr>
      <a:lvl4pPr algn="l" rtl="0" eaLnBrk="1" fontAlgn="base" hangingPunct="1">
        <a:lnSpc>
          <a:spcPts val="2900"/>
        </a:lnSpc>
        <a:spcBef>
          <a:spcPct val="0"/>
        </a:spcBef>
        <a:spcAft>
          <a:spcPct val="0"/>
        </a:spcAft>
        <a:defRPr sz="2400" b="1">
          <a:solidFill>
            <a:srgbClr val="B8C400"/>
          </a:solidFill>
          <a:latin typeface="Arial" panose="020B0604020202020204" pitchFamily="34" charset="0"/>
        </a:defRPr>
      </a:lvl4pPr>
      <a:lvl5pPr algn="l" rtl="0" eaLnBrk="1" fontAlgn="base" hangingPunct="1">
        <a:lnSpc>
          <a:spcPts val="2900"/>
        </a:lnSpc>
        <a:spcBef>
          <a:spcPct val="0"/>
        </a:spcBef>
        <a:spcAft>
          <a:spcPct val="0"/>
        </a:spcAft>
        <a:defRPr sz="2400" b="1">
          <a:solidFill>
            <a:srgbClr val="B8C400"/>
          </a:solidFill>
          <a:latin typeface="Arial" panose="020B0604020202020204" pitchFamily="34" charset="0"/>
        </a:defRPr>
      </a:lvl5pPr>
      <a:lvl6pPr marL="457200" algn="l" rtl="0" eaLnBrk="1" fontAlgn="base" hangingPunct="1">
        <a:lnSpc>
          <a:spcPts val="2900"/>
        </a:lnSpc>
        <a:spcBef>
          <a:spcPct val="0"/>
        </a:spcBef>
        <a:spcAft>
          <a:spcPct val="0"/>
        </a:spcAft>
        <a:defRPr sz="2400" b="1">
          <a:solidFill>
            <a:srgbClr val="B8C400"/>
          </a:solidFill>
          <a:latin typeface="Arial" panose="020B0604020202020204" pitchFamily="34" charset="0"/>
        </a:defRPr>
      </a:lvl6pPr>
      <a:lvl7pPr marL="914400" algn="l" rtl="0" eaLnBrk="1" fontAlgn="base" hangingPunct="1">
        <a:lnSpc>
          <a:spcPts val="2900"/>
        </a:lnSpc>
        <a:spcBef>
          <a:spcPct val="0"/>
        </a:spcBef>
        <a:spcAft>
          <a:spcPct val="0"/>
        </a:spcAft>
        <a:defRPr sz="2400" b="1">
          <a:solidFill>
            <a:srgbClr val="B8C400"/>
          </a:solidFill>
          <a:latin typeface="Arial" panose="020B0604020202020204" pitchFamily="34" charset="0"/>
        </a:defRPr>
      </a:lvl7pPr>
      <a:lvl8pPr marL="1371600" algn="l" rtl="0" eaLnBrk="1" fontAlgn="base" hangingPunct="1">
        <a:lnSpc>
          <a:spcPts val="2900"/>
        </a:lnSpc>
        <a:spcBef>
          <a:spcPct val="0"/>
        </a:spcBef>
        <a:spcAft>
          <a:spcPct val="0"/>
        </a:spcAft>
        <a:defRPr sz="2400" b="1">
          <a:solidFill>
            <a:srgbClr val="B8C400"/>
          </a:solidFill>
          <a:latin typeface="Arial" panose="020B0604020202020204" pitchFamily="34" charset="0"/>
        </a:defRPr>
      </a:lvl8pPr>
      <a:lvl9pPr marL="1828800" algn="l" rtl="0" eaLnBrk="1" fontAlgn="base" hangingPunct="1">
        <a:lnSpc>
          <a:spcPts val="2900"/>
        </a:lnSpc>
        <a:spcBef>
          <a:spcPct val="0"/>
        </a:spcBef>
        <a:spcAft>
          <a:spcPct val="0"/>
        </a:spcAft>
        <a:defRPr sz="2400" b="1">
          <a:solidFill>
            <a:srgbClr val="B8C400"/>
          </a:solidFill>
          <a:latin typeface="Arial" panose="020B0604020202020204" pitchFamily="34" charset="0"/>
        </a:defRPr>
      </a:lvl9pPr>
    </p:titleStyle>
    <p:bodyStyle>
      <a:lvl1pPr algn="l" rtl="0" eaLnBrk="1" fontAlgn="base" hangingPunct="1">
        <a:spcBef>
          <a:spcPts val="1200"/>
        </a:spcBef>
        <a:spcAft>
          <a:spcPts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80975" indent="-179388" algn="l" rtl="0" eaLnBrk="1" fontAlgn="base" hangingPunct="1">
        <a:spcBef>
          <a:spcPts val="600"/>
        </a:spcBef>
        <a:spcAft>
          <a:spcPct val="0"/>
        </a:spcAft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77800" algn="l" rtl="0" eaLnBrk="1" fontAlgn="base" hangingPunct="1">
        <a:spcBef>
          <a:spcPts val="400"/>
        </a:spcBef>
        <a:spcAft>
          <a:spcPct val="0"/>
        </a:spcAft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39750" indent="-177800" algn="l" rtl="0" eaLnBrk="1" fontAlgn="base" hangingPunct="1">
        <a:spcBef>
          <a:spcPts val="400"/>
        </a:spcBef>
        <a:spcAft>
          <a:spcPct val="0"/>
        </a:spcAft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77800" algn="l" rtl="0" eaLnBrk="1" fontAlgn="base" hangingPunct="1">
        <a:spcBef>
          <a:spcPts val="400"/>
        </a:spcBef>
        <a:spcAft>
          <a:spcPct val="0"/>
        </a:spcAft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17" userDrawn="1">
          <p15:clr>
            <a:srgbClr val="F26B43"/>
          </p15:clr>
        </p15:guide>
        <p15:guide id="2" orient="horz" pos="4020" userDrawn="1">
          <p15:clr>
            <a:srgbClr val="F26B43"/>
          </p15:clr>
        </p15:guide>
        <p15:guide id="3" pos="317" userDrawn="1">
          <p15:clr>
            <a:srgbClr val="F26B43"/>
          </p15:clr>
        </p15:guide>
        <p15:guide id="4" pos="737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6" Type="http://schemas.microsoft.com/office/2007/relationships/hdphoto" Target="../media/hdphoto1.wdp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6" Type="http://schemas.microsoft.com/office/2007/relationships/hdphoto" Target="../media/hdphoto1.wdp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6" Type="http://schemas.microsoft.com/office/2007/relationships/hdphoto" Target="../media/hdphoto1.wdp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6" Type="http://schemas.microsoft.com/office/2007/relationships/hdphoto" Target="../media/hdphoto1.wdp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6" Type="http://schemas.microsoft.com/office/2007/relationships/hdphoto" Target="../media/hdphoto1.wdp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6" Type="http://schemas.microsoft.com/office/2007/relationships/hdphoto" Target="../media/hdphoto1.wdp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6" Type="http://schemas.microsoft.com/office/2007/relationships/hdphoto" Target="../media/hdphoto1.wdp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843925B5-562C-4D9F-919C-6C94037B01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Aufteilung</a:t>
            </a:r>
            <a:r>
              <a:rPr lang="en-US" dirty="0"/>
              <a:t> </a:t>
            </a:r>
            <a:r>
              <a:rPr lang="en-US" dirty="0" err="1"/>
              <a:t>Werkzeuge</a:t>
            </a:r>
            <a:r>
              <a:rPr lang="en-US" dirty="0"/>
              <a:t> C-Linie + F-Linie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3960B70-D992-41EA-AB6F-F2443A66E9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D54D95F-54A6-AAD6-0DAF-6CE43E07D8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x-none" dirty="0"/>
              <a:t>Presentation venue | Date | Speaker</a:t>
            </a:r>
          </a:p>
        </p:txBody>
      </p:sp>
    </p:spTree>
    <p:extLst>
      <p:ext uri="{BB962C8B-B14F-4D97-AF65-F5344CB8AC3E}">
        <p14:creationId xmlns:p14="http://schemas.microsoft.com/office/powerpoint/2010/main" val="1101592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3E26972B-8C85-F15A-3917-BA4B1A5F95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520D1F-A7A6-418C-90EB-3C7F84B97953}" type="slidenum">
              <a:rPr lang="en-US" altLang="x-none" noProof="0" smtClean="0"/>
              <a:pPr/>
              <a:t>2</a:t>
            </a:fld>
            <a:endParaRPr lang="en-US" altLang="x-none" noProof="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DFDF61B-3365-0509-4D04-E3103902C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x-none" noProof="0"/>
              <a:t>Presentation venue | Date | Speaker</a:t>
            </a:r>
            <a:endParaRPr lang="en-US" altLang="x-none" noProof="0" dirty="0"/>
          </a:p>
        </p:txBody>
      </p:sp>
      <p:sp>
        <p:nvSpPr>
          <p:cNvPr id="5" name="Untertitel 4">
            <a:extLst>
              <a:ext uri="{FF2B5EF4-FFF2-40B4-BE49-F238E27FC236}">
                <a16:creationId xmlns:a16="http://schemas.microsoft.com/office/drawing/2014/main" id="{B05EEBC0-6031-A516-C058-6C591FD2EAA1}"/>
              </a:ext>
            </a:extLst>
          </p:cNvPr>
          <p:cNvSpPr>
            <a:spLocks noGrp="1"/>
          </p:cNvSpPr>
          <p:nvPr>
            <p:ph type="subTitle" idx="1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0BF6C51C-E351-DA91-4583-66BF3F59E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Aufteilung WZ – Formträger </a:t>
            </a:r>
            <a:r>
              <a:rPr lang="de-DE" dirty="0">
                <a:highlight>
                  <a:srgbClr val="FFFF00"/>
                </a:highlight>
              </a:rPr>
              <a:t>Januar 2026</a:t>
            </a:r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ED0E18DF-1719-1DF3-7CAF-CADB055FAC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785" y="1237456"/>
            <a:ext cx="9325638" cy="5011815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00000000-0008-0000-0000-00000600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5760" y="3951547"/>
            <a:ext cx="936104" cy="701589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4F8A5081-5ACD-5045-4B06-E1B564F63F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6031" y="3951547"/>
            <a:ext cx="936104" cy="701589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92F055FF-789D-46F8-A713-5A8E27517E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2533" y="2827424"/>
            <a:ext cx="936104" cy="762202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sp>
        <p:nvSpPr>
          <p:cNvPr id="12" name="Pfeil: nach oben und unten 11">
            <a:extLst>
              <a:ext uri="{FF2B5EF4-FFF2-40B4-BE49-F238E27FC236}">
                <a16:creationId xmlns:a16="http://schemas.microsoft.com/office/drawing/2014/main" id="{21A7E117-E63A-937A-5023-250E991F6697}"/>
              </a:ext>
            </a:extLst>
          </p:cNvPr>
          <p:cNvSpPr/>
          <p:nvPr/>
        </p:nvSpPr>
        <p:spPr bwMode="auto">
          <a:xfrm>
            <a:off x="358769" y="4117986"/>
            <a:ext cx="288032" cy="576065"/>
          </a:xfrm>
          <a:prstGeom prst="upDownArrow">
            <a:avLst/>
          </a:prstGeom>
          <a:solidFill>
            <a:srgbClr val="B8C400"/>
          </a:solidFill>
          <a:ln w="12700" cap="flat" cmpd="sng" algn="ctr">
            <a:solidFill>
              <a:srgbClr val="B8C4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523" b="98139" l="552" r="99117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772761" y="3971608"/>
            <a:ext cx="975738" cy="670675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4BF22247-4A65-E5FF-2FD2-E87DA6F599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35760" y="2869054"/>
            <a:ext cx="1065707" cy="738477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56A1CDC1-AEDB-08A7-384E-39DA9F8D585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68696" y="2340654"/>
            <a:ext cx="1065707" cy="701590"/>
          </a:xfrm>
          <a:prstGeom prst="rect">
            <a:avLst/>
          </a:prstGeom>
          <a:ln w="25400">
            <a:solidFill>
              <a:schemeClr val="accent4"/>
            </a:solidFill>
          </a:ln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91781053-EA24-4A58-76FD-AEC766F7B5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8973" y="3182420"/>
            <a:ext cx="936104" cy="762202"/>
          </a:xfrm>
          <a:prstGeom prst="rect">
            <a:avLst/>
          </a:prstGeom>
          <a:ln w="25400">
            <a:solidFill>
              <a:schemeClr val="accent4"/>
            </a:solidFill>
          </a:ln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00000000-0008-0000-0000-00001400000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0733" y="3011092"/>
            <a:ext cx="999924" cy="490108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sp>
        <p:nvSpPr>
          <p:cNvPr id="20" name="Textfeld 19">
            <a:extLst>
              <a:ext uri="{FF2B5EF4-FFF2-40B4-BE49-F238E27FC236}">
                <a16:creationId xmlns:a16="http://schemas.microsoft.com/office/drawing/2014/main" id="{463E4F77-2428-164D-D03F-981844CAE4D7}"/>
              </a:ext>
            </a:extLst>
          </p:cNvPr>
          <p:cNvSpPr txBox="1"/>
          <p:nvPr/>
        </p:nvSpPr>
        <p:spPr>
          <a:xfrm>
            <a:off x="6210733" y="3563521"/>
            <a:ext cx="425758" cy="15388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l"/>
            <a:r>
              <a:rPr lang="de-DE" sz="1000" b="1" dirty="0">
                <a:latin typeface="+mn-lt"/>
              </a:rPr>
              <a:t>C11</a:t>
            </a:r>
          </a:p>
        </p:txBody>
      </p:sp>
    </p:spTree>
    <p:extLst>
      <p:ext uri="{BB962C8B-B14F-4D97-AF65-F5344CB8AC3E}">
        <p14:creationId xmlns:p14="http://schemas.microsoft.com/office/powerpoint/2010/main" val="1526196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2946E-2A5D-25D6-EC6E-23BFD36E2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fik 17">
            <a:extLst>
              <a:ext uri="{FF2B5EF4-FFF2-40B4-BE49-F238E27FC236}">
                <a16:creationId xmlns:a16="http://schemas.microsoft.com/office/drawing/2014/main" id="{D543A7AE-181F-E0DE-ECCD-91BFDD8AED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185" y="1268463"/>
            <a:ext cx="11009899" cy="4806816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40889C0D-6B81-E2B5-1715-22009A9805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520D1F-A7A6-418C-90EB-3C7F84B97953}" type="slidenum">
              <a:rPr lang="en-US" altLang="x-none" noProof="0" smtClean="0"/>
              <a:pPr/>
              <a:t>3</a:t>
            </a:fld>
            <a:endParaRPr lang="en-US" altLang="x-none" noProof="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28F805B-83A3-B62C-457F-27264867B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x-none" noProof="0"/>
              <a:t>Presentation venue | Date | Speaker</a:t>
            </a:r>
            <a:endParaRPr lang="en-US" altLang="x-none" noProof="0" dirty="0"/>
          </a:p>
        </p:txBody>
      </p:sp>
      <p:sp>
        <p:nvSpPr>
          <p:cNvPr id="5" name="Untertitel 4">
            <a:extLst>
              <a:ext uri="{FF2B5EF4-FFF2-40B4-BE49-F238E27FC236}">
                <a16:creationId xmlns:a16="http://schemas.microsoft.com/office/drawing/2014/main" id="{8713D32A-9FA7-CB36-510E-53416F4E228D}"/>
              </a:ext>
            </a:extLst>
          </p:cNvPr>
          <p:cNvSpPr>
            <a:spLocks noGrp="1"/>
          </p:cNvSpPr>
          <p:nvPr>
            <p:ph type="subTitle" idx="1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CA280DC-374C-D72A-53A6-2A248DB85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Aufteilung WZ – Formträger </a:t>
            </a:r>
            <a:r>
              <a:rPr lang="de-DE" dirty="0">
                <a:highlight>
                  <a:srgbClr val="FFFF00"/>
                </a:highlight>
              </a:rPr>
              <a:t>Januar 2026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1381F4F6-0365-A3CC-ADA2-137AF30206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8436" y="2729900"/>
            <a:ext cx="466295" cy="349478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96154D48-8376-F444-929A-17C482958A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3274" y="2725693"/>
            <a:ext cx="466295" cy="349478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0E9B0638-C419-B3B2-FD78-5D9D678A65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37" y="2837075"/>
            <a:ext cx="425075" cy="346108"/>
          </a:xfrm>
          <a:prstGeom prst="rect">
            <a:avLst/>
          </a:prstGeom>
          <a:ln w="25400">
            <a:solidFill>
              <a:schemeClr val="accent6">
                <a:lumMod val="75000"/>
              </a:schemeClr>
            </a:solidFill>
          </a:ln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43E4F47B-4361-986E-4885-FC2445BF92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523" b="98139" l="552" r="99117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24429" y="2729900"/>
            <a:ext cx="486038" cy="334079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A6A7A70D-EB93-FA2A-7DCB-4D73F5BEC8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337" y="2359558"/>
            <a:ext cx="506237" cy="350795"/>
          </a:xfrm>
          <a:prstGeom prst="rect">
            <a:avLst/>
          </a:prstGeom>
          <a:ln w="25400">
            <a:solidFill>
              <a:schemeClr val="accent6">
                <a:lumMod val="75000"/>
              </a:schemeClr>
            </a:solidFill>
          </a:ln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B596F184-FAA3-F616-5606-EBF33B53043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73628" y="2247502"/>
            <a:ext cx="506238" cy="333273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7EFCE73A-0E79-BE83-045B-BC7E034695B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93392" y="5589537"/>
            <a:ext cx="396888" cy="194533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sp>
        <p:nvSpPr>
          <p:cNvPr id="20" name="Textfeld 19">
            <a:extLst>
              <a:ext uri="{FF2B5EF4-FFF2-40B4-BE49-F238E27FC236}">
                <a16:creationId xmlns:a16="http://schemas.microsoft.com/office/drawing/2014/main" id="{D8F36C26-058D-B712-67A5-914D3C750FDE}"/>
              </a:ext>
            </a:extLst>
          </p:cNvPr>
          <p:cNvSpPr txBox="1"/>
          <p:nvPr/>
        </p:nvSpPr>
        <p:spPr>
          <a:xfrm>
            <a:off x="6210733" y="3563521"/>
            <a:ext cx="425758" cy="15388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l"/>
            <a:r>
              <a:rPr lang="de-DE" sz="1000" b="1" dirty="0">
                <a:latin typeface="+mn-lt"/>
              </a:rPr>
              <a:t>C11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31B91B1-06E1-58D8-52F1-B9D3B2B5C9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3274" y="2247502"/>
            <a:ext cx="424100" cy="345314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sp>
        <p:nvSpPr>
          <p:cNvPr id="14" name="Rechteck 13">
            <a:extLst>
              <a:ext uri="{FF2B5EF4-FFF2-40B4-BE49-F238E27FC236}">
                <a16:creationId xmlns:a16="http://schemas.microsoft.com/office/drawing/2014/main" id="{06472A42-0680-6777-5BE2-E52B86EF5A82}"/>
              </a:ext>
            </a:extLst>
          </p:cNvPr>
          <p:cNvSpPr/>
          <p:nvPr/>
        </p:nvSpPr>
        <p:spPr bwMode="auto">
          <a:xfrm>
            <a:off x="1149297" y="2665177"/>
            <a:ext cx="482207" cy="419044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21" name="Pfeil: nach oben und unten 20">
            <a:extLst>
              <a:ext uri="{FF2B5EF4-FFF2-40B4-BE49-F238E27FC236}">
                <a16:creationId xmlns:a16="http://schemas.microsoft.com/office/drawing/2014/main" id="{78F53AAA-411E-76BB-98BF-8261BFE0C8B0}"/>
              </a:ext>
            </a:extLst>
          </p:cNvPr>
          <p:cNvSpPr/>
          <p:nvPr/>
        </p:nvSpPr>
        <p:spPr bwMode="auto">
          <a:xfrm>
            <a:off x="211572" y="3429000"/>
            <a:ext cx="111990" cy="226940"/>
          </a:xfrm>
          <a:prstGeom prst="upDownArrow">
            <a:avLst/>
          </a:prstGeom>
          <a:solidFill>
            <a:srgbClr val="B8C400"/>
          </a:solidFill>
          <a:ln w="12700" cap="flat" cmpd="sng" algn="ctr">
            <a:solidFill>
              <a:srgbClr val="B8C4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7293DD10-D6AC-41D3-E0EF-DBC6815ECCA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64536" y="2343891"/>
            <a:ext cx="424100" cy="207870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32F5736A-89DB-DB41-EB6D-6BF349C3A41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57481" y="5576200"/>
            <a:ext cx="424100" cy="207870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086598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26141-A943-DED8-ECA1-CF00F2EE9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fik 17">
            <a:extLst>
              <a:ext uri="{FF2B5EF4-FFF2-40B4-BE49-F238E27FC236}">
                <a16:creationId xmlns:a16="http://schemas.microsoft.com/office/drawing/2014/main" id="{0DBA4871-6A85-1D6E-D851-1BCAA50D6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185" y="1268463"/>
            <a:ext cx="11009899" cy="4806816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973181D1-9563-B7A4-671A-2F7E6BF7CB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520D1F-A7A6-418C-90EB-3C7F84B97953}" type="slidenum">
              <a:rPr lang="en-US" altLang="x-none" noProof="0" smtClean="0"/>
              <a:pPr/>
              <a:t>4</a:t>
            </a:fld>
            <a:endParaRPr lang="en-US" altLang="x-none" noProof="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992C332-0F6D-D5EC-53DC-8DAA81F2E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x-none" noProof="0"/>
              <a:t>Presentation venue | Date | Speaker</a:t>
            </a:r>
            <a:endParaRPr lang="en-US" altLang="x-none" noProof="0" dirty="0"/>
          </a:p>
        </p:txBody>
      </p:sp>
      <p:sp>
        <p:nvSpPr>
          <p:cNvPr id="5" name="Untertitel 4">
            <a:extLst>
              <a:ext uri="{FF2B5EF4-FFF2-40B4-BE49-F238E27FC236}">
                <a16:creationId xmlns:a16="http://schemas.microsoft.com/office/drawing/2014/main" id="{0340311F-AB1E-CFBF-B3EE-EA61E214085F}"/>
              </a:ext>
            </a:extLst>
          </p:cNvPr>
          <p:cNvSpPr>
            <a:spLocks noGrp="1"/>
          </p:cNvSpPr>
          <p:nvPr>
            <p:ph type="subTitle" idx="1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6306BE2-EF24-CC08-618D-55942B428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Aufteilung WZ – Formträger </a:t>
            </a:r>
            <a:r>
              <a:rPr lang="de-DE" dirty="0">
                <a:highlight>
                  <a:srgbClr val="FFFF00"/>
                </a:highlight>
              </a:rPr>
              <a:t>Januar 2026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7A172FD1-FA08-20E2-D991-055493A47E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8436" y="2729900"/>
            <a:ext cx="466295" cy="349478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656E324B-A402-5FCD-EF73-289E9A0B01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3274" y="2725693"/>
            <a:ext cx="466295" cy="349478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FF272129-4B21-D469-E519-EBF7C9F2EF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37" y="2837075"/>
            <a:ext cx="425075" cy="346108"/>
          </a:xfrm>
          <a:prstGeom prst="rect">
            <a:avLst/>
          </a:prstGeom>
          <a:ln w="25400">
            <a:solidFill>
              <a:schemeClr val="accent6">
                <a:lumMod val="75000"/>
              </a:schemeClr>
            </a:solidFill>
          </a:ln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F012FE88-A097-213D-6567-FF9AD62B5C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523" b="98139" l="552" r="99117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24429" y="2729900"/>
            <a:ext cx="486038" cy="334079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F84652E5-0D79-4E70-E0D0-A7ABF9CC2E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337" y="2359558"/>
            <a:ext cx="506237" cy="350795"/>
          </a:xfrm>
          <a:prstGeom prst="rect">
            <a:avLst/>
          </a:prstGeom>
          <a:ln w="25400">
            <a:solidFill>
              <a:schemeClr val="accent6">
                <a:lumMod val="75000"/>
              </a:schemeClr>
            </a:solidFill>
          </a:ln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E4FCE354-C0FE-4F53-2EA8-D44FEAEB90E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73628" y="2247502"/>
            <a:ext cx="506238" cy="333273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B8E32B1B-081D-254D-A12B-5CB613B7978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93392" y="5589537"/>
            <a:ext cx="396888" cy="194533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sp>
        <p:nvSpPr>
          <p:cNvPr id="20" name="Textfeld 19">
            <a:extLst>
              <a:ext uri="{FF2B5EF4-FFF2-40B4-BE49-F238E27FC236}">
                <a16:creationId xmlns:a16="http://schemas.microsoft.com/office/drawing/2014/main" id="{A4762BAF-2759-85F9-8466-E184958F5002}"/>
              </a:ext>
            </a:extLst>
          </p:cNvPr>
          <p:cNvSpPr txBox="1"/>
          <p:nvPr/>
        </p:nvSpPr>
        <p:spPr>
          <a:xfrm>
            <a:off x="6210733" y="3563521"/>
            <a:ext cx="425758" cy="15388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l"/>
            <a:r>
              <a:rPr lang="de-DE" sz="1000" b="1" dirty="0">
                <a:latin typeface="+mn-lt"/>
              </a:rPr>
              <a:t>C11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91CD6161-1869-2663-8B87-24268499C4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3274" y="2247502"/>
            <a:ext cx="424100" cy="345314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sp>
        <p:nvSpPr>
          <p:cNvPr id="14" name="Rechteck 13">
            <a:extLst>
              <a:ext uri="{FF2B5EF4-FFF2-40B4-BE49-F238E27FC236}">
                <a16:creationId xmlns:a16="http://schemas.microsoft.com/office/drawing/2014/main" id="{D977C4A2-E424-E613-7C38-28FB15A74178}"/>
              </a:ext>
            </a:extLst>
          </p:cNvPr>
          <p:cNvSpPr/>
          <p:nvPr/>
        </p:nvSpPr>
        <p:spPr bwMode="auto">
          <a:xfrm>
            <a:off x="1149297" y="2665177"/>
            <a:ext cx="482207" cy="419044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21" name="Pfeil: nach oben und unten 20">
            <a:extLst>
              <a:ext uri="{FF2B5EF4-FFF2-40B4-BE49-F238E27FC236}">
                <a16:creationId xmlns:a16="http://schemas.microsoft.com/office/drawing/2014/main" id="{A69482B5-770F-FBB3-45FF-C880FF739159}"/>
              </a:ext>
            </a:extLst>
          </p:cNvPr>
          <p:cNvSpPr/>
          <p:nvPr/>
        </p:nvSpPr>
        <p:spPr bwMode="auto">
          <a:xfrm>
            <a:off x="211572" y="3429000"/>
            <a:ext cx="111990" cy="226940"/>
          </a:xfrm>
          <a:prstGeom prst="upDownArrow">
            <a:avLst/>
          </a:prstGeom>
          <a:solidFill>
            <a:srgbClr val="B8C400"/>
          </a:solidFill>
          <a:ln w="12700" cap="flat" cmpd="sng" algn="ctr">
            <a:solidFill>
              <a:srgbClr val="B8C4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54C77C05-F455-8C2C-AE78-4C493C80D49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64536" y="2343891"/>
            <a:ext cx="424100" cy="207870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73FC6311-9542-C1CD-29A8-875F2B24CF6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57481" y="5576200"/>
            <a:ext cx="424100" cy="207870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sp>
        <p:nvSpPr>
          <p:cNvPr id="8" name="Multiplikationszeichen 7">
            <a:extLst>
              <a:ext uri="{FF2B5EF4-FFF2-40B4-BE49-F238E27FC236}">
                <a16:creationId xmlns:a16="http://schemas.microsoft.com/office/drawing/2014/main" id="{5395057C-1B63-5C8B-4DCF-D4F28E852CAC}"/>
              </a:ext>
            </a:extLst>
          </p:cNvPr>
          <p:cNvSpPr/>
          <p:nvPr/>
        </p:nvSpPr>
        <p:spPr bwMode="auto">
          <a:xfrm>
            <a:off x="3357947" y="2072992"/>
            <a:ext cx="794969" cy="764083"/>
          </a:xfrm>
          <a:prstGeom prst="mathMultiply">
            <a:avLst/>
          </a:prstGeom>
          <a:solidFill>
            <a:srgbClr val="FF0000"/>
          </a:solidFill>
          <a:ln w="12700" cap="flat" cmpd="sng" algn="ctr">
            <a:solidFill>
              <a:srgbClr val="B8C4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12" name="Multiplikationszeichen 11">
            <a:extLst>
              <a:ext uri="{FF2B5EF4-FFF2-40B4-BE49-F238E27FC236}">
                <a16:creationId xmlns:a16="http://schemas.microsoft.com/office/drawing/2014/main" id="{367D9A29-11E2-D1F8-C472-A16486325AC1}"/>
              </a:ext>
            </a:extLst>
          </p:cNvPr>
          <p:cNvSpPr/>
          <p:nvPr/>
        </p:nvSpPr>
        <p:spPr bwMode="auto">
          <a:xfrm>
            <a:off x="9419596" y="5292152"/>
            <a:ext cx="794969" cy="764083"/>
          </a:xfrm>
          <a:prstGeom prst="mathMultiply">
            <a:avLst/>
          </a:prstGeom>
          <a:solidFill>
            <a:srgbClr val="FF0000"/>
          </a:solidFill>
          <a:ln w="12700" cap="flat" cmpd="sng" algn="ctr">
            <a:solidFill>
              <a:srgbClr val="B8C4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16" name="Multiplikationszeichen 15">
            <a:extLst>
              <a:ext uri="{FF2B5EF4-FFF2-40B4-BE49-F238E27FC236}">
                <a16:creationId xmlns:a16="http://schemas.microsoft.com/office/drawing/2014/main" id="{2F9BBFAA-4924-96D4-6BF2-B8079CD3F76C}"/>
              </a:ext>
            </a:extLst>
          </p:cNvPr>
          <p:cNvSpPr/>
          <p:nvPr/>
        </p:nvSpPr>
        <p:spPr bwMode="auto">
          <a:xfrm>
            <a:off x="8872046" y="5273108"/>
            <a:ext cx="794969" cy="764083"/>
          </a:xfrm>
          <a:prstGeom prst="mathMultiply">
            <a:avLst/>
          </a:prstGeom>
          <a:solidFill>
            <a:srgbClr val="FF0000"/>
          </a:solidFill>
          <a:ln w="12700" cap="flat" cmpd="sng" algn="ctr">
            <a:solidFill>
              <a:srgbClr val="B8C4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9117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3E4C3-DD9A-6143-118E-4A005604C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fik 17">
            <a:extLst>
              <a:ext uri="{FF2B5EF4-FFF2-40B4-BE49-F238E27FC236}">
                <a16:creationId xmlns:a16="http://schemas.microsoft.com/office/drawing/2014/main" id="{BFBF129B-369C-1754-7400-3A8A550E2A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185" y="1268463"/>
            <a:ext cx="11009899" cy="4806816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3A90B5D0-0707-7B81-89BE-A70AE06200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520D1F-A7A6-418C-90EB-3C7F84B97953}" type="slidenum">
              <a:rPr lang="en-US" altLang="x-none" noProof="0" smtClean="0"/>
              <a:pPr/>
              <a:t>5</a:t>
            </a:fld>
            <a:endParaRPr lang="en-US" altLang="x-none" noProof="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36D0F29-BE7B-7308-11D5-70F70B90E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x-none" noProof="0"/>
              <a:t>Presentation venue | Date | Speaker</a:t>
            </a:r>
            <a:endParaRPr lang="en-US" altLang="x-none" noProof="0" dirty="0"/>
          </a:p>
        </p:txBody>
      </p:sp>
      <p:sp>
        <p:nvSpPr>
          <p:cNvPr id="5" name="Untertitel 4">
            <a:extLst>
              <a:ext uri="{FF2B5EF4-FFF2-40B4-BE49-F238E27FC236}">
                <a16:creationId xmlns:a16="http://schemas.microsoft.com/office/drawing/2014/main" id="{DDE611C7-474B-A233-8831-39591EF81C47}"/>
              </a:ext>
            </a:extLst>
          </p:cNvPr>
          <p:cNvSpPr>
            <a:spLocks noGrp="1"/>
          </p:cNvSpPr>
          <p:nvPr>
            <p:ph type="subTitle" idx="1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385C79DC-F41C-ADD1-000D-DD889CC38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Aufteilung WZ – Formträger </a:t>
            </a:r>
            <a:r>
              <a:rPr lang="de-DE" dirty="0">
                <a:highlight>
                  <a:srgbClr val="FFFF00"/>
                </a:highlight>
              </a:rPr>
              <a:t>ab Mai 2026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E9E102FA-58D8-841D-4437-B4221A128C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092" y="5450570"/>
            <a:ext cx="466295" cy="349478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AC48DAB5-D966-1557-BD20-294296B0BF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7199" y="5449231"/>
            <a:ext cx="466295" cy="349478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A037CC5E-12AC-5C5F-AFEA-F061998365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37" y="2837075"/>
            <a:ext cx="425075" cy="346108"/>
          </a:xfrm>
          <a:prstGeom prst="rect">
            <a:avLst/>
          </a:prstGeom>
          <a:ln w="25400">
            <a:solidFill>
              <a:schemeClr val="accent6">
                <a:lumMod val="75000"/>
              </a:schemeClr>
            </a:solidFill>
          </a:ln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47B9BE89-2452-EAAE-BDBE-0E3EB3F0E3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523" b="98139" l="552" r="99117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24429" y="2729900"/>
            <a:ext cx="486038" cy="334079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971C9CB3-E606-CE4A-976F-5B47D80A2DC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337" y="2359558"/>
            <a:ext cx="506237" cy="350795"/>
          </a:xfrm>
          <a:prstGeom prst="rect">
            <a:avLst/>
          </a:prstGeom>
          <a:ln w="25400">
            <a:solidFill>
              <a:schemeClr val="accent6">
                <a:lumMod val="75000"/>
              </a:schemeClr>
            </a:solidFill>
          </a:ln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AA21029C-955F-7AA3-C136-43D55F00E30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73628" y="2247502"/>
            <a:ext cx="506238" cy="333273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sp>
        <p:nvSpPr>
          <p:cNvPr id="20" name="Textfeld 19">
            <a:extLst>
              <a:ext uri="{FF2B5EF4-FFF2-40B4-BE49-F238E27FC236}">
                <a16:creationId xmlns:a16="http://schemas.microsoft.com/office/drawing/2014/main" id="{9E959E64-4275-1B96-AA99-F294EBA4FDC5}"/>
              </a:ext>
            </a:extLst>
          </p:cNvPr>
          <p:cNvSpPr txBox="1"/>
          <p:nvPr/>
        </p:nvSpPr>
        <p:spPr>
          <a:xfrm>
            <a:off x="6210733" y="3563521"/>
            <a:ext cx="425758" cy="15388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l"/>
            <a:r>
              <a:rPr lang="de-DE" sz="1000" b="1" dirty="0">
                <a:latin typeface="+mn-lt"/>
              </a:rPr>
              <a:t>C11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B6432A6-398F-39F9-5583-526F6E3BDD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3274" y="2247502"/>
            <a:ext cx="424100" cy="345314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sp>
        <p:nvSpPr>
          <p:cNvPr id="14" name="Rechteck 13">
            <a:extLst>
              <a:ext uri="{FF2B5EF4-FFF2-40B4-BE49-F238E27FC236}">
                <a16:creationId xmlns:a16="http://schemas.microsoft.com/office/drawing/2014/main" id="{AB5D6B7C-7335-DD99-A9FF-0D6B4048F5C0}"/>
              </a:ext>
            </a:extLst>
          </p:cNvPr>
          <p:cNvSpPr/>
          <p:nvPr/>
        </p:nvSpPr>
        <p:spPr bwMode="auto">
          <a:xfrm>
            <a:off x="1149297" y="2665177"/>
            <a:ext cx="482207" cy="419044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21" name="Pfeil: nach oben und unten 20">
            <a:extLst>
              <a:ext uri="{FF2B5EF4-FFF2-40B4-BE49-F238E27FC236}">
                <a16:creationId xmlns:a16="http://schemas.microsoft.com/office/drawing/2014/main" id="{E951FC2A-36BF-8767-F69E-76C367DD7018}"/>
              </a:ext>
            </a:extLst>
          </p:cNvPr>
          <p:cNvSpPr/>
          <p:nvPr/>
        </p:nvSpPr>
        <p:spPr bwMode="auto">
          <a:xfrm>
            <a:off x="211572" y="3429000"/>
            <a:ext cx="111990" cy="226940"/>
          </a:xfrm>
          <a:prstGeom prst="upDownArrow">
            <a:avLst/>
          </a:prstGeom>
          <a:solidFill>
            <a:srgbClr val="B8C400"/>
          </a:solidFill>
          <a:ln w="12700" cap="flat" cmpd="sng" algn="ctr">
            <a:solidFill>
              <a:srgbClr val="B8C4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97187D18-95EB-F291-713E-3BA244F04052}"/>
              </a:ext>
            </a:extLst>
          </p:cNvPr>
          <p:cNvSpPr/>
          <p:nvPr/>
        </p:nvSpPr>
        <p:spPr bwMode="auto">
          <a:xfrm>
            <a:off x="8328248" y="1234030"/>
            <a:ext cx="2508755" cy="1346745"/>
          </a:xfrm>
          <a:prstGeom prst="roundRect">
            <a:avLst/>
          </a:prstGeom>
          <a:solidFill>
            <a:srgbClr val="B8C400"/>
          </a:solidFill>
          <a:ln w="12700" cap="flat" cmpd="sng" algn="ctr">
            <a:solidFill>
              <a:srgbClr val="B8C4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anose="020B0604020202020204" pitchFamily="34" charset="0"/>
              </a:rPr>
              <a:t>STEP 1</a:t>
            </a:r>
          </a:p>
        </p:txBody>
      </p: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E4644386-8829-B69B-1BC8-2187C5619501}"/>
              </a:ext>
            </a:extLst>
          </p:cNvPr>
          <p:cNvCxnSpPr/>
          <p:nvPr/>
        </p:nvCxnSpPr>
        <p:spPr bwMode="auto">
          <a:xfrm>
            <a:off x="3115324" y="3183183"/>
            <a:ext cx="6408102" cy="2190033"/>
          </a:xfrm>
          <a:prstGeom prst="straightConnector1">
            <a:avLst/>
          </a:prstGeom>
          <a:solidFill>
            <a:srgbClr val="B8C400"/>
          </a:solidFill>
          <a:ln w="57150" cap="flat" cmpd="sng" algn="ctr">
            <a:solidFill>
              <a:srgbClr val="B8C4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179830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57083-D193-4440-598E-523341E96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fik 17">
            <a:extLst>
              <a:ext uri="{FF2B5EF4-FFF2-40B4-BE49-F238E27FC236}">
                <a16:creationId xmlns:a16="http://schemas.microsoft.com/office/drawing/2014/main" id="{6743950C-63C8-7A41-EA76-937C77FE01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185" y="1268463"/>
            <a:ext cx="11009899" cy="4806816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5C05642-8E1B-7682-7282-7B8CE1CDF4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520D1F-A7A6-418C-90EB-3C7F84B97953}" type="slidenum">
              <a:rPr lang="en-US" altLang="x-none" noProof="0" smtClean="0"/>
              <a:pPr/>
              <a:t>6</a:t>
            </a:fld>
            <a:endParaRPr lang="en-US" altLang="x-none" noProof="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84E2E18-3851-AB6A-D480-1E6200FF3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x-none" noProof="0"/>
              <a:t>Presentation venue | Date | Speaker</a:t>
            </a:r>
            <a:endParaRPr lang="en-US" altLang="x-none" noProof="0" dirty="0"/>
          </a:p>
        </p:txBody>
      </p:sp>
      <p:sp>
        <p:nvSpPr>
          <p:cNvPr id="5" name="Untertitel 4">
            <a:extLst>
              <a:ext uri="{FF2B5EF4-FFF2-40B4-BE49-F238E27FC236}">
                <a16:creationId xmlns:a16="http://schemas.microsoft.com/office/drawing/2014/main" id="{759FA493-21AE-2997-2B3E-B5C74EDB418C}"/>
              </a:ext>
            </a:extLst>
          </p:cNvPr>
          <p:cNvSpPr>
            <a:spLocks noGrp="1"/>
          </p:cNvSpPr>
          <p:nvPr>
            <p:ph type="subTitle" idx="1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3B534976-A8A2-4044-F346-2C3D7361D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Aufteilung WZ – Formträger </a:t>
            </a:r>
            <a:r>
              <a:rPr lang="de-DE" dirty="0">
                <a:highlight>
                  <a:srgbClr val="FFFF00"/>
                </a:highlight>
              </a:rPr>
              <a:t>ab Mai 2026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6234727A-DF2C-F4A1-E8FC-DBF7B27B7F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092" y="5450570"/>
            <a:ext cx="466295" cy="349478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03F468B6-15A3-8CBD-E3FF-961C594D00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7199" y="5449231"/>
            <a:ext cx="466295" cy="349478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15FBEB4E-BA1D-AEFC-14C6-C47AD8747E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3392" y="2738113"/>
            <a:ext cx="425075" cy="346108"/>
          </a:xfrm>
          <a:prstGeom prst="rect">
            <a:avLst/>
          </a:prstGeom>
          <a:ln w="25400">
            <a:solidFill>
              <a:schemeClr val="accent6">
                <a:lumMod val="75000"/>
              </a:schemeClr>
            </a:solidFill>
          </a:ln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B299C77D-F8BC-4ABD-CB8A-D854CE9654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523" b="98139" l="552" r="99117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24429" y="2729900"/>
            <a:ext cx="486038" cy="334079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ECC71956-D71E-13FF-EDA8-BE4F74F02A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337" y="2359558"/>
            <a:ext cx="506237" cy="350795"/>
          </a:xfrm>
          <a:prstGeom prst="rect">
            <a:avLst/>
          </a:prstGeom>
          <a:ln w="25400">
            <a:solidFill>
              <a:schemeClr val="accent6">
                <a:lumMod val="75000"/>
              </a:schemeClr>
            </a:solidFill>
          </a:ln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69FFA6D8-07F3-52E0-D733-0166EFD3EFC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73628" y="2247502"/>
            <a:ext cx="506238" cy="333273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sp>
        <p:nvSpPr>
          <p:cNvPr id="20" name="Textfeld 19">
            <a:extLst>
              <a:ext uri="{FF2B5EF4-FFF2-40B4-BE49-F238E27FC236}">
                <a16:creationId xmlns:a16="http://schemas.microsoft.com/office/drawing/2014/main" id="{E1198F09-EBC9-BED4-B23A-649AD7E93D5F}"/>
              </a:ext>
            </a:extLst>
          </p:cNvPr>
          <p:cNvSpPr txBox="1"/>
          <p:nvPr/>
        </p:nvSpPr>
        <p:spPr>
          <a:xfrm>
            <a:off x="6210733" y="3563521"/>
            <a:ext cx="425758" cy="15388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l"/>
            <a:r>
              <a:rPr lang="de-DE" sz="1000" b="1" dirty="0">
                <a:latin typeface="+mn-lt"/>
              </a:rPr>
              <a:t>C11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441E9DB-4DF3-3329-7871-037AD07135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3274" y="2714795"/>
            <a:ext cx="424100" cy="345314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sp>
        <p:nvSpPr>
          <p:cNvPr id="14" name="Rechteck 13">
            <a:extLst>
              <a:ext uri="{FF2B5EF4-FFF2-40B4-BE49-F238E27FC236}">
                <a16:creationId xmlns:a16="http://schemas.microsoft.com/office/drawing/2014/main" id="{5582F6EA-B286-EFA8-9B85-303FBC03E36E}"/>
              </a:ext>
            </a:extLst>
          </p:cNvPr>
          <p:cNvSpPr/>
          <p:nvPr/>
        </p:nvSpPr>
        <p:spPr bwMode="auto">
          <a:xfrm>
            <a:off x="1149297" y="2665177"/>
            <a:ext cx="482207" cy="419044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A87C346B-9B17-422B-3A87-B5B61E90E045}"/>
              </a:ext>
            </a:extLst>
          </p:cNvPr>
          <p:cNvSpPr/>
          <p:nvPr/>
        </p:nvSpPr>
        <p:spPr bwMode="auto">
          <a:xfrm>
            <a:off x="8328248" y="1234030"/>
            <a:ext cx="2508755" cy="1346745"/>
          </a:xfrm>
          <a:prstGeom prst="roundRect">
            <a:avLst/>
          </a:prstGeom>
          <a:solidFill>
            <a:srgbClr val="B8C400"/>
          </a:solidFill>
          <a:ln w="12700" cap="flat" cmpd="sng" algn="ctr">
            <a:solidFill>
              <a:srgbClr val="B8C4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anose="020B0604020202020204" pitchFamily="34" charset="0"/>
              </a:rPr>
              <a:t>STEP 2</a:t>
            </a:r>
          </a:p>
        </p:txBody>
      </p: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3B0F926F-CC53-D7D3-393B-B30566A54137}"/>
              </a:ext>
            </a:extLst>
          </p:cNvPr>
          <p:cNvCxnSpPr>
            <a:endCxn id="4" idx="0"/>
          </p:cNvCxnSpPr>
          <p:nvPr/>
        </p:nvCxnSpPr>
        <p:spPr bwMode="auto">
          <a:xfrm>
            <a:off x="3115324" y="2247502"/>
            <a:ext cx="0" cy="467293"/>
          </a:xfrm>
          <a:prstGeom prst="straightConnector1">
            <a:avLst/>
          </a:prstGeom>
          <a:solidFill>
            <a:srgbClr val="B8C400"/>
          </a:solidFill>
          <a:ln w="57150" cap="flat" cmpd="sng" algn="ctr">
            <a:solidFill>
              <a:srgbClr val="B8C4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2C3835EF-B5EF-0D6A-A0F3-E2735693F118}"/>
              </a:ext>
            </a:extLst>
          </p:cNvPr>
          <p:cNvCxnSpPr/>
          <p:nvPr/>
        </p:nvCxnSpPr>
        <p:spPr bwMode="auto">
          <a:xfrm flipV="1">
            <a:off x="341455" y="3118654"/>
            <a:ext cx="1961937" cy="162556"/>
          </a:xfrm>
          <a:prstGeom prst="straightConnector1">
            <a:avLst/>
          </a:prstGeom>
          <a:solidFill>
            <a:srgbClr val="B8C400"/>
          </a:solidFill>
          <a:ln w="57150" cap="flat" cmpd="sng" algn="ctr">
            <a:solidFill>
              <a:srgbClr val="B8C4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220306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6AD26-C1AB-AF90-2404-16B83AD0A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fik 17">
            <a:extLst>
              <a:ext uri="{FF2B5EF4-FFF2-40B4-BE49-F238E27FC236}">
                <a16:creationId xmlns:a16="http://schemas.microsoft.com/office/drawing/2014/main" id="{9AEC896E-D433-EF2B-A550-C9A3918657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185" y="1268463"/>
            <a:ext cx="11009899" cy="4806816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B1E74497-614F-93A3-342B-DBAD0939DB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520D1F-A7A6-418C-90EB-3C7F84B97953}" type="slidenum">
              <a:rPr lang="en-US" altLang="x-none" noProof="0" smtClean="0"/>
              <a:pPr/>
              <a:t>7</a:t>
            </a:fld>
            <a:endParaRPr lang="en-US" altLang="x-none" noProof="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01C4402-F751-16EE-9630-E346F3F72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x-none" noProof="0"/>
              <a:t>Presentation venue | Date | Speaker</a:t>
            </a:r>
            <a:endParaRPr lang="en-US" altLang="x-none" noProof="0" dirty="0"/>
          </a:p>
        </p:txBody>
      </p:sp>
      <p:sp>
        <p:nvSpPr>
          <p:cNvPr id="5" name="Untertitel 4">
            <a:extLst>
              <a:ext uri="{FF2B5EF4-FFF2-40B4-BE49-F238E27FC236}">
                <a16:creationId xmlns:a16="http://schemas.microsoft.com/office/drawing/2014/main" id="{13EF540D-EEFA-C815-A9F3-02ED023F7F48}"/>
              </a:ext>
            </a:extLst>
          </p:cNvPr>
          <p:cNvSpPr>
            <a:spLocks noGrp="1"/>
          </p:cNvSpPr>
          <p:nvPr>
            <p:ph type="subTitle" idx="1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0338A7C-059E-B800-5BB3-1DF55D0C6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Aufteilung WZ – Formträger </a:t>
            </a:r>
            <a:r>
              <a:rPr lang="de-DE" dirty="0">
                <a:highlight>
                  <a:srgbClr val="FFFF00"/>
                </a:highlight>
              </a:rPr>
              <a:t>ab Mai 2026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9D58FA9-48C5-0B10-D32E-B05E1D2DC2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092" y="5450570"/>
            <a:ext cx="466295" cy="349478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6E8C599C-99EC-12D6-10FE-9F42C8B65A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7199" y="5449231"/>
            <a:ext cx="466295" cy="349478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8F82653B-C2BE-304E-B95F-EEC9D125A2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3392" y="2738113"/>
            <a:ext cx="425075" cy="346108"/>
          </a:xfrm>
          <a:prstGeom prst="rect">
            <a:avLst/>
          </a:prstGeom>
          <a:ln w="25400">
            <a:solidFill>
              <a:schemeClr val="accent6">
                <a:lumMod val="75000"/>
              </a:schemeClr>
            </a:solidFill>
          </a:ln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FB779E99-1E99-7896-CF69-0C36E9CC0B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523" b="98139" l="552" r="99117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24429" y="2729900"/>
            <a:ext cx="486038" cy="334079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70162B7C-2E8E-B1F5-3601-E76380C9A7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62205" y="2196462"/>
            <a:ext cx="506237" cy="350795"/>
          </a:xfrm>
          <a:prstGeom prst="rect">
            <a:avLst/>
          </a:prstGeom>
          <a:ln w="25400">
            <a:solidFill>
              <a:schemeClr val="accent6">
                <a:lumMod val="75000"/>
              </a:schemeClr>
            </a:solidFill>
          </a:ln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07CF47A7-28AE-B2DA-FB22-85CC73DBF8A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03712" y="2213984"/>
            <a:ext cx="506238" cy="333273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sp>
        <p:nvSpPr>
          <p:cNvPr id="20" name="Textfeld 19">
            <a:extLst>
              <a:ext uri="{FF2B5EF4-FFF2-40B4-BE49-F238E27FC236}">
                <a16:creationId xmlns:a16="http://schemas.microsoft.com/office/drawing/2014/main" id="{F0AA86A0-33DF-E4D1-69DD-7AD1AD457619}"/>
              </a:ext>
            </a:extLst>
          </p:cNvPr>
          <p:cNvSpPr txBox="1"/>
          <p:nvPr/>
        </p:nvSpPr>
        <p:spPr>
          <a:xfrm>
            <a:off x="6210733" y="3563521"/>
            <a:ext cx="425758" cy="15388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l"/>
            <a:r>
              <a:rPr lang="de-DE" sz="1000" b="1" dirty="0">
                <a:latin typeface="+mn-lt"/>
              </a:rPr>
              <a:t>C11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ACE0299-3CB5-6518-AB8D-ABADC19CEF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3274" y="2714795"/>
            <a:ext cx="424100" cy="345314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sp>
        <p:nvSpPr>
          <p:cNvPr id="14" name="Rechteck 13">
            <a:extLst>
              <a:ext uri="{FF2B5EF4-FFF2-40B4-BE49-F238E27FC236}">
                <a16:creationId xmlns:a16="http://schemas.microsoft.com/office/drawing/2014/main" id="{F0F21494-7EA3-6FDE-8AF3-77379183AC71}"/>
              </a:ext>
            </a:extLst>
          </p:cNvPr>
          <p:cNvSpPr/>
          <p:nvPr/>
        </p:nvSpPr>
        <p:spPr bwMode="auto">
          <a:xfrm>
            <a:off x="1149297" y="2665177"/>
            <a:ext cx="482207" cy="419044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C3538942-C184-87F4-3643-1358ED3C60DC}"/>
              </a:ext>
            </a:extLst>
          </p:cNvPr>
          <p:cNvSpPr/>
          <p:nvPr/>
        </p:nvSpPr>
        <p:spPr bwMode="auto">
          <a:xfrm>
            <a:off x="8328248" y="1234030"/>
            <a:ext cx="2508755" cy="1346745"/>
          </a:xfrm>
          <a:prstGeom prst="roundRect">
            <a:avLst/>
          </a:prstGeom>
          <a:solidFill>
            <a:srgbClr val="B8C400"/>
          </a:solidFill>
          <a:ln w="12700" cap="flat" cmpd="sng" algn="ctr">
            <a:solidFill>
              <a:srgbClr val="B8C4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anose="020B0604020202020204" pitchFamily="34" charset="0"/>
              </a:rPr>
              <a:t>STEP 3</a:t>
            </a:r>
          </a:p>
        </p:txBody>
      </p: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F7A6975F-B273-F8AB-B4FD-06053D406FEC}"/>
              </a:ext>
            </a:extLst>
          </p:cNvPr>
          <p:cNvCxnSpPr/>
          <p:nvPr/>
        </p:nvCxnSpPr>
        <p:spPr bwMode="auto">
          <a:xfrm>
            <a:off x="2639616" y="2473313"/>
            <a:ext cx="864096" cy="0"/>
          </a:xfrm>
          <a:prstGeom prst="straightConnector1">
            <a:avLst/>
          </a:prstGeom>
          <a:solidFill>
            <a:srgbClr val="B8C400"/>
          </a:solidFill>
          <a:ln w="57150" cap="flat" cmpd="sng" algn="ctr">
            <a:solidFill>
              <a:srgbClr val="B8C4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901C3956-1074-5D7C-2759-BAFA326197DC}"/>
              </a:ext>
            </a:extLst>
          </p:cNvPr>
          <p:cNvCxnSpPr/>
          <p:nvPr/>
        </p:nvCxnSpPr>
        <p:spPr bwMode="auto">
          <a:xfrm flipV="1">
            <a:off x="407368" y="2213984"/>
            <a:ext cx="2495906" cy="302239"/>
          </a:xfrm>
          <a:prstGeom prst="straightConnector1">
            <a:avLst/>
          </a:prstGeom>
          <a:solidFill>
            <a:srgbClr val="B8C400"/>
          </a:solidFill>
          <a:ln w="57150" cap="flat" cmpd="sng" algn="ctr">
            <a:solidFill>
              <a:srgbClr val="B8C4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376383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1190B-81D0-63F4-5139-7E7DB093C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fik 17">
            <a:extLst>
              <a:ext uri="{FF2B5EF4-FFF2-40B4-BE49-F238E27FC236}">
                <a16:creationId xmlns:a16="http://schemas.microsoft.com/office/drawing/2014/main" id="{461BAE2C-5736-0561-869F-75514A5143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185" y="1268463"/>
            <a:ext cx="11009899" cy="4806816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B58CBE3-ACBB-DBAB-FFD8-730CE09AEA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520D1F-A7A6-418C-90EB-3C7F84B97953}" type="slidenum">
              <a:rPr lang="en-US" altLang="x-none" noProof="0" smtClean="0"/>
              <a:pPr/>
              <a:t>8</a:t>
            </a:fld>
            <a:endParaRPr lang="en-US" altLang="x-none" noProof="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50DCA00-8D39-CB10-AC3C-F87265CB4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x-none" noProof="0"/>
              <a:t>Presentation venue | Date | Speaker</a:t>
            </a:r>
            <a:endParaRPr lang="en-US" altLang="x-none" noProof="0" dirty="0"/>
          </a:p>
        </p:txBody>
      </p:sp>
      <p:sp>
        <p:nvSpPr>
          <p:cNvPr id="5" name="Untertitel 4">
            <a:extLst>
              <a:ext uri="{FF2B5EF4-FFF2-40B4-BE49-F238E27FC236}">
                <a16:creationId xmlns:a16="http://schemas.microsoft.com/office/drawing/2014/main" id="{F8E5C351-1B99-3ADA-08B3-1C329DAAA7E7}"/>
              </a:ext>
            </a:extLst>
          </p:cNvPr>
          <p:cNvSpPr>
            <a:spLocks noGrp="1"/>
          </p:cNvSpPr>
          <p:nvPr>
            <p:ph type="subTitle" idx="1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0511DE9-13E7-A4E4-9642-6EA30F709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Aufteilung WZ – Formträger </a:t>
            </a:r>
            <a:r>
              <a:rPr lang="de-DE" dirty="0">
                <a:highlight>
                  <a:srgbClr val="FFFF00"/>
                </a:highlight>
              </a:rPr>
              <a:t>ab Mai 2026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60F5D1EA-B9A2-2579-BB99-B1D4011F89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092" y="5450570"/>
            <a:ext cx="466295" cy="349478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CF4CBAAC-5F70-6EF6-923F-111F4B35D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7199" y="5449231"/>
            <a:ext cx="466295" cy="349478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FB96DF1E-B7C1-6022-520B-8F140CB77B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3392" y="2738113"/>
            <a:ext cx="425075" cy="346108"/>
          </a:xfrm>
          <a:prstGeom prst="rect">
            <a:avLst/>
          </a:prstGeom>
          <a:ln w="25400">
            <a:solidFill>
              <a:srgbClr val="B8C400"/>
            </a:solidFill>
          </a:ln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72BF61C1-45FD-173F-1AC4-55D46EAD4B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523" b="98139" l="552" r="99117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24429" y="2729900"/>
            <a:ext cx="486038" cy="334079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0DE38D8F-23A6-C22C-CA30-C238D38736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62205" y="2196462"/>
            <a:ext cx="506237" cy="350795"/>
          </a:xfrm>
          <a:prstGeom prst="rect">
            <a:avLst/>
          </a:prstGeom>
          <a:ln w="25400">
            <a:solidFill>
              <a:srgbClr val="B8C400"/>
            </a:solidFill>
          </a:ln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521684C1-C61C-1E35-9EBD-902A0AA3A2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03712" y="2213984"/>
            <a:ext cx="506238" cy="333273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sp>
        <p:nvSpPr>
          <p:cNvPr id="20" name="Textfeld 19">
            <a:extLst>
              <a:ext uri="{FF2B5EF4-FFF2-40B4-BE49-F238E27FC236}">
                <a16:creationId xmlns:a16="http://schemas.microsoft.com/office/drawing/2014/main" id="{5AB811D8-38B0-1FD3-0267-7D7FCB0D8B0C}"/>
              </a:ext>
            </a:extLst>
          </p:cNvPr>
          <p:cNvSpPr txBox="1"/>
          <p:nvPr/>
        </p:nvSpPr>
        <p:spPr>
          <a:xfrm>
            <a:off x="6210733" y="3563521"/>
            <a:ext cx="425758" cy="15388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l"/>
            <a:r>
              <a:rPr lang="de-DE" sz="1000" b="1" dirty="0">
                <a:latin typeface="+mn-lt"/>
              </a:rPr>
              <a:t>C11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A16B4FDC-EF0A-CB1F-32FA-ACEF56EB5B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3274" y="2714795"/>
            <a:ext cx="424100" cy="345314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sp>
        <p:nvSpPr>
          <p:cNvPr id="14" name="Rechteck 13">
            <a:extLst>
              <a:ext uri="{FF2B5EF4-FFF2-40B4-BE49-F238E27FC236}">
                <a16:creationId xmlns:a16="http://schemas.microsoft.com/office/drawing/2014/main" id="{C7AF1AAB-1271-A752-3534-2D94D2DD1963}"/>
              </a:ext>
            </a:extLst>
          </p:cNvPr>
          <p:cNvSpPr/>
          <p:nvPr/>
        </p:nvSpPr>
        <p:spPr bwMode="auto">
          <a:xfrm>
            <a:off x="2274825" y="2153637"/>
            <a:ext cx="482207" cy="419044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0C75CA61-20EF-6E5B-BE58-51886BE68EDE}"/>
              </a:ext>
            </a:extLst>
          </p:cNvPr>
          <p:cNvSpPr/>
          <p:nvPr/>
        </p:nvSpPr>
        <p:spPr bwMode="auto">
          <a:xfrm>
            <a:off x="6744072" y="1234030"/>
            <a:ext cx="4092931" cy="1346745"/>
          </a:xfrm>
          <a:prstGeom prst="roundRect">
            <a:avLst/>
          </a:prstGeom>
          <a:solidFill>
            <a:srgbClr val="B8C400"/>
          </a:solidFill>
          <a:ln w="12700" cap="flat" cmpd="sng" algn="ctr">
            <a:solidFill>
              <a:srgbClr val="B8C4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anose="020B0604020202020204" pitchFamily="34" charset="0"/>
              </a:rPr>
              <a:t>Halbteile 602A eQ6 H4 </a:t>
            </a:r>
            <a:r>
              <a:rPr kumimoji="0" 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H3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2000" dirty="0">
                <a:latin typeface="+mn-lt"/>
                <a:sym typeface="Wingdings" panose="05000000000000000000" pitchFamily="2" charset="2"/>
              </a:rPr>
              <a:t>Halbteile 602 e6 H2  H2</a:t>
            </a:r>
            <a:endParaRPr kumimoji="0" lang="de-DE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8" name="Pfeil: nach links und rechts 7">
            <a:extLst>
              <a:ext uri="{FF2B5EF4-FFF2-40B4-BE49-F238E27FC236}">
                <a16:creationId xmlns:a16="http://schemas.microsoft.com/office/drawing/2014/main" id="{98458AA3-C149-ACC3-9681-4B47D2C8486C}"/>
              </a:ext>
            </a:extLst>
          </p:cNvPr>
          <p:cNvSpPr/>
          <p:nvPr/>
        </p:nvSpPr>
        <p:spPr bwMode="auto">
          <a:xfrm rot="20640007">
            <a:off x="10382791" y="5117534"/>
            <a:ext cx="1236949" cy="484632"/>
          </a:xfrm>
          <a:prstGeom prst="leftRightArrow">
            <a:avLst/>
          </a:prstGeom>
          <a:solidFill>
            <a:srgbClr val="B8C400"/>
          </a:solidFill>
          <a:ln w="12700" cap="flat" cmpd="sng" algn="ctr">
            <a:solidFill>
              <a:srgbClr val="B8C4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12" name="Pfeil: nach links und rechts 11">
            <a:extLst>
              <a:ext uri="{FF2B5EF4-FFF2-40B4-BE49-F238E27FC236}">
                <a16:creationId xmlns:a16="http://schemas.microsoft.com/office/drawing/2014/main" id="{38472D38-DC6F-0718-572A-F6C1BFAB7EFA}"/>
              </a:ext>
            </a:extLst>
          </p:cNvPr>
          <p:cNvSpPr/>
          <p:nvPr/>
        </p:nvSpPr>
        <p:spPr bwMode="auto">
          <a:xfrm rot="19343482">
            <a:off x="-61462" y="4276408"/>
            <a:ext cx="3158077" cy="484632"/>
          </a:xfrm>
          <a:prstGeom prst="leftRightArrow">
            <a:avLst/>
          </a:prstGeom>
          <a:solidFill>
            <a:srgbClr val="B8C400"/>
          </a:solidFill>
          <a:ln w="12700" cap="flat" cmpd="sng" algn="ctr">
            <a:solidFill>
              <a:srgbClr val="B8C4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19" name="Multiplikationszeichen 18">
            <a:extLst>
              <a:ext uri="{FF2B5EF4-FFF2-40B4-BE49-F238E27FC236}">
                <a16:creationId xmlns:a16="http://schemas.microsoft.com/office/drawing/2014/main" id="{87DF5B55-ACBB-C707-A7E2-B1111DDB65A2}"/>
              </a:ext>
            </a:extLst>
          </p:cNvPr>
          <p:cNvSpPr/>
          <p:nvPr/>
        </p:nvSpPr>
        <p:spPr bwMode="auto">
          <a:xfrm>
            <a:off x="1644647" y="2084838"/>
            <a:ext cx="628449" cy="591563"/>
          </a:xfrm>
          <a:prstGeom prst="mathMultiply">
            <a:avLst/>
          </a:prstGeom>
          <a:solidFill>
            <a:srgbClr val="FF0000"/>
          </a:solidFill>
          <a:ln w="12700" cap="flat" cmpd="sng" algn="ctr">
            <a:solidFill>
              <a:srgbClr val="B8C4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21" name="Multiplikationszeichen 20">
            <a:extLst>
              <a:ext uri="{FF2B5EF4-FFF2-40B4-BE49-F238E27FC236}">
                <a16:creationId xmlns:a16="http://schemas.microsoft.com/office/drawing/2014/main" id="{29671073-14E1-F170-E8A3-422003AE18F3}"/>
              </a:ext>
            </a:extLst>
          </p:cNvPr>
          <p:cNvSpPr/>
          <p:nvPr/>
        </p:nvSpPr>
        <p:spPr bwMode="auto">
          <a:xfrm>
            <a:off x="1107467" y="2115129"/>
            <a:ext cx="613797" cy="630071"/>
          </a:xfrm>
          <a:prstGeom prst="mathMultiply">
            <a:avLst/>
          </a:prstGeom>
          <a:solidFill>
            <a:srgbClr val="FF0000"/>
          </a:solidFill>
          <a:ln w="12700" cap="flat" cmpd="sng" algn="ctr">
            <a:solidFill>
              <a:srgbClr val="B8C4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22" name="Multiplikationszeichen 21">
            <a:extLst>
              <a:ext uri="{FF2B5EF4-FFF2-40B4-BE49-F238E27FC236}">
                <a16:creationId xmlns:a16="http://schemas.microsoft.com/office/drawing/2014/main" id="{C86584D5-113C-64B6-A2FA-7AAB966FECEE}"/>
              </a:ext>
            </a:extLst>
          </p:cNvPr>
          <p:cNvSpPr/>
          <p:nvPr/>
        </p:nvSpPr>
        <p:spPr bwMode="auto">
          <a:xfrm>
            <a:off x="1039525" y="2607533"/>
            <a:ext cx="693226" cy="578811"/>
          </a:xfrm>
          <a:prstGeom prst="mathMultiply">
            <a:avLst/>
          </a:prstGeom>
          <a:solidFill>
            <a:srgbClr val="FF0000"/>
          </a:solidFill>
          <a:ln w="12700" cap="flat" cmpd="sng" algn="ctr">
            <a:solidFill>
              <a:srgbClr val="B8C4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A4AF5953-8AE0-01DD-D031-0550720F0D67}"/>
              </a:ext>
            </a:extLst>
          </p:cNvPr>
          <p:cNvSpPr/>
          <p:nvPr/>
        </p:nvSpPr>
        <p:spPr bwMode="auto">
          <a:xfrm>
            <a:off x="278664" y="1030984"/>
            <a:ext cx="2624610" cy="914400"/>
          </a:xfrm>
          <a:prstGeom prst="roundRect">
            <a:avLst/>
          </a:prstGeom>
          <a:solidFill>
            <a:srgbClr val="F1A670"/>
          </a:solidFill>
          <a:ln w="12700" cap="flat" cmpd="sng" algn="ctr">
            <a:solidFill>
              <a:srgbClr val="B8C4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anose="020B0604020202020204" pitchFamily="34" charset="0"/>
              </a:rPr>
              <a:t>Ersatzteile inklusive Q2 LL + RL</a:t>
            </a:r>
          </a:p>
        </p:txBody>
      </p: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B57B3EE3-B1A4-5DF5-CEB0-A49ECFE34103}"/>
              </a:ext>
            </a:extLst>
          </p:cNvPr>
          <p:cNvCxnSpPr>
            <a:endCxn id="14" idx="0"/>
          </p:cNvCxnSpPr>
          <p:nvPr/>
        </p:nvCxnSpPr>
        <p:spPr bwMode="auto">
          <a:xfrm>
            <a:off x="1517576" y="1907402"/>
            <a:ext cx="998353" cy="246235"/>
          </a:xfrm>
          <a:prstGeom prst="straightConnector1">
            <a:avLst/>
          </a:prstGeom>
          <a:solidFill>
            <a:srgbClr val="B8C400"/>
          </a:solidFill>
          <a:ln w="57150" cap="flat" cmpd="sng" algn="ctr">
            <a:solidFill>
              <a:schemeClr val="accent4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9128749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47047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RSINFO" val="AUT2001"/>
</p:tagLst>
</file>

<file path=ppt/theme/theme1.xml><?xml version="1.0" encoding="utf-8"?>
<a:theme xmlns:a="http://schemas.openxmlformats.org/drawingml/2006/main" name="Autoneum_Templates_and_Guidelines_for_PowerPoint">
  <a:themeElements>
    <a:clrScheme name="Autoneum_korrekt">
      <a:dk1>
        <a:srgbClr val="000000"/>
      </a:dk1>
      <a:lt1>
        <a:srgbClr val="FFFFFF"/>
      </a:lt1>
      <a:dk2>
        <a:srgbClr val="DAE279"/>
      </a:dk2>
      <a:lt2>
        <a:srgbClr val="DCDCDC"/>
      </a:lt2>
      <a:accent1>
        <a:srgbClr val="B8C400"/>
      </a:accent1>
      <a:accent2>
        <a:srgbClr val="666666"/>
      </a:accent2>
      <a:accent3>
        <a:srgbClr val="69BBFF"/>
      </a:accent3>
      <a:accent4>
        <a:srgbClr val="E86A10"/>
      </a:accent4>
      <a:accent5>
        <a:srgbClr val="DCDCDC"/>
      </a:accent5>
      <a:accent6>
        <a:srgbClr val="F1A670"/>
      </a:accent6>
      <a:hlink>
        <a:srgbClr val="B8C400"/>
      </a:hlink>
      <a:folHlink>
        <a:srgbClr val="69BBFF"/>
      </a:folHlink>
    </a:clrScheme>
    <a:fontScheme name="Autoneum_Templates_and_Guidelines_for_PowerPoi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rgbClr val="B8C400"/>
        </a:solidFill>
        <a:ln w="12700" cap="flat" cmpd="sng" algn="ctr">
          <a:solidFill>
            <a:srgbClr val="B8C4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600" b="0" i="0" u="none" strike="noStrike" cap="none" normalizeH="0" baseline="0" dirty="0" err="1" smtClean="0">
            <a:ln>
              <a:noFill/>
            </a:ln>
            <a:solidFill>
              <a:schemeClr val="tx1"/>
            </a:solidFill>
            <a:effectLst/>
            <a:latin typeface="+mn-lt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B8C400"/>
        </a:solidFill>
        <a:ln w="12700" cap="flat" cmpd="sng" algn="ctr">
          <a:solidFill>
            <a:srgbClr val="B8C4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altLang="x-non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  <a:txDef>
      <a:spPr>
        <a:noFill/>
      </a:spPr>
      <a:bodyPr wrap="square" lIns="0" tIns="0" rIns="0" bIns="0" rtlCol="0" anchor="t" anchorCtr="0">
        <a:spAutoFit/>
      </a:bodyPr>
      <a:lstStyle>
        <a:defPPr algn="l">
          <a:defRPr sz="1600" smtClean="0">
            <a:latin typeface="+mn-lt"/>
          </a:defRPr>
        </a:defPPr>
      </a:lstStyle>
    </a:txDef>
  </a:objectDefaults>
  <a:extraClrSchemeLst>
    <a:extraClrScheme>
      <a:clrScheme name="Autoneum_Templates_and_Guidelines_for_PowerPoint 1">
        <a:dk1>
          <a:srgbClr val="000000"/>
        </a:dk1>
        <a:lt1>
          <a:srgbClr val="FFFFFF"/>
        </a:lt1>
        <a:dk2>
          <a:srgbClr val="DAE279"/>
        </a:dk2>
        <a:lt2>
          <a:srgbClr val="DCDCDC"/>
        </a:lt2>
        <a:accent1>
          <a:srgbClr val="B8C400"/>
        </a:accent1>
        <a:accent2>
          <a:srgbClr val="666666"/>
        </a:accent2>
        <a:accent3>
          <a:srgbClr val="69BBFF"/>
        </a:accent3>
        <a:accent4>
          <a:srgbClr val="E86A10"/>
        </a:accent4>
        <a:accent5>
          <a:srgbClr val="DCDCDC"/>
        </a:accent5>
        <a:accent6>
          <a:srgbClr val="F1A670"/>
        </a:accent6>
        <a:hlink>
          <a:srgbClr val="B8C400"/>
        </a:hlink>
        <a:folHlink>
          <a:srgbClr val="69BB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Autoneum Green 100">
      <a:srgbClr val="B8C400"/>
    </a:custClr>
    <a:custClr name="Autoneum Dark Grey 100">
      <a:srgbClr val="666666"/>
    </a:custClr>
    <a:custClr name="Autoneum Light Blue 100">
      <a:srgbClr val="69BBFF"/>
    </a:custClr>
    <a:custClr name="Autoneum Orange 100">
      <a:srgbClr val="E86A10"/>
    </a:custClr>
    <a:custClr name="Autoneum Light Grey 100">
      <a:srgbClr val="DCDCDC"/>
    </a:custClr>
    <a:custClr>
      <a:srgbClr val="FFFFFF"/>
    </a:custClr>
    <a:custClr>
      <a:srgbClr val="FFFFFF"/>
    </a:custClr>
    <a:custClr>
      <a:srgbClr val="FFFFFF"/>
    </a:custClr>
    <a:custClr>
      <a:srgbClr val="000000"/>
    </a:custClr>
    <a:custClr name="Autoneum Green 75">
      <a:srgbClr val="CAD340"/>
    </a:custClr>
    <a:custClr name="Autoneum Green 60">
      <a:srgbClr val="DAE279"/>
    </a:custClr>
    <a:custClr name="Autoneum Dark Grey 60">
      <a:srgbClr val="AFAFAF"/>
    </a:custClr>
    <a:custClr name="Autoneum Light Blue 60">
      <a:srgbClr val="A5D6FF"/>
    </a:custClr>
    <a:custClr name="Autoneum Orange 60">
      <a:srgbClr val="F1A670"/>
    </a:custClr>
    <a:custClr name="Autoneum Light Grey 60">
      <a:srgbClr val="EAEAEA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Autoneum Green 50">
      <a:srgbClr val="DBE17F"/>
    </a:custClr>
    <a:custClr name="Autoneum Green 30">
      <a:srgbClr val="EAEDB2"/>
    </a:custClr>
    <a:custClr name="Autoneum Dark Grey 30">
      <a:srgbClr val="D7D7D7"/>
    </a:custClr>
    <a:custClr name="Autoneum Light Blue 30">
      <a:srgbClr val="D2EAFF"/>
    </a:custClr>
    <a:custClr name="Autoneum Orange 30">
      <a:srgbClr val="F8D2B7"/>
    </a:custClr>
    <a:custClr name="Autoneum Light Grey 30">
      <a:srgbClr val="F4F4F4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Autoneum Green 25">
      <a:srgbClr val="EDF0BF"/>
    </a:custClr>
  </a:custClrLst>
  <a:extLst>
    <a:ext uri="{05A4C25C-085E-4340-85A3-A5531E510DB2}">
      <thm15:themeFamily xmlns:thm15="http://schemas.microsoft.com/office/thememl/2012/main" name="200629_ATN_Template_16to9.potx" id="{856899A6-51FC-49FF-9BBB-19010E07ED7A}" vid="{A6AD08FD-7603-4BCC-8C66-B1A1E4C76C08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item1.xml><?xml version="1.0" encoding="utf-8"?>
<VariableList UniqueId="5e9c32f3-4946-4008-b3cb-5f407b52a711" Name="AD_HOC" ContentType="XML" MajorVersion="0" MinorVersion="1" isLocalCopy="False" IsBaseObject="False" DataSourceId="6d22c828-3e04-4130-af64-717ac0ec7716" DataSourceMajorVersion="0" DataSourceMinorVersion="1"/>
</file>

<file path=customXml/item2.xml><?xml version="1.0" encoding="utf-8"?>
<AllExternalAdhocVariableMappings/>
</file>

<file path=customXml/item3.xml><?xml version="1.0" encoding="utf-8"?>
<VariableList UniqueId="3349e962-bf31-4fc4-bee6-278b03dbc74d" Name="System" ContentType="XML" MajorVersion="0" MinorVersion="1" isLocalCopy="False" IsBaseObject="False" DataSourceId="9e886eb5-a0c3-4810-9651-261c17348a33" DataSourceMajorVersion="0" DataSourceMinorVersion="1"/>
</file>

<file path=customXml/item4.xml><?xml version="1.0" encoding="utf-8"?>
<VariableListDefinition name="AD_HOC" displayName="AD_HOC" id="5e9c32f3-4946-4008-b3cb-5f407b52a711" isdomainofvalue="False" dataSourceId="6d22c828-3e04-4130-af64-717ac0ec7716"/>
</file>

<file path=customXml/item5.xml><?xml version="1.0" encoding="utf-8"?>
<VariableListDefinition name="System" displayName="System" id="3349e962-bf31-4fc4-bee6-278b03dbc74d" isdomainofvalue="False" dataSourceId="9e886eb5-a0c3-4810-9651-261c17348a33"/>
</file>

<file path=customXml/item6.xml><?xml version="1.0" encoding="utf-8"?>
<VariableListDefinition name="Computed" displayName="Computed" id="cf0b9540-ebd7-4a8b-aead-a6b110f1193b" isdomainofvalue="False" dataSourceId="899b2f45-c966-43a1-af21-ac0df3879a7d"/>
</file>

<file path=customXml/item7.xml><?xml version="1.0" encoding="utf-8"?>
<VariableList UniqueId="cf0b9540-ebd7-4a8b-aead-a6b110f1193b" Name="Computed" ContentType="XML" MajorVersion="0" MinorVersion="1" isLocalCopy="False" IsBaseObject="False" DataSourceId="899b2f45-c966-43a1-af21-ac0df3879a7d" DataSourceMajorVersion="0" DataSourceMinorVersion="1"/>
</file>

<file path=customXml/itemProps1.xml><?xml version="1.0" encoding="utf-8"?>
<ds:datastoreItem xmlns:ds="http://schemas.openxmlformats.org/officeDocument/2006/customXml" ds:itemID="{552E5F77-B6FF-4EBB-8157-4B5C56FB8C1A}">
  <ds:schemaRefs/>
</ds:datastoreItem>
</file>

<file path=customXml/itemProps2.xml><?xml version="1.0" encoding="utf-8"?>
<ds:datastoreItem xmlns:ds="http://schemas.openxmlformats.org/officeDocument/2006/customXml" ds:itemID="{F45BF84F-3CFB-49B7-BD30-73B4D311A050}">
  <ds:schemaRefs/>
</ds:datastoreItem>
</file>

<file path=customXml/itemProps3.xml><?xml version="1.0" encoding="utf-8"?>
<ds:datastoreItem xmlns:ds="http://schemas.openxmlformats.org/officeDocument/2006/customXml" ds:itemID="{0E8DB27E-7770-4BD3-97DF-F18AF57BBE8C}">
  <ds:schemaRefs/>
</ds:datastoreItem>
</file>

<file path=customXml/itemProps4.xml><?xml version="1.0" encoding="utf-8"?>
<ds:datastoreItem xmlns:ds="http://schemas.openxmlformats.org/officeDocument/2006/customXml" ds:itemID="{8DB4218E-1DC4-436B-99B3-CE41907D4F54}">
  <ds:schemaRefs/>
</ds:datastoreItem>
</file>

<file path=customXml/itemProps5.xml><?xml version="1.0" encoding="utf-8"?>
<ds:datastoreItem xmlns:ds="http://schemas.openxmlformats.org/officeDocument/2006/customXml" ds:itemID="{BD509AB7-3CB5-45BC-B387-3BFBF577B927}">
  <ds:schemaRefs/>
</ds:datastoreItem>
</file>

<file path=customXml/itemProps6.xml><?xml version="1.0" encoding="utf-8"?>
<ds:datastoreItem xmlns:ds="http://schemas.openxmlformats.org/officeDocument/2006/customXml" ds:itemID="{63D05FDD-90E0-4EE5-AE4A-AE4DC2D27D6F}">
  <ds:schemaRefs/>
</ds:datastoreItem>
</file>

<file path=customXml/itemProps7.xml><?xml version="1.0" encoding="utf-8"?>
<ds:datastoreItem xmlns:ds="http://schemas.openxmlformats.org/officeDocument/2006/customXml" ds:itemID="{73950589-3628-43B8-AA6C-143E04396BED}">
  <ds:schemaRefs/>
</ds:datastoreItem>
</file>

<file path=docMetadata/LabelInfo.xml><?xml version="1.0" encoding="utf-8"?>
<clbl:labelList xmlns:clbl="http://schemas.microsoft.com/office/2020/mipLabelMetadata">
  <clbl:label id="{e4297c46-ad9d-49b3-98bb-8b0d8ea7eaa9}" enabled="1" method="Standard" siteId="{6c7eb460-cdb7-498a-a2b7-5f23de5f1c24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139</Words>
  <Application>Microsoft Office PowerPoint</Application>
  <PresentationFormat>Breitbild</PresentationFormat>
  <Paragraphs>38</Paragraphs>
  <Slides>9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1" baseType="lpstr">
      <vt:lpstr>Arial</vt:lpstr>
      <vt:lpstr>Autoneum_Templates_and_Guidelines_for_PowerPoint</vt:lpstr>
      <vt:lpstr>PowerPoint-Präsentation</vt:lpstr>
      <vt:lpstr>Aufteilung WZ – Formträger Januar 2026</vt:lpstr>
      <vt:lpstr>Aufteilung WZ – Formträger Januar 2026</vt:lpstr>
      <vt:lpstr>Aufteilung WZ – Formträger Januar 2026</vt:lpstr>
      <vt:lpstr>Aufteilung WZ – Formträger ab Mai 2026</vt:lpstr>
      <vt:lpstr>Aufteilung WZ – Formträger ab Mai 2026</vt:lpstr>
      <vt:lpstr>Aufteilung WZ – Formträger ab Mai 2026</vt:lpstr>
      <vt:lpstr>Aufteilung WZ – Formträger ab Mai 2026</vt:lpstr>
      <vt:lpstr>PowerPoint-Präsentation</vt:lpstr>
    </vt:vector>
  </TitlesOfParts>
  <Company>Autoneum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Hannes Meister</dc:creator>
  <cp:lastModifiedBy>Hannes Meister</cp:lastModifiedBy>
  <cp:revision>20</cp:revision>
  <cp:lastPrinted>2018-11-05T08:05:03Z</cp:lastPrinted>
  <dcterms:created xsi:type="dcterms:W3CDTF">2024-11-12T09:34:08Z</dcterms:created>
  <dcterms:modified xsi:type="dcterms:W3CDTF">2026-03-05T08:46:00Z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4297c46-ad9d-49b3-98bb-8b0d8ea7eaa9_Enabled">
    <vt:lpwstr>true</vt:lpwstr>
  </property>
  <property fmtid="{D5CDD505-2E9C-101B-9397-08002B2CF9AE}" pid="3" name="MSIP_Label_e4297c46-ad9d-49b3-98bb-8b0d8ea7eaa9_SetDate">
    <vt:lpwstr>2024-11-12T09:51:06Z</vt:lpwstr>
  </property>
  <property fmtid="{D5CDD505-2E9C-101B-9397-08002B2CF9AE}" pid="4" name="MSIP_Label_e4297c46-ad9d-49b3-98bb-8b0d8ea7eaa9_Method">
    <vt:lpwstr>Standard</vt:lpwstr>
  </property>
  <property fmtid="{D5CDD505-2E9C-101B-9397-08002B2CF9AE}" pid="5" name="MSIP_Label_e4297c46-ad9d-49b3-98bb-8b0d8ea7eaa9_Name">
    <vt:lpwstr>General</vt:lpwstr>
  </property>
  <property fmtid="{D5CDD505-2E9C-101B-9397-08002B2CF9AE}" pid="6" name="MSIP_Label_e4297c46-ad9d-49b3-98bb-8b0d8ea7eaa9_SiteId">
    <vt:lpwstr>6c7eb460-cdb7-498a-a2b7-5f23de5f1c24</vt:lpwstr>
  </property>
  <property fmtid="{D5CDD505-2E9C-101B-9397-08002B2CF9AE}" pid="7" name="MSIP_Label_e4297c46-ad9d-49b3-98bb-8b0d8ea7eaa9_ActionId">
    <vt:lpwstr>3ad82d0f-6237-4737-8e05-c94fdc0069c8</vt:lpwstr>
  </property>
  <property fmtid="{D5CDD505-2E9C-101B-9397-08002B2CF9AE}" pid="8" name="MSIP_Label_e4297c46-ad9d-49b3-98bb-8b0d8ea7eaa9_ContentBits">
    <vt:lpwstr>0</vt:lpwstr>
  </property>
</Properties>
</file>