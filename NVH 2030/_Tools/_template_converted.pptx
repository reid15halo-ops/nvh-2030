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8"/>
  </p:sldMasterIdLst>
  <p:notesMasterIdLst>
    <p:notesMasterId r:id="rId12"/>
  </p:notesMasterIdLst>
  <p:handoutMasterIdLst>
    <p:handoutMasterId r:id="rId13"/>
  </p:handoutMasterIdLst>
  <p:sldIdLst>
    <p:sldId id="256" r:id="rId9"/>
    <p:sldId id="264" r:id="rId10"/>
    <p:sldId id="263" r:id="rId11"/>
  </p:sldIdLst>
  <p:sldSz cx="12192000" cy="6858000"/>
  <p:notesSz cx="6797675" cy="9926638"/>
  <p:custDataLst>
    <p:custData r:id="rId2"/>
    <p:custData r:id="rId5"/>
    <p:custData r:id="rId7"/>
    <p:custData r:id="rId4"/>
    <p:custData r:id="rId3"/>
    <p:custData r:id="rId6"/>
    <p:custData r:id="rId1"/>
    <p:tags r:id="rId14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95" autoAdjust="0"/>
    <p:restoredTop sz="95854" autoAdjust="0"/>
  </p:normalViewPr>
  <p:slideViewPr>
    <p:cSldViewPr showGuides="1">
      <p:cViewPr varScale="1">
        <p:scale>
          <a:sx n="151" d="100"/>
          <a:sy n="151" d="100"/>
        </p:scale>
        <p:origin x="162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29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1EFB64EB-4201-4217-9704-A4C86AB79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55689B8A-29DF-482E-94B6-9740F70E1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E0DD24-FEA3-4BE9-B887-5215351E7D23}" type="datetimeFigureOut">
              <a:rPr lang="en-GB" altLang="x-none"/>
              <a:pPr/>
              <a:t>24/06/2020</a:t>
            </a:fld>
            <a:endParaRPr lang="en-GB" altLang="x-none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29A7B45-BF4C-4AE2-96C7-65A834E3AB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35E06AF7-EEA8-4CE5-9185-5932ABF1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EBD03D-56D0-4856-9847-C0A4CFA9836D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84830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4BD549B-341F-4705-81DD-FB2DC67792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A28A8F-3F23-4631-B86F-19C0BDA472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F43F84B-4B30-4B19-8426-990D8A29C2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387" y="4715153"/>
            <a:ext cx="4944902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8E756EB2-34C5-436A-ABD7-978D6A4DF9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0C18952-D8C4-48E5-9C2B-5D104BB674C5}" type="datetimeFigureOut">
              <a:rPr lang="en-GB" altLang="x-none"/>
              <a:pPr/>
              <a:t>24/06/2020</a:t>
            </a:fld>
            <a:endParaRPr lang="en-GB" altLang="x-none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DF02C9F1-16A4-4AC4-B43D-3766BECFC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9E4C7CB-06D8-4759-8E00-777CD5624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D4A133-3E39-4343-A036-3D58BF7031A0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8762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1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205200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2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14249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3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85851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chemeClr val="accent2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6" name="Logo_Color">
            <a:extLst>
              <a:ext uri="{FF2B5EF4-FFF2-40B4-BE49-F238E27FC236}">
                <a16:creationId xmlns:a16="http://schemas.microsoft.com/office/drawing/2014/main" id="{E2885034-D7C7-40E1-A005-2EE9DA3304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2F804-F601-4DBF-971F-8101295C2CB8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7D9C56-5B20-4F59-B94D-B9524116AF86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F7311F-3F3E-40F3-B393-7B09ABB83C44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BA2570-1228-4E11-BD96-6DB545B8DC86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931A55-6E26-4697-B813-EAE5E6FE3BEB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0CF33C-B321-4E76-99C3-7DD91F132E4B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9AFCED-6628-40DE-82BD-F29590602CB2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953C0D-633C-46F8-8EC1-5FAE83E2FE0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ey">
    <p:bg bwMode="gray">
      <p:bgPr>
        <a:solidFill>
          <a:srgbClr val="858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chemeClr val="bg1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8" name="Logo_White">
            <a:extLst>
              <a:ext uri="{FF2B5EF4-FFF2-40B4-BE49-F238E27FC236}">
                <a16:creationId xmlns:a16="http://schemas.microsoft.com/office/drawing/2014/main" id="{1629E9BA-9EE1-4730-9CEC-8A3F405AB748}"/>
              </a:ext>
            </a:extLst>
          </p:cNvPr>
          <p:cNvGrpSpPr>
            <a:grpSpLocks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19E9A6-C720-4EC4-9108-6E7673FEE78A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EAAD32-BE75-434E-8075-6D798A9655B2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C51CE-E191-4311-81E4-4AC000245543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C18936-A705-474A-BF6B-DBEE3062A6C8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10EFF1-6ED5-4AD1-97C8-CA9966AD618E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01D571-90D8-47CA-89CB-633C8813A555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9F8554-F5FE-4036-8BCE-D0B75EC5120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E7D93E-5E28-46F8-8635-0003518C4DCF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269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2" name="Line">
            <a:extLst>
              <a:ext uri="{FF2B5EF4-FFF2-40B4-BE49-F238E27FC236}">
                <a16:creationId xmlns:a16="http://schemas.microsoft.com/office/drawing/2014/main" id="{C398A82B-E12A-4095-B923-AAB9904866B0}"/>
              </a:ext>
            </a:extLst>
          </p:cNvPr>
          <p:cNvSpPr/>
          <p:nvPr userDrawn="1"/>
        </p:nvSpPr>
        <p:spPr bwMode="gray">
          <a:xfrm>
            <a:off x="281552" y="3104827"/>
            <a:ext cx="1080000" cy="36000"/>
          </a:xfrm>
          <a:prstGeom prst="rect">
            <a:avLst/>
          </a:prstGeom>
          <a:solidFill>
            <a:srgbClr val="B8C4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DF4F135-2A7E-416E-8DB7-47799050FED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1552" y="1513668"/>
            <a:ext cx="4702404" cy="1591159"/>
          </a:xfrm>
          <a:solidFill>
            <a:srgbClr val="F5F5F5">
              <a:alpha val="69804"/>
            </a:srgbClr>
          </a:solidFill>
          <a:effectLst/>
        </p:spPr>
        <p:txBody>
          <a:bodyPr lIns="216000" tIns="216000" rIns="216000" bIns="216000"/>
          <a:lstStyle>
            <a:lvl1pPr>
              <a:lnSpc>
                <a:spcPts val="4600"/>
              </a:lnSpc>
              <a:defRPr sz="4200"/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7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EAB64A-5D5C-47EF-9B9B-5812172F5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85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11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grpSp>
        <p:nvGrpSpPr>
          <p:cNvPr id="21" name="Logo_Color">
            <a:extLst>
              <a:ext uri="{FF2B5EF4-FFF2-40B4-BE49-F238E27FC236}">
                <a16:creationId xmlns:a16="http://schemas.microsoft.com/office/drawing/2014/main" id="{F6258D7C-28BE-4EF6-A1E4-2FC99401BF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1184F0-9355-4401-AA31-8D8321459214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9AC917-5B82-4FA9-AF1E-EA81AF15028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61459D-7D66-4344-A676-876A7C95980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37EFD-68D6-4E98-BB02-5D2C19228A91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C6ADE1-4688-4BCD-AA97-76E1BC5C8C96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87DF86-2D0C-4B51-A1C2-FBF72580BDA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E20E30-6C75-45EC-9E43-70C5A82FAEF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89A284-F5B5-4578-A3F2-60F334FC43F9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002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89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/>
          </p:cNvSpPr>
          <p:nvPr userDrawn="1"/>
        </p:nvSpPr>
        <p:spPr>
          <a:xfrm>
            <a:off x="6165464" y="1773238"/>
            <a:ext cx="6026535" cy="508238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0" y="1773238"/>
            <a:ext cx="6058533" cy="5083829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13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Logo_Color">
            <a:extLst>
              <a:ext uri="{FF2B5EF4-FFF2-40B4-BE49-F238E27FC236}">
                <a16:creationId xmlns:a16="http://schemas.microsoft.com/office/drawing/2014/main" id="{DA768CE5-B78C-4A88-B9B8-6CA91B420A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F7E226-2A85-42D5-97AC-D9160BAD9A05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EDD7-F30B-465C-ABDF-BAA9083AC1F4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5DA252-AAFB-463A-A823-677056BF20D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017427-B599-4173-AB18-A1F0F6BD93EF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FB94805-6C4B-46DC-BD3B-1FA9955915B2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400460-AE87-4536-AFA4-019E93EB9841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371F196-4220-4E1B-B6AD-CA533ED56856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6699F1-E995-4C2A-B778-B07D9D91CAD0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9691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58DF4-62CC-4AEF-9244-9A919D2ED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8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9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Logo_Color">
            <a:extLst>
              <a:ext uri="{FF2B5EF4-FFF2-40B4-BE49-F238E27FC236}">
                <a16:creationId xmlns:a16="http://schemas.microsoft.com/office/drawing/2014/main" id="{CFD01046-A088-495F-9739-E5E26FD46F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DF1C70-FE52-405C-9BC2-79BF49CAF1B0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10B21-E578-4970-8241-9B63EE0AEB9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678DD-6EC7-46B7-8620-A5035D8F4A5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671508-D246-47A5-9FE4-41719225F78B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1E570CD-CB25-4199-B12B-7E0EAF025115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683589-CBE0-4248-A75D-F24189E93922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8CCF97-3CC5-4999-810D-63361F627BCE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5B8268-BC28-4317-935D-8BFF0100DB26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7AF3C3E-F5D0-4333-9C42-8BF925430F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9707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5207CEA-FF8D-4B89-898C-8346443A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91165-E20D-47F4-8E61-E6497C71033B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E1A0383-17F4-4AAB-8EBA-23557D8A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Hider">
            <a:extLst>
              <a:ext uri="{FF2B5EF4-FFF2-40B4-BE49-F238E27FC236}">
                <a16:creationId xmlns:a16="http://schemas.microsoft.com/office/drawing/2014/main" id="{DB65CE08-3606-4BFD-9BD1-40E62CEACB4A}"/>
              </a:ext>
            </a:extLst>
          </p:cNvPr>
          <p:cNvSpPr/>
          <p:nvPr userDrawn="1"/>
        </p:nvSpPr>
        <p:spPr bwMode="gray">
          <a:xfrm>
            <a:off x="421217" y="1268760"/>
            <a:ext cx="778239" cy="2160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Slide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gline">
            <a:extLst>
              <a:ext uri="{FF2B5EF4-FFF2-40B4-BE49-F238E27FC236}">
                <a16:creationId xmlns:a16="http://schemas.microsoft.com/office/drawing/2014/main" id="{B6CAF06C-30B8-4168-9054-ED186189C5D5}"/>
              </a:ext>
            </a:extLst>
          </p:cNvPr>
          <p:cNvSpPr txBox="1"/>
          <p:nvPr userDrawn="1"/>
        </p:nvSpPr>
        <p:spPr bwMode="gray">
          <a:xfrm>
            <a:off x="412724" y="620688"/>
            <a:ext cx="47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1">
                <a:solidFill>
                  <a:schemeClr val="bg1"/>
                </a:solidFill>
              </a:rPr>
              <a:t>Autoneum. Mastering sound and heat.</a:t>
            </a:r>
          </a:p>
        </p:txBody>
      </p:sp>
      <p:pic>
        <p:nvPicPr>
          <p:cNvPr id="5" name="Grid">
            <a:extLst>
              <a:ext uri="{FF2B5EF4-FFF2-40B4-BE49-F238E27FC236}">
                <a16:creationId xmlns:a16="http://schemas.microsoft.com/office/drawing/2014/main" id="{589B075C-EE3D-4D18-B3B8-1F7BADB3C14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99EBE82E-1D58-4F27-BFD1-1BD2933D4BB6}"/>
              </a:ext>
            </a:extLst>
          </p:cNvPr>
          <p:cNvPicPr>
            <a:picLocks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9307" name="Footer">
            <a:extLst>
              <a:ext uri="{FF2B5EF4-FFF2-40B4-BE49-F238E27FC236}">
                <a16:creationId xmlns:a16="http://schemas.microsoft.com/office/drawing/2014/main" id="{4EDAAAD2-B0D3-4D21-A49E-A5B952EF0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03238" y="6527802"/>
            <a:ext cx="759312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chemeClr val="tx1"/>
                </a:solidFill>
              </a:defRPr>
            </a:lvl1pPr>
          </a:lstStyle>
          <a:p>
            <a:endParaRPr lang="en-US" altLang="x-none" noProof="0" dirty="0"/>
          </a:p>
        </p:txBody>
      </p:sp>
      <p:sp>
        <p:nvSpPr>
          <p:cNvPr id="9306" name="SlideNumber">
            <a:extLst>
              <a:ext uri="{FF2B5EF4-FFF2-40B4-BE49-F238E27FC236}">
                <a16:creationId xmlns:a16="http://schemas.microsoft.com/office/drawing/2014/main" id="{F13D8AD8-70E1-419F-8D68-12FB76F6D9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0346" y="6527802"/>
            <a:ext cx="360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18000" bIns="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00" b="1">
                <a:solidFill>
                  <a:schemeClr val="accent2"/>
                </a:solidFill>
              </a:defRPr>
            </a:lvl1pPr>
          </a:lstStyle>
          <a:p>
            <a:fld id="{C5DFE346-E938-48F6-815E-A6F5FFA5F3E6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9312" name="Body">
            <a:extLst>
              <a:ext uri="{FF2B5EF4-FFF2-40B4-BE49-F238E27FC236}">
                <a16:creationId xmlns:a16="http://schemas.microsoft.com/office/drawing/2014/main" id="{F7165C6F-9B26-4E2D-AC7A-2D940B17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7" y="1773238"/>
            <a:ext cx="112003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 noProof="0" dirty="0"/>
              <a:t>Edit Master text styles</a:t>
            </a:r>
          </a:p>
          <a:p>
            <a:pPr lvl="1"/>
            <a:r>
              <a:rPr lang="en-US" altLang="x-none" noProof="0" dirty="0"/>
              <a:t>Second level</a:t>
            </a:r>
          </a:p>
          <a:p>
            <a:pPr lvl="2"/>
            <a:r>
              <a:rPr lang="en-US" altLang="x-none" noProof="0" dirty="0"/>
              <a:t>Third level</a:t>
            </a:r>
          </a:p>
          <a:p>
            <a:pPr lvl="3"/>
            <a:r>
              <a:rPr lang="en-US" altLang="x-none" noProof="0" dirty="0"/>
              <a:t>Fourth level</a:t>
            </a:r>
          </a:p>
          <a:p>
            <a:pPr lvl="4"/>
            <a:r>
              <a:rPr lang="en-US" altLang="x-none" noProof="0" dirty="0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2" name="Title">
            <a:extLst>
              <a:ext uri="{FF2B5EF4-FFF2-40B4-BE49-F238E27FC236}">
                <a16:creationId xmlns:a16="http://schemas.microsoft.com/office/drawing/2014/main" id="{E987F5B0-FE52-4F22-839D-B3C6F8E72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03239" y="820809"/>
            <a:ext cx="9143546" cy="37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x-none" noProof="0" dirty="0"/>
              <a:t>Click to add subtitle</a:t>
            </a:r>
          </a:p>
        </p:txBody>
      </p:sp>
      <p:grpSp>
        <p:nvGrpSpPr>
          <p:cNvPr id="17" name="Logo_Color">
            <a:extLst>
              <a:ext uri="{FF2B5EF4-FFF2-40B4-BE49-F238E27FC236}">
                <a16:creationId xmlns:a16="http://schemas.microsoft.com/office/drawing/2014/main" id="{23BF32FD-6C10-4B29-8766-1A5E4C5B1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856E29-C8C5-4138-B594-E21356DBF02E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14EA8-0EE5-4787-B944-1DE5F9BDCB11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B82ACA-1D78-45A4-9436-C965AE26415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C6A97D-D953-45CC-A9D2-6881AAD1DFD0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BC2DD6-2378-4348-8ED5-BABF9444F27D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9D04E1-70A3-4CAF-BF8C-7F0CEF66E0E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DD0E09-05B7-4198-9583-A2C025E19DBC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C1ADB3-F733-4458-A38D-0C262380648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0" r:id="rId2"/>
    <p:sldLayoutId id="2147483736" r:id="rId3"/>
    <p:sldLayoutId id="2147483729" r:id="rId4"/>
    <p:sldLayoutId id="2147483737" r:id="rId5"/>
    <p:sldLayoutId id="2147483731" r:id="rId6"/>
    <p:sldLayoutId id="2147483738" r:id="rId7"/>
    <p:sldLayoutId id="2147483733" r:id="rId8"/>
    <p:sldLayoutId id="2147483739" r:id="rId9"/>
    <p:sldLayoutId id="2147483734" r:id="rId10"/>
    <p:sldLayoutId id="2147483735" r:id="rId11"/>
  </p:sldLayoutIdLst>
  <p:hf hdr="0" ftr="0" dt="0"/>
  <p:txStyles>
    <p:titleStyle>
      <a:lvl1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200"/>
        </a:spcBef>
        <a:spcAft>
          <a:spcPts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79388" algn="l" rtl="0" eaLnBrk="1" fontAlgn="base" hangingPunct="1">
        <a:spcBef>
          <a:spcPts val="6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73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43925B5-562C-4D9F-919C-6C94037B0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960B70-D992-41EA-AB6F-F2443A66E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9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C9CE0-7F4A-474C-B00A-8B1B138BC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smtClean="0"/>
              <a:pPr/>
              <a:t>2</a:t>
            </a:fld>
            <a:endParaRPr lang="en-US" altLang="x-non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9F5C2-5F5B-4310-AA58-0AB41DED1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237E23EC-536C-42C1-AF53-6E0383BF6B18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42DDA-3AC4-4EE3-AAD1-B12EBAD2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1309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0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AUT2001"/>
</p:tagLst>
</file>

<file path=ppt/theme/theme1.xml><?xml version="1.0" encoding="utf-8"?>
<a:theme xmlns:a="http://schemas.openxmlformats.org/drawingml/2006/main" name="Autoneum_Templates_and_Guidelines_for_PowerPoint">
  <a:themeElements>
    <a:clrScheme name="Autoneum_korrekt">
      <a:dk1>
        <a:srgbClr val="000000"/>
      </a:dk1>
      <a:lt1>
        <a:srgbClr val="FFFFFF"/>
      </a:lt1>
      <a:dk2>
        <a:srgbClr val="DAE279"/>
      </a:dk2>
      <a:lt2>
        <a:srgbClr val="DCDCDC"/>
      </a:lt2>
      <a:accent1>
        <a:srgbClr val="B8C400"/>
      </a:accent1>
      <a:accent2>
        <a:srgbClr val="666666"/>
      </a:accent2>
      <a:accent3>
        <a:srgbClr val="69BBFF"/>
      </a:accent3>
      <a:accent4>
        <a:srgbClr val="E86A10"/>
      </a:accent4>
      <a:accent5>
        <a:srgbClr val="DCDCDC"/>
      </a:accent5>
      <a:accent6>
        <a:srgbClr val="F1A670"/>
      </a:accent6>
      <a:hlink>
        <a:srgbClr val="B8C400"/>
      </a:hlink>
      <a:folHlink>
        <a:srgbClr val="69BBFF"/>
      </a:folHlink>
    </a:clrScheme>
    <a:fontScheme name="Autoneum_Templates_and_Guidelines_for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x-non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  <a:txDef>
      <a:spPr>
        <a:noFill/>
      </a:spPr>
      <a:bodyPr wrap="square" lIns="0" tIns="0" rIns="0" bIns="0" rtlCol="0" anchor="t" anchorCtr="0">
        <a:spAutoFit/>
      </a:bodyPr>
      <a:lstStyle>
        <a:defPPr algn="l">
          <a:defRPr sz="1600" smtClean="0">
            <a:latin typeface="+mn-lt"/>
          </a:defRPr>
        </a:defPPr>
      </a:lstStyle>
    </a:txDef>
  </a:objectDefaults>
  <a:extraClrSchemeLst>
    <a:extraClrScheme>
      <a:clrScheme name="Autoneum_Templates_and_Guidelines_for_PowerPoint 1">
        <a:dk1>
          <a:srgbClr val="000000"/>
        </a:dk1>
        <a:lt1>
          <a:srgbClr val="FFFFFF"/>
        </a:lt1>
        <a:dk2>
          <a:srgbClr val="DAE279"/>
        </a:dk2>
        <a:lt2>
          <a:srgbClr val="DCDCDC"/>
        </a:lt2>
        <a:accent1>
          <a:srgbClr val="B8C400"/>
        </a:accent1>
        <a:accent2>
          <a:srgbClr val="666666"/>
        </a:accent2>
        <a:accent3>
          <a:srgbClr val="69BBFF"/>
        </a:accent3>
        <a:accent4>
          <a:srgbClr val="E86A10"/>
        </a:accent4>
        <a:accent5>
          <a:srgbClr val="DCDCDC"/>
        </a:accent5>
        <a:accent6>
          <a:srgbClr val="F1A670"/>
        </a:accent6>
        <a:hlink>
          <a:srgbClr val="B8C400"/>
        </a:hlink>
        <a:folHlink>
          <a:srgbClr val="69B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utoneum Green 100">
      <a:srgbClr val="B8C400"/>
    </a:custClr>
    <a:custClr name="Autoneum Dark Grey 100">
      <a:srgbClr val="666666"/>
    </a:custClr>
    <a:custClr name="Autoneum Light Blue 100">
      <a:srgbClr val="69BBFF"/>
    </a:custClr>
    <a:custClr name="Autoneum Orange 100">
      <a:srgbClr val="E86A10"/>
    </a:custClr>
    <a:custClr name="Autoneum Light Grey 1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000000"/>
    </a:custClr>
    <a:custClr name="Autoneum Green 75">
      <a:srgbClr val="CAD340"/>
    </a:custClr>
    <a:custClr name="Autoneum Green 60">
      <a:srgbClr val="DAE279"/>
    </a:custClr>
    <a:custClr name="Autoneum Dark Grey 60">
      <a:srgbClr val="AFAFAF"/>
    </a:custClr>
    <a:custClr name="Autoneum Light Blue 60">
      <a:srgbClr val="A5D6FF"/>
    </a:custClr>
    <a:custClr name="Autoneum Orange 60">
      <a:srgbClr val="F1A670"/>
    </a:custClr>
    <a:custClr name="Autoneum Light Grey 60">
      <a:srgbClr val="EAEA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50">
      <a:srgbClr val="DBE17F"/>
    </a:custClr>
    <a:custClr name="Autoneum Green 30">
      <a:srgbClr val="EAEDB2"/>
    </a:custClr>
    <a:custClr name="Autoneum Dark Grey 30">
      <a:srgbClr val="D7D7D7"/>
    </a:custClr>
    <a:custClr name="Autoneum Light Blue 30">
      <a:srgbClr val="D2EAFF"/>
    </a:custClr>
    <a:custClr name="Autoneum Orange 30">
      <a:srgbClr val="F8D2B7"/>
    </a:custClr>
    <a:custClr name="Autoneum Light Grey 30">
      <a:srgbClr val="F4F4F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25">
      <a:srgbClr val="EDF0BF"/>
    </a:custClr>
  </a:custClrLst>
  <a:extLst>
    <a:ext uri="{05A4C25C-085E-4340-85A3-A5531E510DB2}">
      <thm15:themeFamily xmlns:thm15="http://schemas.microsoft.com/office/thememl/2012/main" name="200624_ATN_Template_16to9.potx" id="{2C839285-9065-426A-8ED5-A1B19F696594}" vid="{E7CAA329-5C52-49B8-B3CF-C6969078794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AllExternalAdhocVariableMappings/>
</file>

<file path=customXml/item2.xml><?xml version="1.0" encoding="utf-8"?>
<VariableList UniqueId="cf0b9540-ebd7-4a8b-aead-a6b110f1193b" Name="Computed" ContentType="XML" MajorVersion="0" MinorVersion="1" isLocalCopy="False" IsBaseObject="False" DataSourceId="899b2f45-c966-43a1-af21-ac0df3879a7d" DataSourceMajorVersion="0" DataSourceMinorVersion="1"/>
</file>

<file path=customXml/item3.xml><?xml version="1.0" encoding="utf-8"?>
<VariableList UniqueId="5e9c32f3-4946-4008-b3cb-5f407b52a711" Name="AD_HOC" ContentType="XML" MajorVersion="0" MinorVersion="1" isLocalCopy="False" IsBaseObject="False" DataSourceId="6d22c828-3e04-4130-af64-717ac0ec7716" DataSourceMajorVersion="0" DataSourceMinorVersion="1"/>
</file>

<file path=customXml/item4.xml><?xml version="1.0" encoding="utf-8"?>
<VariableListDefinition name="System" displayName="System" id="3349e962-bf31-4fc4-bee6-278b03dbc74d" isdomainofvalue="False" dataSourceId="9e886eb5-a0c3-4810-9651-261c17348a33"/>
</file>

<file path=customXml/item5.xml><?xml version="1.0" encoding="utf-8"?>
<VariableList UniqueId="3349e962-bf31-4fc4-bee6-278b03dbc74d" Name="System" ContentType="XML" MajorVersion="0" MinorVersion="1" isLocalCopy="False" IsBaseObject="False" DataSourceId="9e886eb5-a0c3-4810-9651-261c17348a33" DataSourceMajorVersion="0" DataSourceMinorVersion="1"/>
</file>

<file path=customXml/item6.xml><?xml version="1.0" encoding="utf-8"?>
<VariableListDefinition name="Computed" displayName="Computed" id="cf0b9540-ebd7-4a8b-aead-a6b110f1193b" isdomainofvalue="False" dataSourceId="899b2f45-c966-43a1-af21-ac0df3879a7d"/>
</file>

<file path=customXml/item7.xml><?xml version="1.0" encoding="utf-8"?>
<VariableListDefinition name="AD_HOC" displayName="AD_HOC" id="5e9c32f3-4946-4008-b3cb-5f407b52a711" isdomainofvalue="False" dataSourceId="6d22c828-3e04-4130-af64-717ac0ec7716"/>
</file>

<file path=customXml/itemProps1.xml><?xml version="1.0" encoding="utf-8"?>
<ds:datastoreItem xmlns:ds="http://schemas.openxmlformats.org/officeDocument/2006/customXml" ds:itemID="{F45BF84F-3CFB-49B7-BD30-73B4D311A050}">
  <ds:schemaRefs/>
</ds:datastoreItem>
</file>

<file path=customXml/itemProps2.xml><?xml version="1.0" encoding="utf-8"?>
<ds:datastoreItem xmlns:ds="http://schemas.openxmlformats.org/officeDocument/2006/customXml" ds:itemID="{73950589-3628-43B8-AA6C-143E04396BED}">
  <ds:schemaRefs/>
</ds:datastoreItem>
</file>

<file path=customXml/itemProps3.xml><?xml version="1.0" encoding="utf-8"?>
<ds:datastoreItem xmlns:ds="http://schemas.openxmlformats.org/officeDocument/2006/customXml" ds:itemID="{552E5F77-B6FF-4EBB-8157-4B5C56FB8C1A}">
  <ds:schemaRefs/>
</ds:datastoreItem>
</file>

<file path=customXml/itemProps4.xml><?xml version="1.0" encoding="utf-8"?>
<ds:datastoreItem xmlns:ds="http://schemas.openxmlformats.org/officeDocument/2006/customXml" ds:itemID="{BD509AB7-3CB5-45BC-B387-3BFBF577B927}">
  <ds:schemaRefs/>
</ds:datastoreItem>
</file>

<file path=customXml/itemProps5.xml><?xml version="1.0" encoding="utf-8"?>
<ds:datastoreItem xmlns:ds="http://schemas.openxmlformats.org/officeDocument/2006/customXml" ds:itemID="{0E8DB27E-7770-4BD3-97DF-F18AF57BBE8C}">
  <ds:schemaRefs/>
</ds:datastoreItem>
</file>

<file path=customXml/itemProps6.xml><?xml version="1.0" encoding="utf-8"?>
<ds:datastoreItem xmlns:ds="http://schemas.openxmlformats.org/officeDocument/2006/customXml" ds:itemID="{63D05FDD-90E0-4EE5-AE4A-AE4DC2D27D6F}">
  <ds:schemaRefs/>
</ds:datastoreItem>
</file>

<file path=customXml/itemProps7.xml><?xml version="1.0" encoding="utf-8"?>
<ds:datastoreItem xmlns:ds="http://schemas.openxmlformats.org/officeDocument/2006/customXml" ds:itemID="{8DB4218E-1DC4-436B-99B3-CE41907D4F5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PresentationFormat>Widescreen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Autoneum_Templates_and_Guidelines_for_PowerPoint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2018-11-05T08:05:03Z</cp:lastPrinted>
  <dcterms:created xsi:type="dcterms:W3CDTF">2018-10-25T09:08:40Z</dcterms:created>
  <dcterms:modified xsi:type="dcterms:W3CDTF">2020-06-24T12:48:57Z</dcterms:modified>
</cp:coreProperties>
</file>