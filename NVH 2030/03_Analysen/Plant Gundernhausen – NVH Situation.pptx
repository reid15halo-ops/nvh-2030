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7" r:id="rId8"/>
  </p:sldMasterIdLst>
  <p:notesMasterIdLst>
    <p:notesMasterId r:id="rId15"/>
  </p:notesMasterIdLst>
  <p:handoutMasterIdLst>
    <p:handoutMasterId r:id="rId16"/>
  </p:handoutMasterIdLst>
  <p:sldIdLst>
    <p:sldId id="256" r:id="rId9"/>
    <p:sldId id="264" r:id="rId10"/>
    <p:sldId id="265" r:id="rId11"/>
    <p:sldId id="266" r:id="rId12"/>
    <p:sldId id="269" r:id="rId13"/>
    <p:sldId id="263" r:id="rId14"/>
  </p:sldIdLst>
  <p:sldSz cx="12192000" cy="6858000"/>
  <p:notesSz cx="6797675" cy="9926638"/>
  <p:custDataLst>
    <p:custData r:id="rId1"/>
    <p:custData r:id="rId2"/>
    <p:custData r:id="rId3"/>
    <p:custData r:id="rId4"/>
    <p:custData r:id="rId5"/>
    <p:custData r:id="rId6"/>
    <p:custData r:id="rId7"/>
    <p:tags r:id="rId17"/>
  </p:custData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C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6AD212-F480-4E83-9A64-167A52D50254}" v="9" dt="2026-04-13T09:23:36.6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854" autoAdjust="0"/>
  </p:normalViewPr>
  <p:slideViewPr>
    <p:cSldViewPr showGuides="1">
      <p:cViewPr varScale="1">
        <p:scale>
          <a:sx n="119" d="100"/>
          <a:sy n="119" d="100"/>
        </p:scale>
        <p:origin x="270" y="33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90" d="100"/>
          <a:sy n="90" d="100"/>
        </p:scale>
        <p:origin x="291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1.xml"/><Relationship Id="rId13" Type="http://schemas.openxmlformats.org/officeDocument/2006/relationships/slide" Target="slides/slide5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customXml" Target="../customXml/item7.xml"/><Relationship Id="rId12" Type="http://schemas.openxmlformats.org/officeDocument/2006/relationships/slide" Target="slides/slide4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3.xml"/><Relationship Id="rId5" Type="http://schemas.openxmlformats.org/officeDocument/2006/relationships/customXml" Target="../customXml/item5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2.xml"/><Relationship Id="rId19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s Glawion" userId="fd6bd209-b192-4111-ae82-272e80f0f9f7" providerId="ADAL" clId="{44C1D2DE-25E5-47FB-BB9A-8AE58F6B8438}"/>
    <pc:docChg chg="custSel modSld">
      <pc:chgData name="Jonas Glawion" userId="fd6bd209-b192-4111-ae82-272e80f0f9f7" providerId="ADAL" clId="{44C1D2DE-25E5-47FB-BB9A-8AE58F6B8438}" dt="2026-04-13T09:24:24.021" v="327" actId="1076"/>
      <pc:docMkLst>
        <pc:docMk/>
      </pc:docMkLst>
      <pc:sldChg chg="addSp delSp modSp mod">
        <pc:chgData name="Jonas Glawion" userId="fd6bd209-b192-4111-ae82-272e80f0f9f7" providerId="ADAL" clId="{44C1D2DE-25E5-47FB-BB9A-8AE58F6B8438}" dt="2026-04-13T09:24:24.021" v="327" actId="1076"/>
        <pc:sldMkLst>
          <pc:docMk/>
          <pc:sldMk cId="2724093838" sldId="266"/>
        </pc:sldMkLst>
        <pc:spChg chg="add mod">
          <ac:chgData name="Jonas Glawion" userId="fd6bd209-b192-4111-ae82-272e80f0f9f7" providerId="ADAL" clId="{44C1D2DE-25E5-47FB-BB9A-8AE58F6B8438}" dt="2026-04-13T09:21:15.760" v="309" actId="20577"/>
          <ac:spMkLst>
            <pc:docMk/>
            <pc:sldMk cId="2724093838" sldId="266"/>
            <ac:spMk id="5" creationId="{FEF10A99-F8B1-FAD3-7991-E51C6D596DC9}"/>
          </ac:spMkLst>
        </pc:spChg>
        <pc:spChg chg="add del mod">
          <ac:chgData name="Jonas Glawion" userId="fd6bd209-b192-4111-ae82-272e80f0f9f7" providerId="ADAL" clId="{44C1D2DE-25E5-47FB-BB9A-8AE58F6B8438}" dt="2026-04-13T09:21:33.006" v="315" actId="478"/>
          <ac:spMkLst>
            <pc:docMk/>
            <pc:sldMk cId="2724093838" sldId="266"/>
            <ac:spMk id="7" creationId="{524DB290-D48D-70EC-D33E-24666FDCCB62}"/>
          </ac:spMkLst>
        </pc:spChg>
        <pc:spChg chg="add mod">
          <ac:chgData name="Jonas Glawion" userId="fd6bd209-b192-4111-ae82-272e80f0f9f7" providerId="ADAL" clId="{44C1D2DE-25E5-47FB-BB9A-8AE58F6B8438}" dt="2026-04-13T09:23:36.695" v="323" actId="11529"/>
          <ac:spMkLst>
            <pc:docMk/>
            <pc:sldMk cId="2724093838" sldId="266"/>
            <ac:spMk id="15" creationId="{4DCB61E5-D2DE-DB9D-E69E-14EA4AB67B95}"/>
          </ac:spMkLst>
        </pc:spChg>
        <pc:picChg chg="mod">
          <ac:chgData name="Jonas Glawion" userId="fd6bd209-b192-4111-ae82-272e80f0f9f7" providerId="ADAL" clId="{44C1D2DE-25E5-47FB-BB9A-8AE58F6B8438}" dt="2026-04-13T09:24:17.575" v="326" actId="1076"/>
          <ac:picMkLst>
            <pc:docMk/>
            <pc:sldMk cId="2724093838" sldId="266"/>
            <ac:picMk id="6" creationId="{CF4EB377-DBDF-DEC5-4851-6F2FF768646A}"/>
          </ac:picMkLst>
        </pc:picChg>
        <pc:picChg chg="mod">
          <ac:chgData name="Jonas Glawion" userId="fd6bd209-b192-4111-ae82-272e80f0f9f7" providerId="ADAL" clId="{44C1D2DE-25E5-47FB-BB9A-8AE58F6B8438}" dt="2026-04-13T09:23:47.007" v="324" actId="1076"/>
          <ac:picMkLst>
            <pc:docMk/>
            <pc:sldMk cId="2724093838" sldId="266"/>
            <ac:picMk id="12" creationId="{FD936FB2-0FF0-5C74-8E4A-C16A96F4B6DD}"/>
          </ac:picMkLst>
        </pc:picChg>
        <pc:picChg chg="mod">
          <ac:chgData name="Jonas Glawion" userId="fd6bd209-b192-4111-ae82-272e80f0f9f7" providerId="ADAL" clId="{44C1D2DE-25E5-47FB-BB9A-8AE58F6B8438}" dt="2026-04-13T09:23:50.766" v="325" actId="1076"/>
          <ac:picMkLst>
            <pc:docMk/>
            <pc:sldMk cId="2724093838" sldId="266"/>
            <ac:picMk id="13" creationId="{BAEA1CAB-F115-2F37-C079-856F8A4CE9A1}"/>
          </ac:picMkLst>
        </pc:picChg>
        <pc:picChg chg="mod">
          <ac:chgData name="Jonas Glawion" userId="fd6bd209-b192-4111-ae82-272e80f0f9f7" providerId="ADAL" clId="{44C1D2DE-25E5-47FB-BB9A-8AE58F6B8438}" dt="2026-04-13T09:23:30.917" v="322" actId="1076"/>
          <ac:picMkLst>
            <pc:docMk/>
            <pc:sldMk cId="2724093838" sldId="266"/>
            <ac:picMk id="19" creationId="{551809D2-D8DD-D1FE-B54D-823A45B3439E}"/>
          </ac:picMkLst>
        </pc:picChg>
        <pc:picChg chg="mod">
          <ac:chgData name="Jonas Glawion" userId="fd6bd209-b192-4111-ae82-272e80f0f9f7" providerId="ADAL" clId="{44C1D2DE-25E5-47FB-BB9A-8AE58F6B8438}" dt="2026-04-13T09:24:24.021" v="327" actId="1076"/>
          <ac:picMkLst>
            <pc:docMk/>
            <pc:sldMk cId="2724093838" sldId="266"/>
            <ac:picMk id="26" creationId="{008CC66D-BC52-89D0-E9B1-A3608004835C}"/>
          </ac:picMkLst>
        </pc:picChg>
        <pc:picChg chg="mod">
          <ac:chgData name="Jonas Glawion" userId="fd6bd209-b192-4111-ae82-272e80f0f9f7" providerId="ADAL" clId="{44C1D2DE-25E5-47FB-BB9A-8AE58F6B8438}" dt="2026-04-13T09:10:51.061" v="2" actId="1076"/>
          <ac:picMkLst>
            <pc:docMk/>
            <pc:sldMk cId="2724093838" sldId="266"/>
            <ac:picMk id="29" creationId="{75C042BC-FF27-E5E6-2FB9-2035C5A5D0F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9" name="Rectangle 5">
            <a:extLst>
              <a:ext uri="{FF2B5EF4-FFF2-40B4-BE49-F238E27FC236}">
                <a16:creationId xmlns:a16="http://schemas.microsoft.com/office/drawing/2014/main" id="{1EFB64EB-4201-4217-9704-A4C86AB799A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GB" altLang="x-none"/>
          </a:p>
        </p:txBody>
      </p:sp>
      <p:sp>
        <p:nvSpPr>
          <p:cNvPr id="36870" name="Rectangle 6">
            <a:extLst>
              <a:ext uri="{FF2B5EF4-FFF2-40B4-BE49-F238E27FC236}">
                <a16:creationId xmlns:a16="http://schemas.microsoft.com/office/drawing/2014/main" id="{55689B8A-29DF-482E-94B6-9740F70E104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078" y="0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43E0DD24-FEA3-4BE9-B887-5215351E7D23}" type="datetimeFigureOut">
              <a:rPr lang="en-GB" altLang="x-none"/>
              <a:pPr/>
              <a:t>13/04/2026</a:t>
            </a:fld>
            <a:endParaRPr lang="en-GB" altLang="x-none"/>
          </a:p>
        </p:txBody>
      </p:sp>
      <p:sp>
        <p:nvSpPr>
          <p:cNvPr id="36871" name="Rectangle 7">
            <a:extLst>
              <a:ext uri="{FF2B5EF4-FFF2-40B4-BE49-F238E27FC236}">
                <a16:creationId xmlns:a16="http://schemas.microsoft.com/office/drawing/2014/main" id="{829A7B45-BF4C-4AE2-96C7-65A834E3ABE6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28736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GB" altLang="x-none"/>
          </a:p>
        </p:txBody>
      </p:sp>
      <p:sp>
        <p:nvSpPr>
          <p:cNvPr id="36872" name="Rectangle 8">
            <a:extLst>
              <a:ext uri="{FF2B5EF4-FFF2-40B4-BE49-F238E27FC236}">
                <a16:creationId xmlns:a16="http://schemas.microsoft.com/office/drawing/2014/main" id="{35E06AF7-EEA8-4CE5-9185-5932ABF10F2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078" y="9428736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C2EBD03D-56D0-4856-9847-C0A4CFA9836D}" type="slidenum">
              <a:rPr lang="en-GB" altLang="x-none"/>
              <a:pPr/>
              <a:t>‹#›</a:t>
            </a:fld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22848308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>
            <a:extLst>
              <a:ext uri="{FF2B5EF4-FFF2-40B4-BE49-F238E27FC236}">
                <a16:creationId xmlns:a16="http://schemas.microsoft.com/office/drawing/2014/main" id="{14BD549B-341F-4705-81DD-FB2DC677929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8" y="744538"/>
            <a:ext cx="6616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9A28A8F-3F23-4631-B86F-19C0BDA4721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GB" altLang="x-none"/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4F43F84B-4B30-4B19-8426-990D8A29C2B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6387" y="4715153"/>
            <a:ext cx="4944902" cy="446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x-none"/>
              <a:t>Click to edit Master text styles</a:t>
            </a:r>
          </a:p>
          <a:p>
            <a:pPr lvl="1"/>
            <a:r>
              <a:rPr lang="en-GB" altLang="x-none"/>
              <a:t>Second level</a:t>
            </a:r>
          </a:p>
          <a:p>
            <a:pPr lvl="2"/>
            <a:r>
              <a:rPr lang="en-GB" altLang="x-none"/>
              <a:t>Third level</a:t>
            </a:r>
          </a:p>
          <a:p>
            <a:pPr lvl="3"/>
            <a:r>
              <a:rPr lang="en-GB" altLang="x-none"/>
              <a:t>Fourth level</a:t>
            </a:r>
          </a:p>
          <a:p>
            <a:pPr lvl="4"/>
            <a:r>
              <a:rPr lang="en-GB" altLang="x-none"/>
              <a:t>Fifth level</a:t>
            </a:r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8E756EB2-34C5-436A-ABD7-978D6A4DF99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51078" y="0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60C18952-D8C4-48E5-9C2B-5D104BB674C5}" type="datetimeFigureOut">
              <a:rPr lang="en-GB" altLang="x-none"/>
              <a:pPr/>
              <a:t>13/04/2026</a:t>
            </a:fld>
            <a:endParaRPr lang="en-GB" altLang="x-none"/>
          </a:p>
        </p:txBody>
      </p:sp>
      <p:sp>
        <p:nvSpPr>
          <p:cNvPr id="25608" name="Rectangle 8">
            <a:extLst>
              <a:ext uri="{FF2B5EF4-FFF2-40B4-BE49-F238E27FC236}">
                <a16:creationId xmlns:a16="http://schemas.microsoft.com/office/drawing/2014/main" id="{DF02C9F1-16A4-4AC4-B43D-3766BECFCB4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8736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GB" altLang="x-none"/>
          </a:p>
        </p:txBody>
      </p:sp>
      <p:sp>
        <p:nvSpPr>
          <p:cNvPr id="25609" name="Rectangle 9">
            <a:extLst>
              <a:ext uri="{FF2B5EF4-FFF2-40B4-BE49-F238E27FC236}">
                <a16:creationId xmlns:a16="http://schemas.microsoft.com/office/drawing/2014/main" id="{49E4C7CB-06D8-4759-8E00-777CD56240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078" y="9428736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40D4A133-3E39-4343-A036-3D58BF7031A0}" type="slidenum">
              <a:rPr lang="en-GB" altLang="x-none"/>
              <a:pPr/>
              <a:t>‹#›</a:t>
            </a:fld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287620953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4A133-3E39-4343-A036-3D58BF7031A0}" type="slidenum">
              <a:rPr lang="en-GB" altLang="x-none" smtClean="0"/>
              <a:pPr/>
              <a:t>1</a:t>
            </a:fld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32052002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4A133-3E39-4343-A036-3D58BF7031A0}" type="slidenum">
              <a:rPr lang="en-GB" altLang="x-none" smtClean="0"/>
              <a:pPr/>
              <a:t>2</a:t>
            </a:fld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1142493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D8C40-1171-19E7-E72A-EA0225BC3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36CD70-6F30-73BF-AF80-3F4E7AD5C1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676F99-6045-CB49-8C49-0603A44E61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03048-9EDD-354D-1C96-743B6FD445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4A133-3E39-4343-A036-3D58BF7031A0}" type="slidenum">
              <a:rPr lang="en-GB" altLang="x-none" smtClean="0"/>
              <a:pPr/>
              <a:t>3</a:t>
            </a:fld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225173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C58F0-D297-163D-05B0-94735633E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F7F0AC-F315-61B4-EEAC-3269A3DABA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49A992-28CA-A4B0-A86F-DE15F836A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12758-E27E-6F13-687B-B65C3989A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4A133-3E39-4343-A036-3D58BF7031A0}" type="slidenum">
              <a:rPr lang="en-GB" altLang="x-none" smtClean="0"/>
              <a:pPr/>
              <a:t>4</a:t>
            </a:fld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37171133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4A133-3E39-4343-A036-3D58BF7031A0}" type="slidenum">
              <a:rPr lang="en-GB" altLang="x-none" smtClean="0"/>
              <a:pPr/>
              <a:t>6</a:t>
            </a:fld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3858518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id">
            <a:extLst>
              <a:ext uri="{FF2B5EF4-FFF2-40B4-BE49-F238E27FC236}">
                <a16:creationId xmlns:a16="http://schemas.microsoft.com/office/drawing/2014/main" id="{5B3561AA-9BBA-42F3-A881-B78F96DF85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2460405"/>
            <a:ext cx="12191999" cy="3797300"/>
          </a:xfrm>
          <a:prstGeom prst="rect">
            <a:avLst/>
          </a:prstGeom>
        </p:spPr>
      </p:pic>
      <p:sp>
        <p:nvSpPr>
          <p:cNvPr id="10" name="Tagline">
            <a:extLst>
              <a:ext uri="{FF2B5EF4-FFF2-40B4-BE49-F238E27FC236}">
                <a16:creationId xmlns:a16="http://schemas.microsoft.com/office/drawing/2014/main" id="{1989C9C9-D4B4-43FA-AF09-815D6747C249}"/>
              </a:ext>
            </a:extLst>
          </p:cNvPr>
          <p:cNvSpPr txBox="1"/>
          <p:nvPr userDrawn="1"/>
        </p:nvSpPr>
        <p:spPr bwMode="gray">
          <a:xfrm>
            <a:off x="412724" y="6185766"/>
            <a:ext cx="47351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chemeClr val="accent2"/>
                </a:solidFill>
              </a:rPr>
              <a:t>Autoneum. Mastering sound and heat.</a:t>
            </a:r>
          </a:p>
        </p:txBody>
      </p:sp>
      <p:sp>
        <p:nvSpPr>
          <p:cNvPr id="65543" name="Subtitle">
            <a:extLst>
              <a:ext uri="{FF2B5EF4-FFF2-40B4-BE49-F238E27FC236}">
                <a16:creationId xmlns:a16="http://schemas.microsoft.com/office/drawing/2014/main" id="{EA4F3126-A5AE-4CCF-987E-DBA5201BACE4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 bwMode="gray">
          <a:xfrm>
            <a:off x="503238" y="1718889"/>
            <a:ext cx="11201399" cy="810705"/>
          </a:xfrm>
        </p:spPr>
        <p:txBody>
          <a:bodyPr/>
          <a:lstStyle>
            <a:lvl1pPr>
              <a:lnSpc>
                <a:spcPts val="4600"/>
              </a:lnSpc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altLang="x-none" noProof="0" dirty="0"/>
              <a:t>Click to add subtitle</a:t>
            </a:r>
          </a:p>
        </p:txBody>
      </p:sp>
      <p:sp>
        <p:nvSpPr>
          <p:cNvPr id="65540" name="Title">
            <a:extLst>
              <a:ext uri="{FF2B5EF4-FFF2-40B4-BE49-F238E27FC236}">
                <a16:creationId xmlns:a16="http://schemas.microsoft.com/office/drawing/2014/main" id="{109EA18E-19BE-4C23-AAA8-5BF6D31DE262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 bwMode="gray">
          <a:xfrm>
            <a:off x="503238" y="1262195"/>
            <a:ext cx="11201399" cy="409575"/>
          </a:xfrm>
        </p:spPr>
        <p:txBody>
          <a:bodyPr anchor="b"/>
          <a:lstStyle>
            <a:lvl1pPr>
              <a:lnSpc>
                <a:spcPts val="2600"/>
              </a:lnSpc>
              <a:defRPr sz="2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x-none" noProof="0" dirty="0"/>
              <a:t>Click to add title</a:t>
            </a:r>
          </a:p>
        </p:txBody>
      </p:sp>
      <p:grpSp>
        <p:nvGrpSpPr>
          <p:cNvPr id="16" name="Logo_Color">
            <a:extLst>
              <a:ext uri="{FF2B5EF4-FFF2-40B4-BE49-F238E27FC236}">
                <a16:creationId xmlns:a16="http://schemas.microsoft.com/office/drawing/2014/main" id="{E2885034-D7C7-40E1-A005-2EE9DA3304D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087820" y="495720"/>
            <a:ext cx="1612800" cy="229651"/>
            <a:chOff x="1030968" y="702286"/>
            <a:chExt cx="1211122" cy="172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582F804-F601-4DBF-971F-8101295C2CB8}"/>
                </a:ext>
              </a:extLst>
            </p:cNvPr>
            <p:cNvSpPr/>
            <p:nvPr/>
          </p:nvSpPr>
          <p:spPr>
            <a:xfrm>
              <a:off x="1344835" y="707326"/>
              <a:ext cx="104775" cy="161925"/>
            </a:xfrm>
            <a:custGeom>
              <a:avLst/>
              <a:gdLst>
                <a:gd name="connsiteX0" fmla="*/ 7144 w 104775"/>
                <a:gd name="connsiteY0" fmla="*/ 44672 h 161925"/>
                <a:gd name="connsiteX1" fmla="*/ 7144 w 104775"/>
                <a:gd name="connsiteY1" fmla="*/ 44672 h 161925"/>
                <a:gd name="connsiteX2" fmla="*/ 7144 w 104775"/>
                <a:gd name="connsiteY2" fmla="*/ 88011 h 161925"/>
                <a:gd name="connsiteX3" fmla="*/ 72580 w 104775"/>
                <a:gd name="connsiteY3" fmla="*/ 158401 h 161925"/>
                <a:gd name="connsiteX4" fmla="*/ 98013 w 104775"/>
                <a:gd name="connsiteY4" fmla="*/ 158401 h 161925"/>
                <a:gd name="connsiteX5" fmla="*/ 98013 w 104775"/>
                <a:gd name="connsiteY5" fmla="*/ 121063 h 161925"/>
                <a:gd name="connsiteX6" fmla="*/ 72580 w 104775"/>
                <a:gd name="connsiteY6" fmla="*/ 121063 h 161925"/>
                <a:gd name="connsiteX7" fmla="*/ 42672 w 104775"/>
                <a:gd name="connsiteY7" fmla="*/ 88011 h 161925"/>
                <a:gd name="connsiteX8" fmla="*/ 42672 w 104775"/>
                <a:gd name="connsiteY8" fmla="*/ 44672 h 161925"/>
                <a:gd name="connsiteX9" fmla="*/ 98774 w 104775"/>
                <a:gd name="connsiteY9" fmla="*/ 44672 h 161925"/>
                <a:gd name="connsiteX10" fmla="*/ 98774 w 104775"/>
                <a:gd name="connsiteY10" fmla="*/ 7144 h 161925"/>
                <a:gd name="connsiteX11" fmla="*/ 7144 w 104775"/>
                <a:gd name="connsiteY11" fmla="*/ 7144 h 161925"/>
                <a:gd name="connsiteX12" fmla="*/ 7144 w 104775"/>
                <a:gd name="connsiteY12" fmla="*/ 44672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775" h="161925">
                  <a:moveTo>
                    <a:pt x="7144" y="44672"/>
                  </a:moveTo>
                  <a:lnTo>
                    <a:pt x="7144" y="44672"/>
                  </a:lnTo>
                  <a:lnTo>
                    <a:pt x="7144" y="88011"/>
                  </a:lnTo>
                  <a:cubicBezTo>
                    <a:pt x="7144" y="129445"/>
                    <a:pt x="34004" y="158401"/>
                    <a:pt x="72580" y="158401"/>
                  </a:cubicBezTo>
                  <a:lnTo>
                    <a:pt x="98013" y="158401"/>
                  </a:lnTo>
                  <a:lnTo>
                    <a:pt x="98013" y="121063"/>
                  </a:lnTo>
                  <a:lnTo>
                    <a:pt x="72580" y="121063"/>
                  </a:lnTo>
                  <a:cubicBezTo>
                    <a:pt x="53530" y="121063"/>
                    <a:pt x="42672" y="108966"/>
                    <a:pt x="42672" y="88011"/>
                  </a:cubicBezTo>
                  <a:lnTo>
                    <a:pt x="42672" y="44672"/>
                  </a:lnTo>
                  <a:lnTo>
                    <a:pt x="98774" y="44672"/>
                  </a:lnTo>
                  <a:lnTo>
                    <a:pt x="98774" y="7144"/>
                  </a:lnTo>
                  <a:lnTo>
                    <a:pt x="7144" y="7144"/>
                  </a:lnTo>
                  <a:lnTo>
                    <a:pt x="7144" y="44672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07D9C56-5B20-4F59-B94D-B9524116AF86}"/>
                </a:ext>
              </a:extLst>
            </p:cNvPr>
            <p:cNvSpPr/>
            <p:nvPr/>
          </p:nvSpPr>
          <p:spPr>
            <a:xfrm>
              <a:off x="1429987" y="702401"/>
              <a:ext cx="171450" cy="171450"/>
            </a:xfrm>
            <a:custGeom>
              <a:avLst/>
              <a:gdLst>
                <a:gd name="connsiteX0" fmla="*/ 89822 w 171450"/>
                <a:gd name="connsiteY0" fmla="*/ 7211 h 171450"/>
                <a:gd name="connsiteX1" fmla="*/ 7211 w 171450"/>
                <a:gd name="connsiteY1" fmla="*/ 83345 h 171450"/>
                <a:gd name="connsiteX2" fmla="*/ 83345 w 171450"/>
                <a:gd name="connsiteY2" fmla="*/ 165956 h 171450"/>
                <a:gd name="connsiteX3" fmla="*/ 165956 w 171450"/>
                <a:gd name="connsiteY3" fmla="*/ 89822 h 171450"/>
                <a:gd name="connsiteX4" fmla="*/ 166022 w 171450"/>
                <a:gd name="connsiteY4" fmla="*/ 86554 h 171450"/>
                <a:gd name="connsiteX5" fmla="*/ 89950 w 171450"/>
                <a:gd name="connsiteY5" fmla="*/ 7213 h 171450"/>
                <a:gd name="connsiteX6" fmla="*/ 89822 w 171450"/>
                <a:gd name="connsiteY6" fmla="*/ 7211 h 171450"/>
                <a:gd name="connsiteX7" fmla="*/ 89822 w 171450"/>
                <a:gd name="connsiteY7" fmla="*/ 133417 h 171450"/>
                <a:gd name="connsiteX8" fmla="*/ 40189 w 171450"/>
                <a:gd name="connsiteY8" fmla="*/ 89499 h 171450"/>
                <a:gd name="connsiteX9" fmla="*/ 84108 w 171450"/>
                <a:gd name="connsiteY9" fmla="*/ 39866 h 171450"/>
                <a:gd name="connsiteX10" fmla="*/ 133741 w 171450"/>
                <a:gd name="connsiteY10" fmla="*/ 83784 h 171450"/>
                <a:gd name="connsiteX11" fmla="*/ 133828 w 171450"/>
                <a:gd name="connsiteY11" fmla="*/ 86554 h 171450"/>
                <a:gd name="connsiteX12" fmla="*/ 89822 w 171450"/>
                <a:gd name="connsiteY12" fmla="*/ 133417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1450" h="171450">
                  <a:moveTo>
                    <a:pt x="89822" y="7211"/>
                  </a:moveTo>
                  <a:cubicBezTo>
                    <a:pt x="45986" y="5422"/>
                    <a:pt x="9000" y="39509"/>
                    <a:pt x="7211" y="83345"/>
                  </a:cubicBezTo>
                  <a:cubicBezTo>
                    <a:pt x="5422" y="127181"/>
                    <a:pt x="39509" y="164167"/>
                    <a:pt x="83345" y="165956"/>
                  </a:cubicBezTo>
                  <a:cubicBezTo>
                    <a:pt x="127181" y="167745"/>
                    <a:pt x="164167" y="133658"/>
                    <a:pt x="165956" y="89822"/>
                  </a:cubicBezTo>
                  <a:cubicBezTo>
                    <a:pt x="166000" y="88733"/>
                    <a:pt x="166022" y="87644"/>
                    <a:pt x="166022" y="86554"/>
                  </a:cubicBezTo>
                  <a:cubicBezTo>
                    <a:pt x="166925" y="43638"/>
                    <a:pt x="132866" y="8116"/>
                    <a:pt x="89950" y="7213"/>
                  </a:cubicBezTo>
                  <a:cubicBezTo>
                    <a:pt x="89907" y="7212"/>
                    <a:pt x="89865" y="7212"/>
                    <a:pt x="89822" y="7211"/>
                  </a:cubicBezTo>
                  <a:close/>
                  <a:moveTo>
                    <a:pt x="89822" y="133417"/>
                  </a:moveTo>
                  <a:cubicBezTo>
                    <a:pt x="63989" y="134995"/>
                    <a:pt x="41767" y="115332"/>
                    <a:pt x="40189" y="89499"/>
                  </a:cubicBezTo>
                  <a:cubicBezTo>
                    <a:pt x="38611" y="63665"/>
                    <a:pt x="58274" y="41444"/>
                    <a:pt x="84108" y="39866"/>
                  </a:cubicBezTo>
                  <a:cubicBezTo>
                    <a:pt x="109941" y="38288"/>
                    <a:pt x="132163" y="57951"/>
                    <a:pt x="133741" y="83784"/>
                  </a:cubicBezTo>
                  <a:cubicBezTo>
                    <a:pt x="133797" y="84706"/>
                    <a:pt x="133826" y="85630"/>
                    <a:pt x="133828" y="86554"/>
                  </a:cubicBezTo>
                  <a:cubicBezTo>
                    <a:pt x="134524" y="111611"/>
                    <a:pt x="114874" y="132537"/>
                    <a:pt x="89822" y="133417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DF7311F-3F3E-40F3-B393-7B09ABB83C44}"/>
                </a:ext>
              </a:extLst>
            </p:cNvPr>
            <p:cNvSpPr/>
            <p:nvPr/>
          </p:nvSpPr>
          <p:spPr>
            <a:xfrm>
              <a:off x="1902620" y="707040"/>
              <a:ext cx="123825" cy="161925"/>
            </a:xfrm>
            <a:custGeom>
              <a:avLst/>
              <a:gdLst>
                <a:gd name="connsiteX0" fmla="*/ 110013 w 123825"/>
                <a:gd name="connsiteY0" fmla="*/ 96679 h 161925"/>
                <a:gd name="connsiteX1" fmla="*/ 65436 w 123825"/>
                <a:gd name="connsiteY1" fmla="*/ 147161 h 161925"/>
                <a:gd name="connsiteX2" fmla="*/ 20954 w 123825"/>
                <a:gd name="connsiteY2" fmla="*/ 96679 h 161925"/>
                <a:gd name="connsiteX3" fmla="*/ 20954 w 123825"/>
                <a:gd name="connsiteY3" fmla="*/ 7144 h 161925"/>
                <a:gd name="connsiteX4" fmla="*/ 7238 w 123825"/>
                <a:gd name="connsiteY4" fmla="*/ 7144 h 161925"/>
                <a:gd name="connsiteX5" fmla="*/ 7238 w 123825"/>
                <a:gd name="connsiteY5" fmla="*/ 96679 h 161925"/>
                <a:gd name="connsiteX6" fmla="*/ 26288 w 123825"/>
                <a:gd name="connsiteY6" fmla="*/ 146018 h 161925"/>
                <a:gd name="connsiteX7" fmla="*/ 103536 w 123825"/>
                <a:gd name="connsiteY7" fmla="*/ 146018 h 161925"/>
                <a:gd name="connsiteX8" fmla="*/ 123062 w 123825"/>
                <a:gd name="connsiteY8" fmla="*/ 96679 h 161925"/>
                <a:gd name="connsiteX9" fmla="*/ 123063 w 123825"/>
                <a:gd name="connsiteY9" fmla="*/ 7144 h 161925"/>
                <a:gd name="connsiteX10" fmla="*/ 109346 w 123825"/>
                <a:gd name="connsiteY10" fmla="*/ 7144 h 161925"/>
                <a:gd name="connsiteX11" fmla="*/ 109346 w 123825"/>
                <a:gd name="connsiteY11" fmla="*/ 9667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25" h="161925">
                  <a:moveTo>
                    <a:pt x="110013" y="96679"/>
                  </a:moveTo>
                  <a:cubicBezTo>
                    <a:pt x="110013" y="133731"/>
                    <a:pt x="83343" y="147161"/>
                    <a:pt x="65436" y="147161"/>
                  </a:cubicBezTo>
                  <a:cubicBezTo>
                    <a:pt x="47529" y="147161"/>
                    <a:pt x="20954" y="133731"/>
                    <a:pt x="20954" y="96679"/>
                  </a:cubicBezTo>
                  <a:lnTo>
                    <a:pt x="20954" y="7144"/>
                  </a:lnTo>
                  <a:lnTo>
                    <a:pt x="7238" y="7144"/>
                  </a:lnTo>
                  <a:lnTo>
                    <a:pt x="7238" y="96679"/>
                  </a:lnTo>
                  <a:cubicBezTo>
                    <a:pt x="6241" y="115092"/>
                    <a:pt x="13176" y="133052"/>
                    <a:pt x="26288" y="146018"/>
                  </a:cubicBezTo>
                  <a:cubicBezTo>
                    <a:pt x="47937" y="166568"/>
                    <a:pt x="81887" y="166568"/>
                    <a:pt x="103536" y="146018"/>
                  </a:cubicBezTo>
                  <a:cubicBezTo>
                    <a:pt x="116782" y="133108"/>
                    <a:pt x="123886" y="115157"/>
                    <a:pt x="123062" y="96679"/>
                  </a:cubicBezTo>
                  <a:lnTo>
                    <a:pt x="123063" y="7144"/>
                  </a:lnTo>
                  <a:lnTo>
                    <a:pt x="109346" y="7144"/>
                  </a:lnTo>
                  <a:lnTo>
                    <a:pt x="109346" y="9667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DBA2570-1228-4E11-BD96-6DB545B8DC86}"/>
                </a:ext>
              </a:extLst>
            </p:cNvPr>
            <p:cNvSpPr/>
            <p:nvPr/>
          </p:nvSpPr>
          <p:spPr>
            <a:xfrm>
              <a:off x="1182931" y="707040"/>
              <a:ext cx="161925" cy="161925"/>
            </a:xfrm>
            <a:custGeom>
              <a:avLst/>
              <a:gdLst>
                <a:gd name="connsiteX0" fmla="*/ 116279 w 161925"/>
                <a:gd name="connsiteY0" fmla="*/ 77819 h 161925"/>
                <a:gd name="connsiteX1" fmla="*/ 81989 w 161925"/>
                <a:gd name="connsiteY1" fmla="*/ 117824 h 161925"/>
                <a:gd name="connsiteX2" fmla="*/ 47603 w 161925"/>
                <a:gd name="connsiteY2" fmla="*/ 77819 h 161925"/>
                <a:gd name="connsiteX3" fmla="*/ 47603 w 161925"/>
                <a:gd name="connsiteY3" fmla="*/ 7144 h 161925"/>
                <a:gd name="connsiteX4" fmla="*/ 7217 w 161925"/>
                <a:gd name="connsiteY4" fmla="*/ 7144 h 161925"/>
                <a:gd name="connsiteX5" fmla="*/ 7217 w 161925"/>
                <a:gd name="connsiteY5" fmla="*/ 77819 h 161925"/>
                <a:gd name="connsiteX6" fmla="*/ 32268 w 161925"/>
                <a:gd name="connsiteY6" fmla="*/ 140493 h 161925"/>
                <a:gd name="connsiteX7" fmla="*/ 131329 w 161925"/>
                <a:gd name="connsiteY7" fmla="*/ 140493 h 161925"/>
                <a:gd name="connsiteX8" fmla="*/ 156379 w 161925"/>
                <a:gd name="connsiteY8" fmla="*/ 77914 h 161925"/>
                <a:gd name="connsiteX9" fmla="*/ 156379 w 161925"/>
                <a:gd name="connsiteY9" fmla="*/ 7144 h 161925"/>
                <a:gd name="connsiteX10" fmla="*/ 115993 w 161925"/>
                <a:gd name="connsiteY10" fmla="*/ 7144 h 161925"/>
                <a:gd name="connsiteX11" fmla="*/ 115993 w 161925"/>
                <a:gd name="connsiteY11" fmla="*/ 7781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161925">
                  <a:moveTo>
                    <a:pt x="116279" y="77819"/>
                  </a:moveTo>
                  <a:cubicBezTo>
                    <a:pt x="116279" y="109442"/>
                    <a:pt x="93895" y="117824"/>
                    <a:pt x="81989" y="117824"/>
                  </a:cubicBezTo>
                  <a:cubicBezTo>
                    <a:pt x="70082" y="117824"/>
                    <a:pt x="47603" y="109442"/>
                    <a:pt x="47603" y="77819"/>
                  </a:cubicBezTo>
                  <a:lnTo>
                    <a:pt x="47603" y="7144"/>
                  </a:lnTo>
                  <a:lnTo>
                    <a:pt x="7217" y="7144"/>
                  </a:lnTo>
                  <a:lnTo>
                    <a:pt x="7217" y="77819"/>
                  </a:lnTo>
                  <a:cubicBezTo>
                    <a:pt x="6222" y="101331"/>
                    <a:pt x="15341" y="124145"/>
                    <a:pt x="32268" y="140493"/>
                  </a:cubicBezTo>
                  <a:cubicBezTo>
                    <a:pt x="60063" y="166765"/>
                    <a:pt x="103534" y="166765"/>
                    <a:pt x="131329" y="140493"/>
                  </a:cubicBezTo>
                  <a:cubicBezTo>
                    <a:pt x="148241" y="124174"/>
                    <a:pt x="157359" y="101396"/>
                    <a:pt x="156379" y="77914"/>
                  </a:cubicBezTo>
                  <a:lnTo>
                    <a:pt x="156379" y="7144"/>
                  </a:lnTo>
                  <a:lnTo>
                    <a:pt x="115993" y="7144"/>
                  </a:lnTo>
                  <a:lnTo>
                    <a:pt x="115993" y="7781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A931A55-6E26-4697-B813-EAE5E6FE3BEB}"/>
                </a:ext>
              </a:extLst>
            </p:cNvPr>
            <p:cNvSpPr/>
            <p:nvPr/>
          </p:nvSpPr>
          <p:spPr>
            <a:xfrm>
              <a:off x="1596891" y="702962"/>
              <a:ext cx="142875" cy="161925"/>
            </a:xfrm>
            <a:custGeom>
              <a:avLst/>
              <a:gdLst>
                <a:gd name="connsiteX0" fmla="*/ 117799 w 142875"/>
                <a:gd name="connsiteY0" fmla="*/ 24653 h 161925"/>
                <a:gd name="connsiteX1" fmla="*/ 29598 w 142875"/>
                <a:gd name="connsiteY1" fmla="*/ 24653 h 161925"/>
                <a:gd name="connsiteX2" fmla="*/ 7214 w 142875"/>
                <a:gd name="connsiteY2" fmla="*/ 80850 h 161925"/>
                <a:gd name="connsiteX3" fmla="*/ 7214 w 142875"/>
                <a:gd name="connsiteY3" fmla="*/ 160860 h 161925"/>
                <a:gd name="connsiteX4" fmla="*/ 31884 w 142875"/>
                <a:gd name="connsiteY4" fmla="*/ 160860 h 161925"/>
                <a:gd name="connsiteX5" fmla="*/ 31884 w 142875"/>
                <a:gd name="connsiteY5" fmla="*/ 80850 h 161925"/>
                <a:gd name="connsiteX6" fmla="*/ 73794 w 142875"/>
                <a:gd name="connsiteY6" fmla="*/ 33225 h 161925"/>
                <a:gd name="connsiteX7" fmla="*/ 115704 w 142875"/>
                <a:gd name="connsiteY7" fmla="*/ 80850 h 161925"/>
                <a:gd name="connsiteX8" fmla="*/ 115704 w 142875"/>
                <a:gd name="connsiteY8" fmla="*/ 160860 h 161925"/>
                <a:gd name="connsiteX9" fmla="*/ 140469 w 142875"/>
                <a:gd name="connsiteY9" fmla="*/ 160860 h 161925"/>
                <a:gd name="connsiteX10" fmla="*/ 140469 w 142875"/>
                <a:gd name="connsiteY10" fmla="*/ 80850 h 161925"/>
                <a:gd name="connsiteX11" fmla="*/ 118180 w 142875"/>
                <a:gd name="connsiteY11" fmla="*/ 24653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2875" h="161925">
                  <a:moveTo>
                    <a:pt x="117799" y="24653"/>
                  </a:moveTo>
                  <a:cubicBezTo>
                    <a:pt x="93033" y="1307"/>
                    <a:pt x="54364" y="1307"/>
                    <a:pt x="29598" y="24653"/>
                  </a:cubicBezTo>
                  <a:cubicBezTo>
                    <a:pt x="14441" y="39321"/>
                    <a:pt x="6293" y="59778"/>
                    <a:pt x="7214" y="80850"/>
                  </a:cubicBezTo>
                  <a:lnTo>
                    <a:pt x="7214" y="160860"/>
                  </a:lnTo>
                  <a:lnTo>
                    <a:pt x="31884" y="160860"/>
                  </a:lnTo>
                  <a:lnTo>
                    <a:pt x="31884" y="80850"/>
                  </a:lnTo>
                  <a:cubicBezTo>
                    <a:pt x="31884" y="42750"/>
                    <a:pt x="59220" y="33225"/>
                    <a:pt x="73794" y="33225"/>
                  </a:cubicBezTo>
                  <a:cubicBezTo>
                    <a:pt x="88367" y="33225"/>
                    <a:pt x="115704" y="43226"/>
                    <a:pt x="115704" y="80850"/>
                  </a:cubicBezTo>
                  <a:lnTo>
                    <a:pt x="115704" y="160860"/>
                  </a:lnTo>
                  <a:lnTo>
                    <a:pt x="140469" y="160860"/>
                  </a:lnTo>
                  <a:lnTo>
                    <a:pt x="140469" y="80850"/>
                  </a:lnTo>
                  <a:cubicBezTo>
                    <a:pt x="141366" y="59801"/>
                    <a:pt x="133261" y="39365"/>
                    <a:pt x="118180" y="24653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80CF33C-B321-4E76-99C3-7DD91F132E4B}"/>
                </a:ext>
              </a:extLst>
            </p:cNvPr>
            <p:cNvSpPr/>
            <p:nvPr/>
          </p:nvSpPr>
          <p:spPr>
            <a:xfrm>
              <a:off x="2032540" y="703230"/>
              <a:ext cx="209550" cy="161925"/>
            </a:xfrm>
            <a:custGeom>
              <a:avLst/>
              <a:gdLst>
                <a:gd name="connsiteX0" fmla="*/ 157163 w 209550"/>
                <a:gd name="connsiteY0" fmla="*/ 7144 h 161925"/>
                <a:gd name="connsiteX1" fmla="*/ 108680 w 209550"/>
                <a:gd name="connsiteY1" fmla="*/ 40481 h 161925"/>
                <a:gd name="connsiteX2" fmla="*/ 60197 w 209550"/>
                <a:gd name="connsiteY2" fmla="*/ 7144 h 161925"/>
                <a:gd name="connsiteX3" fmla="*/ 7144 w 209550"/>
                <a:gd name="connsiteY3" fmla="*/ 66389 h 161925"/>
                <a:gd name="connsiteX4" fmla="*/ 7144 w 209550"/>
                <a:gd name="connsiteY4" fmla="*/ 160687 h 161925"/>
                <a:gd name="connsiteX5" fmla="*/ 16669 w 209550"/>
                <a:gd name="connsiteY5" fmla="*/ 160687 h 161925"/>
                <a:gd name="connsiteX6" fmla="*/ 16669 w 209550"/>
                <a:gd name="connsiteY6" fmla="*/ 66389 h 161925"/>
                <a:gd name="connsiteX7" fmla="*/ 60579 w 209550"/>
                <a:gd name="connsiteY7" fmla="*/ 16764 h 161925"/>
                <a:gd name="connsiteX8" fmla="*/ 104489 w 209550"/>
                <a:gd name="connsiteY8" fmla="*/ 66104 h 161925"/>
                <a:gd name="connsiteX9" fmla="*/ 104489 w 209550"/>
                <a:gd name="connsiteY9" fmla="*/ 160687 h 161925"/>
                <a:gd name="connsiteX10" fmla="*/ 114014 w 209550"/>
                <a:gd name="connsiteY10" fmla="*/ 160687 h 161925"/>
                <a:gd name="connsiteX11" fmla="*/ 114014 w 209550"/>
                <a:gd name="connsiteY11" fmla="*/ 66104 h 161925"/>
                <a:gd name="connsiteX12" fmla="*/ 157925 w 209550"/>
                <a:gd name="connsiteY12" fmla="*/ 16764 h 161925"/>
                <a:gd name="connsiteX13" fmla="*/ 201835 w 209550"/>
                <a:gd name="connsiteY13" fmla="*/ 66389 h 161925"/>
                <a:gd name="connsiteX14" fmla="*/ 201835 w 209550"/>
                <a:gd name="connsiteY14" fmla="*/ 160687 h 161925"/>
                <a:gd name="connsiteX15" fmla="*/ 211360 w 209550"/>
                <a:gd name="connsiteY15" fmla="*/ 160687 h 161925"/>
                <a:gd name="connsiteX16" fmla="*/ 211360 w 209550"/>
                <a:gd name="connsiteY16" fmla="*/ 66389 h 161925"/>
                <a:gd name="connsiteX17" fmla="*/ 158210 w 209550"/>
                <a:gd name="connsiteY17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9550" h="161925">
                  <a:moveTo>
                    <a:pt x="157163" y="7144"/>
                  </a:moveTo>
                  <a:cubicBezTo>
                    <a:pt x="135739" y="7405"/>
                    <a:pt x="116592" y="20571"/>
                    <a:pt x="108680" y="40481"/>
                  </a:cubicBezTo>
                  <a:cubicBezTo>
                    <a:pt x="100789" y="20554"/>
                    <a:pt x="81629" y="7379"/>
                    <a:pt x="60197" y="7144"/>
                  </a:cubicBezTo>
                  <a:cubicBezTo>
                    <a:pt x="38862" y="7144"/>
                    <a:pt x="7144" y="22955"/>
                    <a:pt x="7144" y="66389"/>
                  </a:cubicBezTo>
                  <a:lnTo>
                    <a:pt x="7144" y="160687"/>
                  </a:lnTo>
                  <a:lnTo>
                    <a:pt x="16669" y="160687"/>
                  </a:lnTo>
                  <a:lnTo>
                    <a:pt x="16669" y="66389"/>
                  </a:lnTo>
                  <a:cubicBezTo>
                    <a:pt x="16669" y="30004"/>
                    <a:pt x="42958" y="16764"/>
                    <a:pt x="60579" y="16764"/>
                  </a:cubicBezTo>
                  <a:cubicBezTo>
                    <a:pt x="78200" y="16764"/>
                    <a:pt x="104299" y="30004"/>
                    <a:pt x="104489" y="66104"/>
                  </a:cubicBezTo>
                  <a:lnTo>
                    <a:pt x="104489" y="160687"/>
                  </a:lnTo>
                  <a:lnTo>
                    <a:pt x="114014" y="160687"/>
                  </a:lnTo>
                  <a:lnTo>
                    <a:pt x="114014" y="66104"/>
                  </a:lnTo>
                  <a:cubicBezTo>
                    <a:pt x="114014" y="30004"/>
                    <a:pt x="140303" y="16764"/>
                    <a:pt x="157925" y="16764"/>
                  </a:cubicBezTo>
                  <a:cubicBezTo>
                    <a:pt x="175546" y="16764"/>
                    <a:pt x="201835" y="30004"/>
                    <a:pt x="201835" y="66389"/>
                  </a:cubicBezTo>
                  <a:lnTo>
                    <a:pt x="201835" y="160687"/>
                  </a:lnTo>
                  <a:lnTo>
                    <a:pt x="211360" y="160687"/>
                  </a:lnTo>
                  <a:lnTo>
                    <a:pt x="211360" y="66389"/>
                  </a:lnTo>
                  <a:cubicBezTo>
                    <a:pt x="211360" y="22955"/>
                    <a:pt x="179546" y="7144"/>
                    <a:pt x="158210" y="7144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C9AFCED-6628-40DE-82BD-F29590602CB2}"/>
                </a:ext>
              </a:extLst>
            </p:cNvPr>
            <p:cNvSpPr/>
            <p:nvPr/>
          </p:nvSpPr>
          <p:spPr>
            <a:xfrm>
              <a:off x="1739805" y="703291"/>
              <a:ext cx="161925" cy="171450"/>
            </a:xfrm>
            <a:custGeom>
              <a:avLst/>
              <a:gdLst>
                <a:gd name="connsiteX0" fmla="*/ 98139 w 161925"/>
                <a:gd name="connsiteY0" fmla="*/ 8512 h 171450"/>
                <a:gd name="connsiteX1" fmla="*/ 8993 w 161925"/>
                <a:gd name="connsiteY1" fmla="*/ 69058 h 171450"/>
                <a:gd name="connsiteX2" fmla="*/ 8794 w 161925"/>
                <a:gd name="connsiteY2" fmla="*/ 70138 h 171450"/>
                <a:gd name="connsiteX3" fmla="*/ 68040 w 161925"/>
                <a:gd name="connsiteY3" fmla="*/ 163674 h 171450"/>
                <a:gd name="connsiteX4" fmla="*/ 153765 w 161925"/>
                <a:gd name="connsiteY4" fmla="*/ 113763 h 171450"/>
                <a:gd name="connsiteX5" fmla="*/ 132619 w 161925"/>
                <a:gd name="connsiteY5" fmla="*/ 113763 h 171450"/>
                <a:gd name="connsiteX6" fmla="*/ 71469 w 161925"/>
                <a:gd name="connsiteY6" fmla="*/ 144719 h 171450"/>
                <a:gd name="connsiteX7" fmla="*/ 27273 w 161925"/>
                <a:gd name="connsiteY7" fmla="*/ 94522 h 171450"/>
                <a:gd name="connsiteX8" fmla="*/ 158051 w 161925"/>
                <a:gd name="connsiteY8" fmla="*/ 94522 h 171450"/>
                <a:gd name="connsiteX9" fmla="*/ 97948 w 161925"/>
                <a:gd name="connsiteY9" fmla="*/ 8797 h 171450"/>
                <a:gd name="connsiteX10" fmla="*/ 27844 w 161925"/>
                <a:gd name="connsiteY10" fmla="*/ 75187 h 171450"/>
                <a:gd name="connsiteX11" fmla="*/ 27844 w 161925"/>
                <a:gd name="connsiteY11" fmla="*/ 73853 h 171450"/>
                <a:gd name="connsiteX12" fmla="*/ 92243 w 161925"/>
                <a:gd name="connsiteY12" fmla="*/ 26593 h 171450"/>
                <a:gd name="connsiteX13" fmla="*/ 94519 w 161925"/>
                <a:gd name="connsiteY13" fmla="*/ 26990 h 171450"/>
                <a:gd name="connsiteX14" fmla="*/ 138525 w 161925"/>
                <a:gd name="connsiteY14" fmla="*/ 7461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1925" h="171450">
                  <a:moveTo>
                    <a:pt x="98139" y="8512"/>
                  </a:moveTo>
                  <a:cubicBezTo>
                    <a:pt x="56802" y="614"/>
                    <a:pt x="16890" y="27721"/>
                    <a:pt x="8993" y="69058"/>
                  </a:cubicBezTo>
                  <a:cubicBezTo>
                    <a:pt x="8924" y="69417"/>
                    <a:pt x="8858" y="69778"/>
                    <a:pt x="8794" y="70138"/>
                  </a:cubicBezTo>
                  <a:cubicBezTo>
                    <a:pt x="142" y="112182"/>
                    <a:pt x="26331" y="153529"/>
                    <a:pt x="68040" y="163674"/>
                  </a:cubicBezTo>
                  <a:cubicBezTo>
                    <a:pt x="105095" y="170936"/>
                    <a:pt x="141787" y="149574"/>
                    <a:pt x="153765" y="113763"/>
                  </a:cubicBezTo>
                  <a:lnTo>
                    <a:pt x="132619" y="113763"/>
                  </a:lnTo>
                  <a:cubicBezTo>
                    <a:pt x="121847" y="136981"/>
                    <a:pt x="96558" y="149783"/>
                    <a:pt x="71469" y="144719"/>
                  </a:cubicBezTo>
                  <a:cubicBezTo>
                    <a:pt x="47541" y="139122"/>
                    <a:pt x="29795" y="118966"/>
                    <a:pt x="27273" y="94522"/>
                  </a:cubicBezTo>
                  <a:lnTo>
                    <a:pt x="158051" y="94522"/>
                  </a:lnTo>
                  <a:cubicBezTo>
                    <a:pt x="162387" y="54908"/>
                    <a:pt x="136667" y="18224"/>
                    <a:pt x="97948" y="8797"/>
                  </a:cubicBezTo>
                  <a:close/>
                  <a:moveTo>
                    <a:pt x="27844" y="75187"/>
                  </a:moveTo>
                  <a:lnTo>
                    <a:pt x="27844" y="73853"/>
                  </a:lnTo>
                  <a:cubicBezTo>
                    <a:pt x="32577" y="43019"/>
                    <a:pt x="61409" y="21860"/>
                    <a:pt x="92243" y="26593"/>
                  </a:cubicBezTo>
                  <a:cubicBezTo>
                    <a:pt x="93004" y="26710"/>
                    <a:pt x="93763" y="26842"/>
                    <a:pt x="94519" y="26990"/>
                  </a:cubicBezTo>
                  <a:cubicBezTo>
                    <a:pt x="117646" y="32201"/>
                    <a:pt x="135153" y="51149"/>
                    <a:pt x="138525" y="74615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B953C0D-633C-46F8-8EC1-5FAE83E2FE0A}"/>
                </a:ext>
              </a:extLst>
            </p:cNvPr>
            <p:cNvSpPr/>
            <p:nvPr/>
          </p:nvSpPr>
          <p:spPr>
            <a:xfrm>
              <a:off x="1030968" y="702286"/>
              <a:ext cx="152400" cy="171450"/>
            </a:xfrm>
            <a:custGeom>
              <a:avLst/>
              <a:gdLst>
                <a:gd name="connsiteX0" fmla="*/ 147370 w 152400"/>
                <a:gd name="connsiteY0" fmla="*/ 56951 h 171450"/>
                <a:gd name="connsiteX1" fmla="*/ 128320 w 152400"/>
                <a:gd name="connsiteY1" fmla="*/ 20279 h 171450"/>
                <a:gd name="connsiteX2" fmla="*/ 82409 w 152400"/>
                <a:gd name="connsiteY2" fmla="*/ 7326 h 171450"/>
                <a:gd name="connsiteX3" fmla="*/ 82409 w 152400"/>
                <a:gd name="connsiteY3" fmla="*/ 7326 h 171450"/>
                <a:gd name="connsiteX4" fmla="*/ 35451 w 152400"/>
                <a:gd name="connsiteY4" fmla="*/ 18089 h 171450"/>
                <a:gd name="connsiteX5" fmla="*/ 15449 w 152400"/>
                <a:gd name="connsiteY5" fmla="*/ 49807 h 171450"/>
                <a:gd name="connsiteX6" fmla="*/ 13925 w 152400"/>
                <a:gd name="connsiteY6" fmla="*/ 56665 h 171450"/>
                <a:gd name="connsiteX7" fmla="*/ 60597 w 152400"/>
                <a:gd name="connsiteY7" fmla="*/ 56665 h 171450"/>
                <a:gd name="connsiteX8" fmla="*/ 60597 w 152400"/>
                <a:gd name="connsiteY8" fmla="*/ 55617 h 171450"/>
                <a:gd name="connsiteX9" fmla="*/ 80219 w 152400"/>
                <a:gd name="connsiteY9" fmla="*/ 40282 h 171450"/>
                <a:gd name="connsiteX10" fmla="*/ 81552 w 152400"/>
                <a:gd name="connsiteY10" fmla="*/ 40282 h 171450"/>
                <a:gd name="connsiteX11" fmla="*/ 84791 w 152400"/>
                <a:gd name="connsiteY11" fmla="*/ 40282 h 171450"/>
                <a:gd name="connsiteX12" fmla="*/ 84791 w 152400"/>
                <a:gd name="connsiteY12" fmla="*/ 40282 h 171450"/>
                <a:gd name="connsiteX13" fmla="*/ 95745 w 152400"/>
                <a:gd name="connsiteY13" fmla="*/ 45426 h 171450"/>
                <a:gd name="connsiteX14" fmla="*/ 98602 w 152400"/>
                <a:gd name="connsiteY14" fmla="*/ 54951 h 171450"/>
                <a:gd name="connsiteX15" fmla="*/ 72218 w 152400"/>
                <a:gd name="connsiteY15" fmla="*/ 68190 h 171450"/>
                <a:gd name="connsiteX16" fmla="*/ 71170 w 152400"/>
                <a:gd name="connsiteY16" fmla="*/ 68190 h 171450"/>
                <a:gd name="connsiteX17" fmla="*/ 66121 w 152400"/>
                <a:gd name="connsiteY17" fmla="*/ 69333 h 171450"/>
                <a:gd name="connsiteX18" fmla="*/ 55549 w 152400"/>
                <a:gd name="connsiteY18" fmla="*/ 71715 h 171450"/>
                <a:gd name="connsiteX19" fmla="*/ 7162 w 152400"/>
                <a:gd name="connsiteY19" fmla="*/ 119340 h 171450"/>
                <a:gd name="connsiteX20" fmla="*/ 20306 w 152400"/>
                <a:gd name="connsiteY20" fmla="*/ 152677 h 171450"/>
                <a:gd name="connsiteX21" fmla="*/ 55167 w 152400"/>
                <a:gd name="connsiteY21" fmla="*/ 165155 h 171450"/>
                <a:gd name="connsiteX22" fmla="*/ 57168 w 152400"/>
                <a:gd name="connsiteY22" fmla="*/ 165155 h 171450"/>
                <a:gd name="connsiteX23" fmla="*/ 93553 w 152400"/>
                <a:gd name="connsiteY23" fmla="*/ 152582 h 171450"/>
                <a:gd name="connsiteX24" fmla="*/ 100602 w 152400"/>
                <a:gd name="connsiteY24" fmla="*/ 147248 h 171450"/>
                <a:gd name="connsiteX25" fmla="*/ 102698 w 152400"/>
                <a:gd name="connsiteY25" fmla="*/ 145628 h 171450"/>
                <a:gd name="connsiteX26" fmla="*/ 102698 w 152400"/>
                <a:gd name="connsiteY26" fmla="*/ 160773 h 171450"/>
                <a:gd name="connsiteX27" fmla="*/ 147846 w 152400"/>
                <a:gd name="connsiteY27" fmla="*/ 160773 h 171450"/>
                <a:gd name="connsiteX28" fmla="*/ 147846 w 152400"/>
                <a:gd name="connsiteY28" fmla="*/ 65333 h 171450"/>
                <a:gd name="connsiteX29" fmla="*/ 147275 w 152400"/>
                <a:gd name="connsiteY29" fmla="*/ 56951 h 171450"/>
                <a:gd name="connsiteX30" fmla="*/ 99745 w 152400"/>
                <a:gd name="connsiteY30" fmla="*/ 92574 h 171450"/>
                <a:gd name="connsiteX31" fmla="*/ 99745 w 152400"/>
                <a:gd name="connsiteY31" fmla="*/ 116196 h 171450"/>
                <a:gd name="connsiteX32" fmla="*/ 99745 w 152400"/>
                <a:gd name="connsiteY32" fmla="*/ 116673 h 171450"/>
                <a:gd name="connsiteX33" fmla="*/ 95459 w 152400"/>
                <a:gd name="connsiteY33" fmla="*/ 120292 h 171450"/>
                <a:gd name="connsiteX34" fmla="*/ 90505 w 152400"/>
                <a:gd name="connsiteY34" fmla="*/ 124007 h 171450"/>
                <a:gd name="connsiteX35" fmla="*/ 72408 w 152400"/>
                <a:gd name="connsiteY35" fmla="*/ 129722 h 171450"/>
                <a:gd name="connsiteX36" fmla="*/ 71551 w 152400"/>
                <a:gd name="connsiteY36" fmla="*/ 129722 h 171450"/>
                <a:gd name="connsiteX37" fmla="*/ 57571 w 152400"/>
                <a:gd name="connsiteY37" fmla="*/ 117469 h 171450"/>
                <a:gd name="connsiteX38" fmla="*/ 57549 w 152400"/>
                <a:gd name="connsiteY38" fmla="*/ 116197 h 171450"/>
                <a:gd name="connsiteX39" fmla="*/ 69169 w 152400"/>
                <a:gd name="connsiteY39" fmla="*/ 101337 h 171450"/>
                <a:gd name="connsiteX40" fmla="*/ 98507 w 152400"/>
                <a:gd name="connsiteY40" fmla="*/ 91241 h 171450"/>
                <a:gd name="connsiteX41" fmla="*/ 100221 w 152400"/>
                <a:gd name="connsiteY41" fmla="*/ 90669 h 171450"/>
                <a:gd name="connsiteX42" fmla="*/ 100221 w 152400"/>
                <a:gd name="connsiteY42" fmla="*/ 9257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52400" h="171450">
                  <a:moveTo>
                    <a:pt x="147370" y="56951"/>
                  </a:moveTo>
                  <a:cubicBezTo>
                    <a:pt x="146216" y="42661"/>
                    <a:pt x="139348" y="29440"/>
                    <a:pt x="128320" y="20279"/>
                  </a:cubicBezTo>
                  <a:cubicBezTo>
                    <a:pt x="114888" y="10966"/>
                    <a:pt x="98729" y="6407"/>
                    <a:pt x="82409" y="7326"/>
                  </a:cubicBezTo>
                  <a:lnTo>
                    <a:pt x="82409" y="7326"/>
                  </a:lnTo>
                  <a:cubicBezTo>
                    <a:pt x="66041" y="6247"/>
                    <a:pt x="49715" y="9988"/>
                    <a:pt x="35451" y="18089"/>
                  </a:cubicBezTo>
                  <a:cubicBezTo>
                    <a:pt x="24727" y="25481"/>
                    <a:pt x="17498" y="36944"/>
                    <a:pt x="15449" y="49807"/>
                  </a:cubicBezTo>
                  <a:lnTo>
                    <a:pt x="13925" y="56665"/>
                  </a:lnTo>
                  <a:lnTo>
                    <a:pt x="60597" y="56665"/>
                  </a:lnTo>
                  <a:lnTo>
                    <a:pt x="60597" y="55617"/>
                  </a:lnTo>
                  <a:cubicBezTo>
                    <a:pt x="61836" y="45996"/>
                    <a:pt x="70583" y="39160"/>
                    <a:pt x="80219" y="40282"/>
                  </a:cubicBezTo>
                  <a:lnTo>
                    <a:pt x="81552" y="40282"/>
                  </a:lnTo>
                  <a:cubicBezTo>
                    <a:pt x="82629" y="40184"/>
                    <a:pt x="83713" y="40184"/>
                    <a:pt x="84791" y="40282"/>
                  </a:cubicBezTo>
                  <a:lnTo>
                    <a:pt x="84791" y="40282"/>
                  </a:lnTo>
                  <a:cubicBezTo>
                    <a:pt x="88916" y="40718"/>
                    <a:pt x="92774" y="42530"/>
                    <a:pt x="95745" y="45426"/>
                  </a:cubicBezTo>
                  <a:cubicBezTo>
                    <a:pt x="98153" y="47968"/>
                    <a:pt x="99213" y="51502"/>
                    <a:pt x="98602" y="54951"/>
                  </a:cubicBezTo>
                  <a:cubicBezTo>
                    <a:pt x="97649" y="61713"/>
                    <a:pt x="93458" y="63237"/>
                    <a:pt x="72218" y="68190"/>
                  </a:cubicBezTo>
                  <a:lnTo>
                    <a:pt x="71170" y="68190"/>
                  </a:lnTo>
                  <a:lnTo>
                    <a:pt x="66121" y="69333"/>
                  </a:lnTo>
                  <a:cubicBezTo>
                    <a:pt x="62502" y="70000"/>
                    <a:pt x="58978" y="70857"/>
                    <a:pt x="55549" y="71715"/>
                  </a:cubicBezTo>
                  <a:cubicBezTo>
                    <a:pt x="19639" y="80573"/>
                    <a:pt x="6590" y="93622"/>
                    <a:pt x="7162" y="119340"/>
                  </a:cubicBezTo>
                  <a:cubicBezTo>
                    <a:pt x="6943" y="131757"/>
                    <a:pt x="11672" y="143751"/>
                    <a:pt x="20306" y="152677"/>
                  </a:cubicBezTo>
                  <a:cubicBezTo>
                    <a:pt x="29824" y="161276"/>
                    <a:pt x="42355" y="165761"/>
                    <a:pt x="55167" y="165155"/>
                  </a:cubicBezTo>
                  <a:lnTo>
                    <a:pt x="57168" y="165155"/>
                  </a:lnTo>
                  <a:cubicBezTo>
                    <a:pt x="70378" y="165251"/>
                    <a:pt x="83221" y="160813"/>
                    <a:pt x="93553" y="152582"/>
                  </a:cubicBezTo>
                  <a:lnTo>
                    <a:pt x="100602" y="147248"/>
                  </a:lnTo>
                  <a:lnTo>
                    <a:pt x="102698" y="145628"/>
                  </a:lnTo>
                  <a:lnTo>
                    <a:pt x="102698" y="160773"/>
                  </a:lnTo>
                  <a:lnTo>
                    <a:pt x="147846" y="160773"/>
                  </a:lnTo>
                  <a:lnTo>
                    <a:pt x="147846" y="65333"/>
                  </a:lnTo>
                  <a:cubicBezTo>
                    <a:pt x="147852" y="62529"/>
                    <a:pt x="147661" y="59728"/>
                    <a:pt x="147275" y="56951"/>
                  </a:cubicBezTo>
                  <a:close/>
                  <a:moveTo>
                    <a:pt x="99745" y="92574"/>
                  </a:moveTo>
                  <a:lnTo>
                    <a:pt x="99745" y="116196"/>
                  </a:lnTo>
                  <a:lnTo>
                    <a:pt x="99745" y="116673"/>
                  </a:lnTo>
                  <a:lnTo>
                    <a:pt x="95459" y="120292"/>
                  </a:lnTo>
                  <a:cubicBezTo>
                    <a:pt x="93926" y="121680"/>
                    <a:pt x="92268" y="122923"/>
                    <a:pt x="90505" y="124007"/>
                  </a:cubicBezTo>
                  <a:cubicBezTo>
                    <a:pt x="85089" y="127488"/>
                    <a:pt x="78842" y="129461"/>
                    <a:pt x="72408" y="129722"/>
                  </a:cubicBezTo>
                  <a:lnTo>
                    <a:pt x="71551" y="129722"/>
                  </a:lnTo>
                  <a:cubicBezTo>
                    <a:pt x="64307" y="130199"/>
                    <a:pt x="58048" y="124713"/>
                    <a:pt x="57571" y="117469"/>
                  </a:cubicBezTo>
                  <a:cubicBezTo>
                    <a:pt x="57543" y="117046"/>
                    <a:pt x="57535" y="116621"/>
                    <a:pt x="57549" y="116197"/>
                  </a:cubicBezTo>
                  <a:cubicBezTo>
                    <a:pt x="56978" y="108767"/>
                    <a:pt x="60407" y="104481"/>
                    <a:pt x="69169" y="101337"/>
                  </a:cubicBezTo>
                  <a:lnTo>
                    <a:pt x="98507" y="91241"/>
                  </a:lnTo>
                  <a:lnTo>
                    <a:pt x="100221" y="90669"/>
                  </a:lnTo>
                  <a:lnTo>
                    <a:pt x="100221" y="92574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</p:grp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EA0F5FA6-1927-3705-38C6-8B0B5D91262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107495" y="6527802"/>
            <a:ext cx="7593125" cy="136525"/>
          </a:xfr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x-none" dirty="0"/>
              <a:t>Presentation venue | Date | Speaker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grey">
    <p:bg bwMode="gray">
      <p:bgPr>
        <a:solidFill>
          <a:srgbClr val="8585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id">
            <a:extLst>
              <a:ext uri="{FF2B5EF4-FFF2-40B4-BE49-F238E27FC236}">
                <a16:creationId xmlns:a16="http://schemas.microsoft.com/office/drawing/2014/main" id="{5B3561AA-9BBA-42F3-A881-B78F96DF85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2460405"/>
            <a:ext cx="12191999" cy="3797300"/>
          </a:xfrm>
          <a:prstGeom prst="rect">
            <a:avLst/>
          </a:prstGeom>
        </p:spPr>
      </p:pic>
      <p:sp>
        <p:nvSpPr>
          <p:cNvPr id="10" name="Tagline">
            <a:extLst>
              <a:ext uri="{FF2B5EF4-FFF2-40B4-BE49-F238E27FC236}">
                <a16:creationId xmlns:a16="http://schemas.microsoft.com/office/drawing/2014/main" id="{1989C9C9-D4B4-43FA-AF09-815D6747C249}"/>
              </a:ext>
            </a:extLst>
          </p:cNvPr>
          <p:cNvSpPr txBox="1"/>
          <p:nvPr userDrawn="1"/>
        </p:nvSpPr>
        <p:spPr bwMode="gray">
          <a:xfrm>
            <a:off x="412724" y="6185766"/>
            <a:ext cx="47351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chemeClr val="bg1"/>
                </a:solidFill>
              </a:rPr>
              <a:t>Autoneum. Mastering sound and heat.</a:t>
            </a:r>
          </a:p>
        </p:txBody>
      </p:sp>
      <p:sp>
        <p:nvSpPr>
          <p:cNvPr id="65543" name="Subtitle">
            <a:extLst>
              <a:ext uri="{FF2B5EF4-FFF2-40B4-BE49-F238E27FC236}">
                <a16:creationId xmlns:a16="http://schemas.microsoft.com/office/drawing/2014/main" id="{EA4F3126-A5AE-4CCF-987E-DBA5201BACE4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 bwMode="gray">
          <a:xfrm>
            <a:off x="503238" y="1718889"/>
            <a:ext cx="11201399" cy="810705"/>
          </a:xfrm>
        </p:spPr>
        <p:txBody>
          <a:bodyPr/>
          <a:lstStyle>
            <a:lvl1pPr>
              <a:lnSpc>
                <a:spcPts val="4600"/>
              </a:lnSpc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altLang="x-none" noProof="0" dirty="0"/>
              <a:t>Click to add subtitle</a:t>
            </a:r>
          </a:p>
        </p:txBody>
      </p:sp>
      <p:sp>
        <p:nvSpPr>
          <p:cNvPr id="65540" name="Title">
            <a:extLst>
              <a:ext uri="{FF2B5EF4-FFF2-40B4-BE49-F238E27FC236}">
                <a16:creationId xmlns:a16="http://schemas.microsoft.com/office/drawing/2014/main" id="{109EA18E-19BE-4C23-AAA8-5BF6D31DE262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 bwMode="gray">
          <a:xfrm>
            <a:off x="503238" y="1262195"/>
            <a:ext cx="11201399" cy="409575"/>
          </a:xfrm>
        </p:spPr>
        <p:txBody>
          <a:bodyPr anchor="b"/>
          <a:lstStyle>
            <a:lvl1pPr>
              <a:lnSpc>
                <a:spcPts val="2600"/>
              </a:lnSpc>
              <a:defRPr sz="2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x-none" noProof="0" dirty="0"/>
              <a:t>Click to add title</a:t>
            </a:r>
          </a:p>
        </p:txBody>
      </p:sp>
      <p:grpSp>
        <p:nvGrpSpPr>
          <p:cNvPr id="18" name="Logo_White">
            <a:extLst>
              <a:ext uri="{FF2B5EF4-FFF2-40B4-BE49-F238E27FC236}">
                <a16:creationId xmlns:a16="http://schemas.microsoft.com/office/drawing/2014/main" id="{1629E9BA-9EE1-4730-9CEC-8A3F405AB748}"/>
              </a:ext>
            </a:extLst>
          </p:cNvPr>
          <p:cNvGrpSpPr>
            <a:grpSpLocks/>
          </p:cNvGrpSpPr>
          <p:nvPr userDrawn="1"/>
        </p:nvGrpSpPr>
        <p:grpSpPr>
          <a:xfrm>
            <a:off x="10087820" y="495720"/>
            <a:ext cx="1612800" cy="229651"/>
            <a:chOff x="1030968" y="702286"/>
            <a:chExt cx="1211122" cy="172455"/>
          </a:xfrm>
          <a:solidFill>
            <a:srgbClr val="FFFFFF"/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619E9A6-C720-4EC4-9108-6E7673FEE78A}"/>
                </a:ext>
              </a:extLst>
            </p:cNvPr>
            <p:cNvSpPr/>
            <p:nvPr/>
          </p:nvSpPr>
          <p:spPr>
            <a:xfrm>
              <a:off x="1344835" y="707326"/>
              <a:ext cx="104775" cy="161925"/>
            </a:xfrm>
            <a:custGeom>
              <a:avLst/>
              <a:gdLst>
                <a:gd name="connsiteX0" fmla="*/ 7144 w 104775"/>
                <a:gd name="connsiteY0" fmla="*/ 44672 h 161925"/>
                <a:gd name="connsiteX1" fmla="*/ 7144 w 104775"/>
                <a:gd name="connsiteY1" fmla="*/ 44672 h 161925"/>
                <a:gd name="connsiteX2" fmla="*/ 7144 w 104775"/>
                <a:gd name="connsiteY2" fmla="*/ 88011 h 161925"/>
                <a:gd name="connsiteX3" fmla="*/ 72580 w 104775"/>
                <a:gd name="connsiteY3" fmla="*/ 158401 h 161925"/>
                <a:gd name="connsiteX4" fmla="*/ 98013 w 104775"/>
                <a:gd name="connsiteY4" fmla="*/ 158401 h 161925"/>
                <a:gd name="connsiteX5" fmla="*/ 98013 w 104775"/>
                <a:gd name="connsiteY5" fmla="*/ 121063 h 161925"/>
                <a:gd name="connsiteX6" fmla="*/ 72580 w 104775"/>
                <a:gd name="connsiteY6" fmla="*/ 121063 h 161925"/>
                <a:gd name="connsiteX7" fmla="*/ 42672 w 104775"/>
                <a:gd name="connsiteY7" fmla="*/ 88011 h 161925"/>
                <a:gd name="connsiteX8" fmla="*/ 42672 w 104775"/>
                <a:gd name="connsiteY8" fmla="*/ 44672 h 161925"/>
                <a:gd name="connsiteX9" fmla="*/ 98774 w 104775"/>
                <a:gd name="connsiteY9" fmla="*/ 44672 h 161925"/>
                <a:gd name="connsiteX10" fmla="*/ 98774 w 104775"/>
                <a:gd name="connsiteY10" fmla="*/ 7144 h 161925"/>
                <a:gd name="connsiteX11" fmla="*/ 7144 w 104775"/>
                <a:gd name="connsiteY11" fmla="*/ 7144 h 161925"/>
                <a:gd name="connsiteX12" fmla="*/ 7144 w 104775"/>
                <a:gd name="connsiteY12" fmla="*/ 44672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775" h="161925">
                  <a:moveTo>
                    <a:pt x="7144" y="44672"/>
                  </a:moveTo>
                  <a:lnTo>
                    <a:pt x="7144" y="44672"/>
                  </a:lnTo>
                  <a:lnTo>
                    <a:pt x="7144" y="88011"/>
                  </a:lnTo>
                  <a:cubicBezTo>
                    <a:pt x="7144" y="129445"/>
                    <a:pt x="34004" y="158401"/>
                    <a:pt x="72580" y="158401"/>
                  </a:cubicBezTo>
                  <a:lnTo>
                    <a:pt x="98013" y="158401"/>
                  </a:lnTo>
                  <a:lnTo>
                    <a:pt x="98013" y="121063"/>
                  </a:lnTo>
                  <a:lnTo>
                    <a:pt x="72580" y="121063"/>
                  </a:lnTo>
                  <a:cubicBezTo>
                    <a:pt x="53530" y="121063"/>
                    <a:pt x="42672" y="108966"/>
                    <a:pt x="42672" y="88011"/>
                  </a:cubicBezTo>
                  <a:lnTo>
                    <a:pt x="42672" y="44672"/>
                  </a:lnTo>
                  <a:lnTo>
                    <a:pt x="98774" y="44672"/>
                  </a:lnTo>
                  <a:lnTo>
                    <a:pt x="98774" y="7144"/>
                  </a:lnTo>
                  <a:lnTo>
                    <a:pt x="7144" y="7144"/>
                  </a:lnTo>
                  <a:lnTo>
                    <a:pt x="7144" y="446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9EAAD32-BE75-434E-8075-6D798A9655B2}"/>
                </a:ext>
              </a:extLst>
            </p:cNvPr>
            <p:cNvSpPr/>
            <p:nvPr/>
          </p:nvSpPr>
          <p:spPr>
            <a:xfrm>
              <a:off x="1429987" y="702401"/>
              <a:ext cx="171450" cy="171450"/>
            </a:xfrm>
            <a:custGeom>
              <a:avLst/>
              <a:gdLst>
                <a:gd name="connsiteX0" fmla="*/ 89822 w 171450"/>
                <a:gd name="connsiteY0" fmla="*/ 7211 h 171450"/>
                <a:gd name="connsiteX1" fmla="*/ 7211 w 171450"/>
                <a:gd name="connsiteY1" fmla="*/ 83345 h 171450"/>
                <a:gd name="connsiteX2" fmla="*/ 83345 w 171450"/>
                <a:gd name="connsiteY2" fmla="*/ 165956 h 171450"/>
                <a:gd name="connsiteX3" fmla="*/ 165956 w 171450"/>
                <a:gd name="connsiteY3" fmla="*/ 89822 h 171450"/>
                <a:gd name="connsiteX4" fmla="*/ 166022 w 171450"/>
                <a:gd name="connsiteY4" fmla="*/ 86554 h 171450"/>
                <a:gd name="connsiteX5" fmla="*/ 89950 w 171450"/>
                <a:gd name="connsiteY5" fmla="*/ 7213 h 171450"/>
                <a:gd name="connsiteX6" fmla="*/ 89822 w 171450"/>
                <a:gd name="connsiteY6" fmla="*/ 7211 h 171450"/>
                <a:gd name="connsiteX7" fmla="*/ 89822 w 171450"/>
                <a:gd name="connsiteY7" fmla="*/ 133417 h 171450"/>
                <a:gd name="connsiteX8" fmla="*/ 40189 w 171450"/>
                <a:gd name="connsiteY8" fmla="*/ 89499 h 171450"/>
                <a:gd name="connsiteX9" fmla="*/ 84108 w 171450"/>
                <a:gd name="connsiteY9" fmla="*/ 39866 h 171450"/>
                <a:gd name="connsiteX10" fmla="*/ 133741 w 171450"/>
                <a:gd name="connsiteY10" fmla="*/ 83784 h 171450"/>
                <a:gd name="connsiteX11" fmla="*/ 133828 w 171450"/>
                <a:gd name="connsiteY11" fmla="*/ 86554 h 171450"/>
                <a:gd name="connsiteX12" fmla="*/ 89822 w 171450"/>
                <a:gd name="connsiteY12" fmla="*/ 133417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1450" h="171450">
                  <a:moveTo>
                    <a:pt x="89822" y="7211"/>
                  </a:moveTo>
                  <a:cubicBezTo>
                    <a:pt x="45986" y="5422"/>
                    <a:pt x="9000" y="39509"/>
                    <a:pt x="7211" y="83345"/>
                  </a:cubicBezTo>
                  <a:cubicBezTo>
                    <a:pt x="5422" y="127181"/>
                    <a:pt x="39509" y="164167"/>
                    <a:pt x="83345" y="165956"/>
                  </a:cubicBezTo>
                  <a:cubicBezTo>
                    <a:pt x="127181" y="167745"/>
                    <a:pt x="164167" y="133658"/>
                    <a:pt x="165956" y="89822"/>
                  </a:cubicBezTo>
                  <a:cubicBezTo>
                    <a:pt x="166000" y="88733"/>
                    <a:pt x="166022" y="87644"/>
                    <a:pt x="166022" y="86554"/>
                  </a:cubicBezTo>
                  <a:cubicBezTo>
                    <a:pt x="166925" y="43638"/>
                    <a:pt x="132866" y="8116"/>
                    <a:pt x="89950" y="7213"/>
                  </a:cubicBezTo>
                  <a:cubicBezTo>
                    <a:pt x="89907" y="7212"/>
                    <a:pt x="89865" y="7212"/>
                    <a:pt x="89822" y="7211"/>
                  </a:cubicBezTo>
                  <a:close/>
                  <a:moveTo>
                    <a:pt x="89822" y="133417"/>
                  </a:moveTo>
                  <a:cubicBezTo>
                    <a:pt x="63989" y="134995"/>
                    <a:pt x="41767" y="115332"/>
                    <a:pt x="40189" y="89499"/>
                  </a:cubicBezTo>
                  <a:cubicBezTo>
                    <a:pt x="38611" y="63665"/>
                    <a:pt x="58274" y="41444"/>
                    <a:pt x="84108" y="39866"/>
                  </a:cubicBezTo>
                  <a:cubicBezTo>
                    <a:pt x="109941" y="38288"/>
                    <a:pt x="132163" y="57951"/>
                    <a:pt x="133741" y="83784"/>
                  </a:cubicBezTo>
                  <a:cubicBezTo>
                    <a:pt x="133797" y="84706"/>
                    <a:pt x="133826" y="85630"/>
                    <a:pt x="133828" y="86554"/>
                  </a:cubicBezTo>
                  <a:cubicBezTo>
                    <a:pt x="134524" y="111611"/>
                    <a:pt x="114874" y="132537"/>
                    <a:pt x="89822" y="13341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17C51CE-E191-4311-81E4-4AC000245543}"/>
                </a:ext>
              </a:extLst>
            </p:cNvPr>
            <p:cNvSpPr/>
            <p:nvPr/>
          </p:nvSpPr>
          <p:spPr>
            <a:xfrm>
              <a:off x="1902620" y="707040"/>
              <a:ext cx="123825" cy="161925"/>
            </a:xfrm>
            <a:custGeom>
              <a:avLst/>
              <a:gdLst>
                <a:gd name="connsiteX0" fmla="*/ 110013 w 123825"/>
                <a:gd name="connsiteY0" fmla="*/ 96679 h 161925"/>
                <a:gd name="connsiteX1" fmla="*/ 65436 w 123825"/>
                <a:gd name="connsiteY1" fmla="*/ 147161 h 161925"/>
                <a:gd name="connsiteX2" fmla="*/ 20954 w 123825"/>
                <a:gd name="connsiteY2" fmla="*/ 96679 h 161925"/>
                <a:gd name="connsiteX3" fmla="*/ 20954 w 123825"/>
                <a:gd name="connsiteY3" fmla="*/ 7144 h 161925"/>
                <a:gd name="connsiteX4" fmla="*/ 7238 w 123825"/>
                <a:gd name="connsiteY4" fmla="*/ 7144 h 161925"/>
                <a:gd name="connsiteX5" fmla="*/ 7238 w 123825"/>
                <a:gd name="connsiteY5" fmla="*/ 96679 h 161925"/>
                <a:gd name="connsiteX6" fmla="*/ 26288 w 123825"/>
                <a:gd name="connsiteY6" fmla="*/ 146018 h 161925"/>
                <a:gd name="connsiteX7" fmla="*/ 103536 w 123825"/>
                <a:gd name="connsiteY7" fmla="*/ 146018 h 161925"/>
                <a:gd name="connsiteX8" fmla="*/ 123062 w 123825"/>
                <a:gd name="connsiteY8" fmla="*/ 96679 h 161925"/>
                <a:gd name="connsiteX9" fmla="*/ 123063 w 123825"/>
                <a:gd name="connsiteY9" fmla="*/ 7144 h 161925"/>
                <a:gd name="connsiteX10" fmla="*/ 109346 w 123825"/>
                <a:gd name="connsiteY10" fmla="*/ 7144 h 161925"/>
                <a:gd name="connsiteX11" fmla="*/ 109346 w 123825"/>
                <a:gd name="connsiteY11" fmla="*/ 9667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25" h="161925">
                  <a:moveTo>
                    <a:pt x="110013" y="96679"/>
                  </a:moveTo>
                  <a:cubicBezTo>
                    <a:pt x="110013" y="133731"/>
                    <a:pt x="83343" y="147161"/>
                    <a:pt x="65436" y="147161"/>
                  </a:cubicBezTo>
                  <a:cubicBezTo>
                    <a:pt x="47529" y="147161"/>
                    <a:pt x="20954" y="133731"/>
                    <a:pt x="20954" y="96679"/>
                  </a:cubicBezTo>
                  <a:lnTo>
                    <a:pt x="20954" y="7144"/>
                  </a:lnTo>
                  <a:lnTo>
                    <a:pt x="7238" y="7144"/>
                  </a:lnTo>
                  <a:lnTo>
                    <a:pt x="7238" y="96679"/>
                  </a:lnTo>
                  <a:cubicBezTo>
                    <a:pt x="6241" y="115092"/>
                    <a:pt x="13176" y="133052"/>
                    <a:pt x="26288" y="146018"/>
                  </a:cubicBezTo>
                  <a:cubicBezTo>
                    <a:pt x="47937" y="166568"/>
                    <a:pt x="81887" y="166568"/>
                    <a:pt x="103536" y="146018"/>
                  </a:cubicBezTo>
                  <a:cubicBezTo>
                    <a:pt x="116782" y="133108"/>
                    <a:pt x="123886" y="115157"/>
                    <a:pt x="123062" y="96679"/>
                  </a:cubicBezTo>
                  <a:lnTo>
                    <a:pt x="123063" y="7144"/>
                  </a:lnTo>
                  <a:lnTo>
                    <a:pt x="109346" y="7144"/>
                  </a:lnTo>
                  <a:lnTo>
                    <a:pt x="109346" y="966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0C18936-A705-474A-BF6B-DBEE3062A6C8}"/>
                </a:ext>
              </a:extLst>
            </p:cNvPr>
            <p:cNvSpPr/>
            <p:nvPr/>
          </p:nvSpPr>
          <p:spPr>
            <a:xfrm>
              <a:off x="1182931" y="707040"/>
              <a:ext cx="161925" cy="161925"/>
            </a:xfrm>
            <a:custGeom>
              <a:avLst/>
              <a:gdLst>
                <a:gd name="connsiteX0" fmla="*/ 116279 w 161925"/>
                <a:gd name="connsiteY0" fmla="*/ 77819 h 161925"/>
                <a:gd name="connsiteX1" fmla="*/ 81989 w 161925"/>
                <a:gd name="connsiteY1" fmla="*/ 117824 h 161925"/>
                <a:gd name="connsiteX2" fmla="*/ 47603 w 161925"/>
                <a:gd name="connsiteY2" fmla="*/ 77819 h 161925"/>
                <a:gd name="connsiteX3" fmla="*/ 47603 w 161925"/>
                <a:gd name="connsiteY3" fmla="*/ 7144 h 161925"/>
                <a:gd name="connsiteX4" fmla="*/ 7217 w 161925"/>
                <a:gd name="connsiteY4" fmla="*/ 7144 h 161925"/>
                <a:gd name="connsiteX5" fmla="*/ 7217 w 161925"/>
                <a:gd name="connsiteY5" fmla="*/ 77819 h 161925"/>
                <a:gd name="connsiteX6" fmla="*/ 32268 w 161925"/>
                <a:gd name="connsiteY6" fmla="*/ 140493 h 161925"/>
                <a:gd name="connsiteX7" fmla="*/ 131329 w 161925"/>
                <a:gd name="connsiteY7" fmla="*/ 140493 h 161925"/>
                <a:gd name="connsiteX8" fmla="*/ 156379 w 161925"/>
                <a:gd name="connsiteY8" fmla="*/ 77914 h 161925"/>
                <a:gd name="connsiteX9" fmla="*/ 156379 w 161925"/>
                <a:gd name="connsiteY9" fmla="*/ 7144 h 161925"/>
                <a:gd name="connsiteX10" fmla="*/ 115993 w 161925"/>
                <a:gd name="connsiteY10" fmla="*/ 7144 h 161925"/>
                <a:gd name="connsiteX11" fmla="*/ 115993 w 161925"/>
                <a:gd name="connsiteY11" fmla="*/ 7781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161925">
                  <a:moveTo>
                    <a:pt x="116279" y="77819"/>
                  </a:moveTo>
                  <a:cubicBezTo>
                    <a:pt x="116279" y="109442"/>
                    <a:pt x="93895" y="117824"/>
                    <a:pt x="81989" y="117824"/>
                  </a:cubicBezTo>
                  <a:cubicBezTo>
                    <a:pt x="70082" y="117824"/>
                    <a:pt x="47603" y="109442"/>
                    <a:pt x="47603" y="77819"/>
                  </a:cubicBezTo>
                  <a:lnTo>
                    <a:pt x="47603" y="7144"/>
                  </a:lnTo>
                  <a:lnTo>
                    <a:pt x="7217" y="7144"/>
                  </a:lnTo>
                  <a:lnTo>
                    <a:pt x="7217" y="77819"/>
                  </a:lnTo>
                  <a:cubicBezTo>
                    <a:pt x="6222" y="101331"/>
                    <a:pt x="15341" y="124145"/>
                    <a:pt x="32268" y="140493"/>
                  </a:cubicBezTo>
                  <a:cubicBezTo>
                    <a:pt x="60063" y="166765"/>
                    <a:pt x="103534" y="166765"/>
                    <a:pt x="131329" y="140493"/>
                  </a:cubicBezTo>
                  <a:cubicBezTo>
                    <a:pt x="148241" y="124174"/>
                    <a:pt x="157359" y="101396"/>
                    <a:pt x="156379" y="77914"/>
                  </a:cubicBezTo>
                  <a:lnTo>
                    <a:pt x="156379" y="7144"/>
                  </a:lnTo>
                  <a:lnTo>
                    <a:pt x="115993" y="7144"/>
                  </a:lnTo>
                  <a:lnTo>
                    <a:pt x="115993" y="7781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410EFF1-6ED5-4AD1-97C8-CA9966AD618E}"/>
                </a:ext>
              </a:extLst>
            </p:cNvPr>
            <p:cNvSpPr/>
            <p:nvPr/>
          </p:nvSpPr>
          <p:spPr>
            <a:xfrm>
              <a:off x="1596891" y="702962"/>
              <a:ext cx="142875" cy="161925"/>
            </a:xfrm>
            <a:custGeom>
              <a:avLst/>
              <a:gdLst>
                <a:gd name="connsiteX0" fmla="*/ 117799 w 142875"/>
                <a:gd name="connsiteY0" fmla="*/ 24653 h 161925"/>
                <a:gd name="connsiteX1" fmla="*/ 29598 w 142875"/>
                <a:gd name="connsiteY1" fmla="*/ 24653 h 161925"/>
                <a:gd name="connsiteX2" fmla="*/ 7214 w 142875"/>
                <a:gd name="connsiteY2" fmla="*/ 80850 h 161925"/>
                <a:gd name="connsiteX3" fmla="*/ 7214 w 142875"/>
                <a:gd name="connsiteY3" fmla="*/ 160860 h 161925"/>
                <a:gd name="connsiteX4" fmla="*/ 31884 w 142875"/>
                <a:gd name="connsiteY4" fmla="*/ 160860 h 161925"/>
                <a:gd name="connsiteX5" fmla="*/ 31884 w 142875"/>
                <a:gd name="connsiteY5" fmla="*/ 80850 h 161925"/>
                <a:gd name="connsiteX6" fmla="*/ 73794 w 142875"/>
                <a:gd name="connsiteY6" fmla="*/ 33225 h 161925"/>
                <a:gd name="connsiteX7" fmla="*/ 115704 w 142875"/>
                <a:gd name="connsiteY7" fmla="*/ 80850 h 161925"/>
                <a:gd name="connsiteX8" fmla="*/ 115704 w 142875"/>
                <a:gd name="connsiteY8" fmla="*/ 160860 h 161925"/>
                <a:gd name="connsiteX9" fmla="*/ 140469 w 142875"/>
                <a:gd name="connsiteY9" fmla="*/ 160860 h 161925"/>
                <a:gd name="connsiteX10" fmla="*/ 140469 w 142875"/>
                <a:gd name="connsiteY10" fmla="*/ 80850 h 161925"/>
                <a:gd name="connsiteX11" fmla="*/ 118180 w 142875"/>
                <a:gd name="connsiteY11" fmla="*/ 24653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2875" h="161925">
                  <a:moveTo>
                    <a:pt x="117799" y="24653"/>
                  </a:moveTo>
                  <a:cubicBezTo>
                    <a:pt x="93033" y="1307"/>
                    <a:pt x="54364" y="1307"/>
                    <a:pt x="29598" y="24653"/>
                  </a:cubicBezTo>
                  <a:cubicBezTo>
                    <a:pt x="14441" y="39321"/>
                    <a:pt x="6293" y="59778"/>
                    <a:pt x="7214" y="80850"/>
                  </a:cubicBezTo>
                  <a:lnTo>
                    <a:pt x="7214" y="160860"/>
                  </a:lnTo>
                  <a:lnTo>
                    <a:pt x="31884" y="160860"/>
                  </a:lnTo>
                  <a:lnTo>
                    <a:pt x="31884" y="80850"/>
                  </a:lnTo>
                  <a:cubicBezTo>
                    <a:pt x="31884" y="42750"/>
                    <a:pt x="59220" y="33225"/>
                    <a:pt x="73794" y="33225"/>
                  </a:cubicBezTo>
                  <a:cubicBezTo>
                    <a:pt x="88367" y="33225"/>
                    <a:pt x="115704" y="43226"/>
                    <a:pt x="115704" y="80850"/>
                  </a:cubicBezTo>
                  <a:lnTo>
                    <a:pt x="115704" y="160860"/>
                  </a:lnTo>
                  <a:lnTo>
                    <a:pt x="140469" y="160860"/>
                  </a:lnTo>
                  <a:lnTo>
                    <a:pt x="140469" y="80850"/>
                  </a:lnTo>
                  <a:cubicBezTo>
                    <a:pt x="141366" y="59801"/>
                    <a:pt x="133261" y="39365"/>
                    <a:pt x="118180" y="246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401D571-90D8-47CA-89CB-633C8813A555}"/>
                </a:ext>
              </a:extLst>
            </p:cNvPr>
            <p:cNvSpPr/>
            <p:nvPr/>
          </p:nvSpPr>
          <p:spPr>
            <a:xfrm>
              <a:off x="2032540" y="703230"/>
              <a:ext cx="209550" cy="161925"/>
            </a:xfrm>
            <a:custGeom>
              <a:avLst/>
              <a:gdLst>
                <a:gd name="connsiteX0" fmla="*/ 157163 w 209550"/>
                <a:gd name="connsiteY0" fmla="*/ 7144 h 161925"/>
                <a:gd name="connsiteX1" fmla="*/ 108680 w 209550"/>
                <a:gd name="connsiteY1" fmla="*/ 40481 h 161925"/>
                <a:gd name="connsiteX2" fmla="*/ 60197 w 209550"/>
                <a:gd name="connsiteY2" fmla="*/ 7144 h 161925"/>
                <a:gd name="connsiteX3" fmla="*/ 7144 w 209550"/>
                <a:gd name="connsiteY3" fmla="*/ 66389 h 161925"/>
                <a:gd name="connsiteX4" fmla="*/ 7144 w 209550"/>
                <a:gd name="connsiteY4" fmla="*/ 160687 h 161925"/>
                <a:gd name="connsiteX5" fmla="*/ 16669 w 209550"/>
                <a:gd name="connsiteY5" fmla="*/ 160687 h 161925"/>
                <a:gd name="connsiteX6" fmla="*/ 16669 w 209550"/>
                <a:gd name="connsiteY6" fmla="*/ 66389 h 161925"/>
                <a:gd name="connsiteX7" fmla="*/ 60579 w 209550"/>
                <a:gd name="connsiteY7" fmla="*/ 16764 h 161925"/>
                <a:gd name="connsiteX8" fmla="*/ 104489 w 209550"/>
                <a:gd name="connsiteY8" fmla="*/ 66104 h 161925"/>
                <a:gd name="connsiteX9" fmla="*/ 104489 w 209550"/>
                <a:gd name="connsiteY9" fmla="*/ 160687 h 161925"/>
                <a:gd name="connsiteX10" fmla="*/ 114014 w 209550"/>
                <a:gd name="connsiteY10" fmla="*/ 160687 h 161925"/>
                <a:gd name="connsiteX11" fmla="*/ 114014 w 209550"/>
                <a:gd name="connsiteY11" fmla="*/ 66104 h 161925"/>
                <a:gd name="connsiteX12" fmla="*/ 157925 w 209550"/>
                <a:gd name="connsiteY12" fmla="*/ 16764 h 161925"/>
                <a:gd name="connsiteX13" fmla="*/ 201835 w 209550"/>
                <a:gd name="connsiteY13" fmla="*/ 66389 h 161925"/>
                <a:gd name="connsiteX14" fmla="*/ 201835 w 209550"/>
                <a:gd name="connsiteY14" fmla="*/ 160687 h 161925"/>
                <a:gd name="connsiteX15" fmla="*/ 211360 w 209550"/>
                <a:gd name="connsiteY15" fmla="*/ 160687 h 161925"/>
                <a:gd name="connsiteX16" fmla="*/ 211360 w 209550"/>
                <a:gd name="connsiteY16" fmla="*/ 66389 h 161925"/>
                <a:gd name="connsiteX17" fmla="*/ 158210 w 209550"/>
                <a:gd name="connsiteY17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9550" h="161925">
                  <a:moveTo>
                    <a:pt x="157163" y="7144"/>
                  </a:moveTo>
                  <a:cubicBezTo>
                    <a:pt x="135739" y="7405"/>
                    <a:pt x="116592" y="20571"/>
                    <a:pt x="108680" y="40481"/>
                  </a:cubicBezTo>
                  <a:cubicBezTo>
                    <a:pt x="100789" y="20554"/>
                    <a:pt x="81629" y="7379"/>
                    <a:pt x="60197" y="7144"/>
                  </a:cubicBezTo>
                  <a:cubicBezTo>
                    <a:pt x="38862" y="7144"/>
                    <a:pt x="7144" y="22955"/>
                    <a:pt x="7144" y="66389"/>
                  </a:cubicBezTo>
                  <a:lnTo>
                    <a:pt x="7144" y="160687"/>
                  </a:lnTo>
                  <a:lnTo>
                    <a:pt x="16669" y="160687"/>
                  </a:lnTo>
                  <a:lnTo>
                    <a:pt x="16669" y="66389"/>
                  </a:lnTo>
                  <a:cubicBezTo>
                    <a:pt x="16669" y="30004"/>
                    <a:pt x="42958" y="16764"/>
                    <a:pt x="60579" y="16764"/>
                  </a:cubicBezTo>
                  <a:cubicBezTo>
                    <a:pt x="78200" y="16764"/>
                    <a:pt x="104299" y="30004"/>
                    <a:pt x="104489" y="66104"/>
                  </a:cubicBezTo>
                  <a:lnTo>
                    <a:pt x="104489" y="160687"/>
                  </a:lnTo>
                  <a:lnTo>
                    <a:pt x="114014" y="160687"/>
                  </a:lnTo>
                  <a:lnTo>
                    <a:pt x="114014" y="66104"/>
                  </a:lnTo>
                  <a:cubicBezTo>
                    <a:pt x="114014" y="30004"/>
                    <a:pt x="140303" y="16764"/>
                    <a:pt x="157925" y="16764"/>
                  </a:cubicBezTo>
                  <a:cubicBezTo>
                    <a:pt x="175546" y="16764"/>
                    <a:pt x="201835" y="30004"/>
                    <a:pt x="201835" y="66389"/>
                  </a:cubicBezTo>
                  <a:lnTo>
                    <a:pt x="201835" y="160687"/>
                  </a:lnTo>
                  <a:lnTo>
                    <a:pt x="211360" y="160687"/>
                  </a:lnTo>
                  <a:lnTo>
                    <a:pt x="211360" y="66389"/>
                  </a:lnTo>
                  <a:cubicBezTo>
                    <a:pt x="211360" y="22955"/>
                    <a:pt x="179546" y="7144"/>
                    <a:pt x="158210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F9F8554-F5FE-4036-8BCE-D0B75EC51204}"/>
                </a:ext>
              </a:extLst>
            </p:cNvPr>
            <p:cNvSpPr/>
            <p:nvPr/>
          </p:nvSpPr>
          <p:spPr>
            <a:xfrm>
              <a:off x="1739805" y="703291"/>
              <a:ext cx="161925" cy="171450"/>
            </a:xfrm>
            <a:custGeom>
              <a:avLst/>
              <a:gdLst>
                <a:gd name="connsiteX0" fmla="*/ 98139 w 161925"/>
                <a:gd name="connsiteY0" fmla="*/ 8512 h 171450"/>
                <a:gd name="connsiteX1" fmla="*/ 8993 w 161925"/>
                <a:gd name="connsiteY1" fmla="*/ 69058 h 171450"/>
                <a:gd name="connsiteX2" fmla="*/ 8794 w 161925"/>
                <a:gd name="connsiteY2" fmla="*/ 70138 h 171450"/>
                <a:gd name="connsiteX3" fmla="*/ 68040 w 161925"/>
                <a:gd name="connsiteY3" fmla="*/ 163674 h 171450"/>
                <a:gd name="connsiteX4" fmla="*/ 153765 w 161925"/>
                <a:gd name="connsiteY4" fmla="*/ 113763 h 171450"/>
                <a:gd name="connsiteX5" fmla="*/ 132619 w 161925"/>
                <a:gd name="connsiteY5" fmla="*/ 113763 h 171450"/>
                <a:gd name="connsiteX6" fmla="*/ 71469 w 161925"/>
                <a:gd name="connsiteY6" fmla="*/ 144719 h 171450"/>
                <a:gd name="connsiteX7" fmla="*/ 27273 w 161925"/>
                <a:gd name="connsiteY7" fmla="*/ 94522 h 171450"/>
                <a:gd name="connsiteX8" fmla="*/ 158051 w 161925"/>
                <a:gd name="connsiteY8" fmla="*/ 94522 h 171450"/>
                <a:gd name="connsiteX9" fmla="*/ 97948 w 161925"/>
                <a:gd name="connsiteY9" fmla="*/ 8797 h 171450"/>
                <a:gd name="connsiteX10" fmla="*/ 27844 w 161925"/>
                <a:gd name="connsiteY10" fmla="*/ 75187 h 171450"/>
                <a:gd name="connsiteX11" fmla="*/ 27844 w 161925"/>
                <a:gd name="connsiteY11" fmla="*/ 73853 h 171450"/>
                <a:gd name="connsiteX12" fmla="*/ 92243 w 161925"/>
                <a:gd name="connsiteY12" fmla="*/ 26593 h 171450"/>
                <a:gd name="connsiteX13" fmla="*/ 94519 w 161925"/>
                <a:gd name="connsiteY13" fmla="*/ 26990 h 171450"/>
                <a:gd name="connsiteX14" fmla="*/ 138525 w 161925"/>
                <a:gd name="connsiteY14" fmla="*/ 7461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1925" h="171450">
                  <a:moveTo>
                    <a:pt x="98139" y="8512"/>
                  </a:moveTo>
                  <a:cubicBezTo>
                    <a:pt x="56802" y="614"/>
                    <a:pt x="16890" y="27721"/>
                    <a:pt x="8993" y="69058"/>
                  </a:cubicBezTo>
                  <a:cubicBezTo>
                    <a:pt x="8924" y="69417"/>
                    <a:pt x="8858" y="69778"/>
                    <a:pt x="8794" y="70138"/>
                  </a:cubicBezTo>
                  <a:cubicBezTo>
                    <a:pt x="142" y="112182"/>
                    <a:pt x="26331" y="153529"/>
                    <a:pt x="68040" y="163674"/>
                  </a:cubicBezTo>
                  <a:cubicBezTo>
                    <a:pt x="105095" y="170936"/>
                    <a:pt x="141787" y="149574"/>
                    <a:pt x="153765" y="113763"/>
                  </a:cubicBezTo>
                  <a:lnTo>
                    <a:pt x="132619" y="113763"/>
                  </a:lnTo>
                  <a:cubicBezTo>
                    <a:pt x="121847" y="136981"/>
                    <a:pt x="96558" y="149783"/>
                    <a:pt x="71469" y="144719"/>
                  </a:cubicBezTo>
                  <a:cubicBezTo>
                    <a:pt x="47541" y="139122"/>
                    <a:pt x="29795" y="118966"/>
                    <a:pt x="27273" y="94522"/>
                  </a:cubicBezTo>
                  <a:lnTo>
                    <a:pt x="158051" y="94522"/>
                  </a:lnTo>
                  <a:cubicBezTo>
                    <a:pt x="162387" y="54908"/>
                    <a:pt x="136667" y="18224"/>
                    <a:pt x="97948" y="8797"/>
                  </a:cubicBezTo>
                  <a:close/>
                  <a:moveTo>
                    <a:pt x="27844" y="75187"/>
                  </a:moveTo>
                  <a:lnTo>
                    <a:pt x="27844" y="73853"/>
                  </a:lnTo>
                  <a:cubicBezTo>
                    <a:pt x="32577" y="43019"/>
                    <a:pt x="61409" y="21860"/>
                    <a:pt x="92243" y="26593"/>
                  </a:cubicBezTo>
                  <a:cubicBezTo>
                    <a:pt x="93004" y="26710"/>
                    <a:pt x="93763" y="26842"/>
                    <a:pt x="94519" y="26990"/>
                  </a:cubicBezTo>
                  <a:cubicBezTo>
                    <a:pt x="117646" y="32201"/>
                    <a:pt x="135153" y="51149"/>
                    <a:pt x="138525" y="746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0E7D93E-5E28-46F8-8635-0003518C4DCF}"/>
                </a:ext>
              </a:extLst>
            </p:cNvPr>
            <p:cNvSpPr/>
            <p:nvPr/>
          </p:nvSpPr>
          <p:spPr>
            <a:xfrm>
              <a:off x="1030968" y="702286"/>
              <a:ext cx="152400" cy="171450"/>
            </a:xfrm>
            <a:custGeom>
              <a:avLst/>
              <a:gdLst>
                <a:gd name="connsiteX0" fmla="*/ 147370 w 152400"/>
                <a:gd name="connsiteY0" fmla="*/ 56951 h 171450"/>
                <a:gd name="connsiteX1" fmla="*/ 128320 w 152400"/>
                <a:gd name="connsiteY1" fmla="*/ 20279 h 171450"/>
                <a:gd name="connsiteX2" fmla="*/ 82409 w 152400"/>
                <a:gd name="connsiteY2" fmla="*/ 7326 h 171450"/>
                <a:gd name="connsiteX3" fmla="*/ 82409 w 152400"/>
                <a:gd name="connsiteY3" fmla="*/ 7326 h 171450"/>
                <a:gd name="connsiteX4" fmla="*/ 35451 w 152400"/>
                <a:gd name="connsiteY4" fmla="*/ 18089 h 171450"/>
                <a:gd name="connsiteX5" fmla="*/ 15449 w 152400"/>
                <a:gd name="connsiteY5" fmla="*/ 49807 h 171450"/>
                <a:gd name="connsiteX6" fmla="*/ 13925 w 152400"/>
                <a:gd name="connsiteY6" fmla="*/ 56665 h 171450"/>
                <a:gd name="connsiteX7" fmla="*/ 60597 w 152400"/>
                <a:gd name="connsiteY7" fmla="*/ 56665 h 171450"/>
                <a:gd name="connsiteX8" fmla="*/ 60597 w 152400"/>
                <a:gd name="connsiteY8" fmla="*/ 55617 h 171450"/>
                <a:gd name="connsiteX9" fmla="*/ 80219 w 152400"/>
                <a:gd name="connsiteY9" fmla="*/ 40282 h 171450"/>
                <a:gd name="connsiteX10" fmla="*/ 81552 w 152400"/>
                <a:gd name="connsiteY10" fmla="*/ 40282 h 171450"/>
                <a:gd name="connsiteX11" fmla="*/ 84791 w 152400"/>
                <a:gd name="connsiteY11" fmla="*/ 40282 h 171450"/>
                <a:gd name="connsiteX12" fmla="*/ 84791 w 152400"/>
                <a:gd name="connsiteY12" fmla="*/ 40282 h 171450"/>
                <a:gd name="connsiteX13" fmla="*/ 95745 w 152400"/>
                <a:gd name="connsiteY13" fmla="*/ 45426 h 171450"/>
                <a:gd name="connsiteX14" fmla="*/ 98602 w 152400"/>
                <a:gd name="connsiteY14" fmla="*/ 54951 h 171450"/>
                <a:gd name="connsiteX15" fmla="*/ 72218 w 152400"/>
                <a:gd name="connsiteY15" fmla="*/ 68190 h 171450"/>
                <a:gd name="connsiteX16" fmla="*/ 71170 w 152400"/>
                <a:gd name="connsiteY16" fmla="*/ 68190 h 171450"/>
                <a:gd name="connsiteX17" fmla="*/ 66121 w 152400"/>
                <a:gd name="connsiteY17" fmla="*/ 69333 h 171450"/>
                <a:gd name="connsiteX18" fmla="*/ 55549 w 152400"/>
                <a:gd name="connsiteY18" fmla="*/ 71715 h 171450"/>
                <a:gd name="connsiteX19" fmla="*/ 7162 w 152400"/>
                <a:gd name="connsiteY19" fmla="*/ 119340 h 171450"/>
                <a:gd name="connsiteX20" fmla="*/ 20306 w 152400"/>
                <a:gd name="connsiteY20" fmla="*/ 152677 h 171450"/>
                <a:gd name="connsiteX21" fmla="*/ 55167 w 152400"/>
                <a:gd name="connsiteY21" fmla="*/ 165155 h 171450"/>
                <a:gd name="connsiteX22" fmla="*/ 57168 w 152400"/>
                <a:gd name="connsiteY22" fmla="*/ 165155 h 171450"/>
                <a:gd name="connsiteX23" fmla="*/ 93553 w 152400"/>
                <a:gd name="connsiteY23" fmla="*/ 152582 h 171450"/>
                <a:gd name="connsiteX24" fmla="*/ 100602 w 152400"/>
                <a:gd name="connsiteY24" fmla="*/ 147248 h 171450"/>
                <a:gd name="connsiteX25" fmla="*/ 102698 w 152400"/>
                <a:gd name="connsiteY25" fmla="*/ 145628 h 171450"/>
                <a:gd name="connsiteX26" fmla="*/ 102698 w 152400"/>
                <a:gd name="connsiteY26" fmla="*/ 160773 h 171450"/>
                <a:gd name="connsiteX27" fmla="*/ 147846 w 152400"/>
                <a:gd name="connsiteY27" fmla="*/ 160773 h 171450"/>
                <a:gd name="connsiteX28" fmla="*/ 147846 w 152400"/>
                <a:gd name="connsiteY28" fmla="*/ 65333 h 171450"/>
                <a:gd name="connsiteX29" fmla="*/ 147275 w 152400"/>
                <a:gd name="connsiteY29" fmla="*/ 56951 h 171450"/>
                <a:gd name="connsiteX30" fmla="*/ 99745 w 152400"/>
                <a:gd name="connsiteY30" fmla="*/ 92574 h 171450"/>
                <a:gd name="connsiteX31" fmla="*/ 99745 w 152400"/>
                <a:gd name="connsiteY31" fmla="*/ 116196 h 171450"/>
                <a:gd name="connsiteX32" fmla="*/ 99745 w 152400"/>
                <a:gd name="connsiteY32" fmla="*/ 116673 h 171450"/>
                <a:gd name="connsiteX33" fmla="*/ 95459 w 152400"/>
                <a:gd name="connsiteY33" fmla="*/ 120292 h 171450"/>
                <a:gd name="connsiteX34" fmla="*/ 90505 w 152400"/>
                <a:gd name="connsiteY34" fmla="*/ 124007 h 171450"/>
                <a:gd name="connsiteX35" fmla="*/ 72408 w 152400"/>
                <a:gd name="connsiteY35" fmla="*/ 129722 h 171450"/>
                <a:gd name="connsiteX36" fmla="*/ 71551 w 152400"/>
                <a:gd name="connsiteY36" fmla="*/ 129722 h 171450"/>
                <a:gd name="connsiteX37" fmla="*/ 57571 w 152400"/>
                <a:gd name="connsiteY37" fmla="*/ 117469 h 171450"/>
                <a:gd name="connsiteX38" fmla="*/ 57549 w 152400"/>
                <a:gd name="connsiteY38" fmla="*/ 116197 h 171450"/>
                <a:gd name="connsiteX39" fmla="*/ 69169 w 152400"/>
                <a:gd name="connsiteY39" fmla="*/ 101337 h 171450"/>
                <a:gd name="connsiteX40" fmla="*/ 98507 w 152400"/>
                <a:gd name="connsiteY40" fmla="*/ 91241 h 171450"/>
                <a:gd name="connsiteX41" fmla="*/ 100221 w 152400"/>
                <a:gd name="connsiteY41" fmla="*/ 90669 h 171450"/>
                <a:gd name="connsiteX42" fmla="*/ 100221 w 152400"/>
                <a:gd name="connsiteY42" fmla="*/ 9257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52400" h="171450">
                  <a:moveTo>
                    <a:pt x="147370" y="56951"/>
                  </a:moveTo>
                  <a:cubicBezTo>
                    <a:pt x="146216" y="42661"/>
                    <a:pt x="139348" y="29440"/>
                    <a:pt x="128320" y="20279"/>
                  </a:cubicBezTo>
                  <a:cubicBezTo>
                    <a:pt x="114888" y="10966"/>
                    <a:pt x="98729" y="6407"/>
                    <a:pt x="82409" y="7326"/>
                  </a:cubicBezTo>
                  <a:lnTo>
                    <a:pt x="82409" y="7326"/>
                  </a:lnTo>
                  <a:cubicBezTo>
                    <a:pt x="66041" y="6247"/>
                    <a:pt x="49715" y="9988"/>
                    <a:pt x="35451" y="18089"/>
                  </a:cubicBezTo>
                  <a:cubicBezTo>
                    <a:pt x="24727" y="25481"/>
                    <a:pt x="17498" y="36944"/>
                    <a:pt x="15449" y="49807"/>
                  </a:cubicBezTo>
                  <a:lnTo>
                    <a:pt x="13925" y="56665"/>
                  </a:lnTo>
                  <a:lnTo>
                    <a:pt x="60597" y="56665"/>
                  </a:lnTo>
                  <a:lnTo>
                    <a:pt x="60597" y="55617"/>
                  </a:lnTo>
                  <a:cubicBezTo>
                    <a:pt x="61836" y="45996"/>
                    <a:pt x="70583" y="39160"/>
                    <a:pt x="80219" y="40282"/>
                  </a:cubicBezTo>
                  <a:lnTo>
                    <a:pt x="81552" y="40282"/>
                  </a:lnTo>
                  <a:cubicBezTo>
                    <a:pt x="82629" y="40184"/>
                    <a:pt x="83713" y="40184"/>
                    <a:pt x="84791" y="40282"/>
                  </a:cubicBezTo>
                  <a:lnTo>
                    <a:pt x="84791" y="40282"/>
                  </a:lnTo>
                  <a:cubicBezTo>
                    <a:pt x="88916" y="40718"/>
                    <a:pt x="92774" y="42530"/>
                    <a:pt x="95745" y="45426"/>
                  </a:cubicBezTo>
                  <a:cubicBezTo>
                    <a:pt x="98153" y="47968"/>
                    <a:pt x="99213" y="51502"/>
                    <a:pt x="98602" y="54951"/>
                  </a:cubicBezTo>
                  <a:cubicBezTo>
                    <a:pt x="97649" y="61713"/>
                    <a:pt x="93458" y="63237"/>
                    <a:pt x="72218" y="68190"/>
                  </a:cubicBezTo>
                  <a:lnTo>
                    <a:pt x="71170" y="68190"/>
                  </a:lnTo>
                  <a:lnTo>
                    <a:pt x="66121" y="69333"/>
                  </a:lnTo>
                  <a:cubicBezTo>
                    <a:pt x="62502" y="70000"/>
                    <a:pt x="58978" y="70857"/>
                    <a:pt x="55549" y="71715"/>
                  </a:cubicBezTo>
                  <a:cubicBezTo>
                    <a:pt x="19639" y="80573"/>
                    <a:pt x="6590" y="93622"/>
                    <a:pt x="7162" y="119340"/>
                  </a:cubicBezTo>
                  <a:cubicBezTo>
                    <a:pt x="6943" y="131757"/>
                    <a:pt x="11672" y="143751"/>
                    <a:pt x="20306" y="152677"/>
                  </a:cubicBezTo>
                  <a:cubicBezTo>
                    <a:pt x="29824" y="161276"/>
                    <a:pt x="42355" y="165761"/>
                    <a:pt x="55167" y="165155"/>
                  </a:cubicBezTo>
                  <a:lnTo>
                    <a:pt x="57168" y="165155"/>
                  </a:lnTo>
                  <a:cubicBezTo>
                    <a:pt x="70378" y="165251"/>
                    <a:pt x="83221" y="160813"/>
                    <a:pt x="93553" y="152582"/>
                  </a:cubicBezTo>
                  <a:lnTo>
                    <a:pt x="100602" y="147248"/>
                  </a:lnTo>
                  <a:lnTo>
                    <a:pt x="102698" y="145628"/>
                  </a:lnTo>
                  <a:lnTo>
                    <a:pt x="102698" y="160773"/>
                  </a:lnTo>
                  <a:lnTo>
                    <a:pt x="147846" y="160773"/>
                  </a:lnTo>
                  <a:lnTo>
                    <a:pt x="147846" y="65333"/>
                  </a:lnTo>
                  <a:cubicBezTo>
                    <a:pt x="147852" y="62529"/>
                    <a:pt x="147661" y="59728"/>
                    <a:pt x="147275" y="56951"/>
                  </a:cubicBezTo>
                  <a:close/>
                  <a:moveTo>
                    <a:pt x="99745" y="92574"/>
                  </a:moveTo>
                  <a:lnTo>
                    <a:pt x="99745" y="116196"/>
                  </a:lnTo>
                  <a:lnTo>
                    <a:pt x="99745" y="116673"/>
                  </a:lnTo>
                  <a:lnTo>
                    <a:pt x="95459" y="120292"/>
                  </a:lnTo>
                  <a:cubicBezTo>
                    <a:pt x="93926" y="121680"/>
                    <a:pt x="92268" y="122923"/>
                    <a:pt x="90505" y="124007"/>
                  </a:cubicBezTo>
                  <a:cubicBezTo>
                    <a:pt x="85089" y="127488"/>
                    <a:pt x="78842" y="129461"/>
                    <a:pt x="72408" y="129722"/>
                  </a:cubicBezTo>
                  <a:lnTo>
                    <a:pt x="71551" y="129722"/>
                  </a:lnTo>
                  <a:cubicBezTo>
                    <a:pt x="64307" y="130199"/>
                    <a:pt x="58048" y="124713"/>
                    <a:pt x="57571" y="117469"/>
                  </a:cubicBezTo>
                  <a:cubicBezTo>
                    <a:pt x="57543" y="117046"/>
                    <a:pt x="57535" y="116621"/>
                    <a:pt x="57549" y="116197"/>
                  </a:cubicBezTo>
                  <a:cubicBezTo>
                    <a:pt x="56978" y="108767"/>
                    <a:pt x="60407" y="104481"/>
                    <a:pt x="69169" y="101337"/>
                  </a:cubicBezTo>
                  <a:lnTo>
                    <a:pt x="98507" y="91241"/>
                  </a:lnTo>
                  <a:lnTo>
                    <a:pt x="100221" y="90669"/>
                  </a:lnTo>
                  <a:lnTo>
                    <a:pt x="100221" y="9257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65BE06-1727-2C18-96AD-128B1196F5D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107495" y="6527802"/>
            <a:ext cx="7593125" cy="1365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x-none" dirty="0"/>
              <a:t>Presentation venue | Date | Speaker</a:t>
            </a:r>
          </a:p>
        </p:txBody>
      </p:sp>
    </p:spTree>
    <p:extLst>
      <p:ext uri="{BB962C8B-B14F-4D97-AF65-F5344CB8AC3E}">
        <p14:creationId xmlns:p14="http://schemas.microsoft.com/office/powerpoint/2010/main" val="3826961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nitts-&#10;überschrift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id">
            <a:extLst>
              <a:ext uri="{FF2B5EF4-FFF2-40B4-BE49-F238E27FC236}">
                <a16:creationId xmlns:a16="http://schemas.microsoft.com/office/drawing/2014/main" id="{EC93758A-C3A9-4A6E-9EA5-B49EECD74885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144" y="5733900"/>
            <a:ext cx="12218400" cy="1186916"/>
          </a:xfrm>
          <a:prstGeom prst="rect">
            <a:avLst/>
          </a:prstGeom>
        </p:spPr>
      </p:pic>
      <p:sp>
        <p:nvSpPr>
          <p:cNvPr id="2" name="Line">
            <a:extLst>
              <a:ext uri="{FF2B5EF4-FFF2-40B4-BE49-F238E27FC236}">
                <a16:creationId xmlns:a16="http://schemas.microsoft.com/office/drawing/2014/main" id="{C398A82B-E12A-4095-B923-AAB9904866B0}"/>
              </a:ext>
            </a:extLst>
          </p:cNvPr>
          <p:cNvSpPr/>
          <p:nvPr userDrawn="1"/>
        </p:nvSpPr>
        <p:spPr bwMode="gray">
          <a:xfrm>
            <a:off x="281552" y="3104827"/>
            <a:ext cx="1080000" cy="36000"/>
          </a:xfrm>
          <a:prstGeom prst="rect">
            <a:avLst/>
          </a:prstGeom>
          <a:solidFill>
            <a:srgbClr val="B8C4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DF4F135-2A7E-416E-8DB7-47799050FED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281552" y="1513668"/>
            <a:ext cx="4702404" cy="1591159"/>
          </a:xfrm>
          <a:solidFill>
            <a:srgbClr val="F5F5F5">
              <a:alpha val="69804"/>
            </a:srgbClr>
          </a:solidFill>
          <a:effectLst/>
        </p:spPr>
        <p:txBody>
          <a:bodyPr lIns="216000" tIns="216000" rIns="216000" bIns="216000"/>
          <a:lstStyle>
            <a:lvl1pPr>
              <a:lnSpc>
                <a:spcPts val="4600"/>
              </a:lnSpc>
              <a:defRPr sz="4200"/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7336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B232EAE6-E81C-4BE6-910C-F5BAAA9157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E520D1F-A7A6-418C-90EB-3C7F84B97953}" type="slidenum">
              <a:rPr lang="en-US" altLang="x-none" noProof="0" smtClean="0"/>
              <a:pPr/>
              <a:t>‹#›</a:t>
            </a:fld>
            <a:endParaRPr lang="en-US" altLang="x-none" noProof="0" dirty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62A76EBE-E532-4998-8E5C-98B2881DF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x-none" noProof="0" dirty="0"/>
              <a:t>Presentation venue | Date | Speaker</a:t>
            </a:r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B7F8C8B6-C272-4AFA-8B4B-767350AEA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9F87995F-206D-4187-91E8-419071DE2BC8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502785" y="437505"/>
            <a:ext cx="9144000" cy="338554"/>
          </a:xfrm>
        </p:spPr>
        <p:txBody>
          <a:bodyPr anchor="b">
            <a:noAutofit/>
          </a:bodyPr>
          <a:lstStyle>
            <a:lvl1pPr marL="0" indent="0" algn="l">
              <a:buNone/>
              <a:defRPr sz="2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EEAB64A-5D5C-47EF-9B9B-5812172F5E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12857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1773238"/>
            <a:ext cx="12192000" cy="5084762"/>
          </a:xfrm>
          <a:prstGeom prst="rect">
            <a:avLst/>
          </a:prstGeom>
          <a:solidFill>
            <a:srgbClr val="E8E8E8">
              <a:alpha val="8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noProof="0" dirty="0"/>
          </a:p>
        </p:txBody>
      </p:sp>
      <p:pic>
        <p:nvPicPr>
          <p:cNvPr id="11" name="Grid">
            <a:extLst>
              <a:ext uri="{FF2B5EF4-FFF2-40B4-BE49-F238E27FC236}">
                <a16:creationId xmlns:a16="http://schemas.microsoft.com/office/drawing/2014/main" id="{EC93758A-C3A9-4A6E-9EA5-B49EECD74885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144" y="5733900"/>
            <a:ext cx="12218400" cy="1186916"/>
          </a:xfrm>
          <a:prstGeom prst="rect">
            <a:avLst/>
          </a:prstGeom>
        </p:spPr>
      </p:pic>
      <p:sp>
        <p:nvSpPr>
          <p:cNvPr id="4" name="Slide Number">
            <a:extLst>
              <a:ext uri="{FF2B5EF4-FFF2-40B4-BE49-F238E27FC236}">
                <a16:creationId xmlns:a16="http://schemas.microsoft.com/office/drawing/2014/main" id="{B232EAE6-E81C-4BE6-910C-F5BAAA9157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E520D1F-A7A6-418C-90EB-3C7F84B97953}" type="slidenum">
              <a:rPr lang="en-US" altLang="x-none" noProof="0" smtClean="0"/>
              <a:pPr/>
              <a:t>‹#›</a:t>
            </a:fld>
            <a:endParaRPr lang="en-US" altLang="x-none" noProof="0" dirty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62A76EBE-E532-4998-8E5C-98B2881DF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x-none" noProof="0" dirty="0"/>
              <a:t>Presentation venue | Date | Speaker</a:t>
            </a:r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B7F8C8B6-C272-4AFA-8B4B-767350AEA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9F87995F-206D-4187-91E8-419071DE2BC8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502785" y="437505"/>
            <a:ext cx="9144000" cy="338554"/>
          </a:xfrm>
        </p:spPr>
        <p:txBody>
          <a:bodyPr anchor="b"/>
          <a:lstStyle>
            <a:lvl1pPr marL="0" indent="0" algn="l">
              <a:buNone/>
              <a:defRPr sz="2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4AF86A12-8FF0-4CB7-8892-64C2BF9B7BA9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03238" y="1358186"/>
            <a:ext cx="547200" cy="0"/>
          </a:xfrm>
          <a:prstGeom prst="line">
            <a:avLst/>
          </a:prstGeom>
          <a:solidFill>
            <a:srgbClr val="B8C400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subtitle</a:t>
            </a:r>
            <a:endParaRPr lang="en-US" noProof="0" dirty="0"/>
          </a:p>
        </p:txBody>
      </p:sp>
      <p:grpSp>
        <p:nvGrpSpPr>
          <p:cNvPr id="21" name="Logo_Color">
            <a:extLst>
              <a:ext uri="{FF2B5EF4-FFF2-40B4-BE49-F238E27FC236}">
                <a16:creationId xmlns:a16="http://schemas.microsoft.com/office/drawing/2014/main" id="{F6258D7C-28BE-4EF6-A1E4-2FC99401BF8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087820" y="495720"/>
            <a:ext cx="1612800" cy="229651"/>
            <a:chOff x="1030968" y="702286"/>
            <a:chExt cx="1211122" cy="172455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C1184F0-9355-4401-AA31-8D8321459214}"/>
                </a:ext>
              </a:extLst>
            </p:cNvPr>
            <p:cNvSpPr/>
            <p:nvPr/>
          </p:nvSpPr>
          <p:spPr>
            <a:xfrm>
              <a:off x="1344835" y="707326"/>
              <a:ext cx="104775" cy="161925"/>
            </a:xfrm>
            <a:custGeom>
              <a:avLst/>
              <a:gdLst>
                <a:gd name="connsiteX0" fmla="*/ 7144 w 104775"/>
                <a:gd name="connsiteY0" fmla="*/ 44672 h 161925"/>
                <a:gd name="connsiteX1" fmla="*/ 7144 w 104775"/>
                <a:gd name="connsiteY1" fmla="*/ 44672 h 161925"/>
                <a:gd name="connsiteX2" fmla="*/ 7144 w 104775"/>
                <a:gd name="connsiteY2" fmla="*/ 88011 h 161925"/>
                <a:gd name="connsiteX3" fmla="*/ 72580 w 104775"/>
                <a:gd name="connsiteY3" fmla="*/ 158401 h 161925"/>
                <a:gd name="connsiteX4" fmla="*/ 98013 w 104775"/>
                <a:gd name="connsiteY4" fmla="*/ 158401 h 161925"/>
                <a:gd name="connsiteX5" fmla="*/ 98013 w 104775"/>
                <a:gd name="connsiteY5" fmla="*/ 121063 h 161925"/>
                <a:gd name="connsiteX6" fmla="*/ 72580 w 104775"/>
                <a:gd name="connsiteY6" fmla="*/ 121063 h 161925"/>
                <a:gd name="connsiteX7" fmla="*/ 42672 w 104775"/>
                <a:gd name="connsiteY7" fmla="*/ 88011 h 161925"/>
                <a:gd name="connsiteX8" fmla="*/ 42672 w 104775"/>
                <a:gd name="connsiteY8" fmla="*/ 44672 h 161925"/>
                <a:gd name="connsiteX9" fmla="*/ 98774 w 104775"/>
                <a:gd name="connsiteY9" fmla="*/ 44672 h 161925"/>
                <a:gd name="connsiteX10" fmla="*/ 98774 w 104775"/>
                <a:gd name="connsiteY10" fmla="*/ 7144 h 161925"/>
                <a:gd name="connsiteX11" fmla="*/ 7144 w 104775"/>
                <a:gd name="connsiteY11" fmla="*/ 7144 h 161925"/>
                <a:gd name="connsiteX12" fmla="*/ 7144 w 104775"/>
                <a:gd name="connsiteY12" fmla="*/ 44672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775" h="161925">
                  <a:moveTo>
                    <a:pt x="7144" y="44672"/>
                  </a:moveTo>
                  <a:lnTo>
                    <a:pt x="7144" y="44672"/>
                  </a:lnTo>
                  <a:lnTo>
                    <a:pt x="7144" y="88011"/>
                  </a:lnTo>
                  <a:cubicBezTo>
                    <a:pt x="7144" y="129445"/>
                    <a:pt x="34004" y="158401"/>
                    <a:pt x="72580" y="158401"/>
                  </a:cubicBezTo>
                  <a:lnTo>
                    <a:pt x="98013" y="158401"/>
                  </a:lnTo>
                  <a:lnTo>
                    <a:pt x="98013" y="121063"/>
                  </a:lnTo>
                  <a:lnTo>
                    <a:pt x="72580" y="121063"/>
                  </a:lnTo>
                  <a:cubicBezTo>
                    <a:pt x="53530" y="121063"/>
                    <a:pt x="42672" y="108966"/>
                    <a:pt x="42672" y="88011"/>
                  </a:cubicBezTo>
                  <a:lnTo>
                    <a:pt x="42672" y="44672"/>
                  </a:lnTo>
                  <a:lnTo>
                    <a:pt x="98774" y="44672"/>
                  </a:lnTo>
                  <a:lnTo>
                    <a:pt x="98774" y="7144"/>
                  </a:lnTo>
                  <a:lnTo>
                    <a:pt x="7144" y="7144"/>
                  </a:lnTo>
                  <a:lnTo>
                    <a:pt x="7144" y="44672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E9AC917-5B82-4FA9-AF1E-EA81AF15028C}"/>
                </a:ext>
              </a:extLst>
            </p:cNvPr>
            <p:cNvSpPr/>
            <p:nvPr/>
          </p:nvSpPr>
          <p:spPr>
            <a:xfrm>
              <a:off x="1429987" y="702401"/>
              <a:ext cx="171450" cy="171450"/>
            </a:xfrm>
            <a:custGeom>
              <a:avLst/>
              <a:gdLst>
                <a:gd name="connsiteX0" fmla="*/ 89822 w 171450"/>
                <a:gd name="connsiteY0" fmla="*/ 7211 h 171450"/>
                <a:gd name="connsiteX1" fmla="*/ 7211 w 171450"/>
                <a:gd name="connsiteY1" fmla="*/ 83345 h 171450"/>
                <a:gd name="connsiteX2" fmla="*/ 83345 w 171450"/>
                <a:gd name="connsiteY2" fmla="*/ 165956 h 171450"/>
                <a:gd name="connsiteX3" fmla="*/ 165956 w 171450"/>
                <a:gd name="connsiteY3" fmla="*/ 89822 h 171450"/>
                <a:gd name="connsiteX4" fmla="*/ 166022 w 171450"/>
                <a:gd name="connsiteY4" fmla="*/ 86554 h 171450"/>
                <a:gd name="connsiteX5" fmla="*/ 89950 w 171450"/>
                <a:gd name="connsiteY5" fmla="*/ 7213 h 171450"/>
                <a:gd name="connsiteX6" fmla="*/ 89822 w 171450"/>
                <a:gd name="connsiteY6" fmla="*/ 7211 h 171450"/>
                <a:gd name="connsiteX7" fmla="*/ 89822 w 171450"/>
                <a:gd name="connsiteY7" fmla="*/ 133417 h 171450"/>
                <a:gd name="connsiteX8" fmla="*/ 40189 w 171450"/>
                <a:gd name="connsiteY8" fmla="*/ 89499 h 171450"/>
                <a:gd name="connsiteX9" fmla="*/ 84108 w 171450"/>
                <a:gd name="connsiteY9" fmla="*/ 39866 h 171450"/>
                <a:gd name="connsiteX10" fmla="*/ 133741 w 171450"/>
                <a:gd name="connsiteY10" fmla="*/ 83784 h 171450"/>
                <a:gd name="connsiteX11" fmla="*/ 133828 w 171450"/>
                <a:gd name="connsiteY11" fmla="*/ 86554 h 171450"/>
                <a:gd name="connsiteX12" fmla="*/ 89822 w 171450"/>
                <a:gd name="connsiteY12" fmla="*/ 133417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1450" h="171450">
                  <a:moveTo>
                    <a:pt x="89822" y="7211"/>
                  </a:moveTo>
                  <a:cubicBezTo>
                    <a:pt x="45986" y="5422"/>
                    <a:pt x="9000" y="39509"/>
                    <a:pt x="7211" y="83345"/>
                  </a:cubicBezTo>
                  <a:cubicBezTo>
                    <a:pt x="5422" y="127181"/>
                    <a:pt x="39509" y="164167"/>
                    <a:pt x="83345" y="165956"/>
                  </a:cubicBezTo>
                  <a:cubicBezTo>
                    <a:pt x="127181" y="167745"/>
                    <a:pt x="164167" y="133658"/>
                    <a:pt x="165956" y="89822"/>
                  </a:cubicBezTo>
                  <a:cubicBezTo>
                    <a:pt x="166000" y="88733"/>
                    <a:pt x="166022" y="87644"/>
                    <a:pt x="166022" y="86554"/>
                  </a:cubicBezTo>
                  <a:cubicBezTo>
                    <a:pt x="166925" y="43638"/>
                    <a:pt x="132866" y="8116"/>
                    <a:pt x="89950" y="7213"/>
                  </a:cubicBezTo>
                  <a:cubicBezTo>
                    <a:pt x="89907" y="7212"/>
                    <a:pt x="89865" y="7212"/>
                    <a:pt x="89822" y="7211"/>
                  </a:cubicBezTo>
                  <a:close/>
                  <a:moveTo>
                    <a:pt x="89822" y="133417"/>
                  </a:moveTo>
                  <a:cubicBezTo>
                    <a:pt x="63989" y="134995"/>
                    <a:pt x="41767" y="115332"/>
                    <a:pt x="40189" y="89499"/>
                  </a:cubicBezTo>
                  <a:cubicBezTo>
                    <a:pt x="38611" y="63665"/>
                    <a:pt x="58274" y="41444"/>
                    <a:pt x="84108" y="39866"/>
                  </a:cubicBezTo>
                  <a:cubicBezTo>
                    <a:pt x="109941" y="38288"/>
                    <a:pt x="132163" y="57951"/>
                    <a:pt x="133741" y="83784"/>
                  </a:cubicBezTo>
                  <a:cubicBezTo>
                    <a:pt x="133797" y="84706"/>
                    <a:pt x="133826" y="85630"/>
                    <a:pt x="133828" y="86554"/>
                  </a:cubicBezTo>
                  <a:cubicBezTo>
                    <a:pt x="134524" y="111611"/>
                    <a:pt x="114874" y="132537"/>
                    <a:pt x="89822" y="133417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61459D-7D66-4344-A676-876A7C95980B}"/>
                </a:ext>
              </a:extLst>
            </p:cNvPr>
            <p:cNvSpPr/>
            <p:nvPr/>
          </p:nvSpPr>
          <p:spPr>
            <a:xfrm>
              <a:off x="1902620" y="707040"/>
              <a:ext cx="123825" cy="161925"/>
            </a:xfrm>
            <a:custGeom>
              <a:avLst/>
              <a:gdLst>
                <a:gd name="connsiteX0" fmla="*/ 110013 w 123825"/>
                <a:gd name="connsiteY0" fmla="*/ 96679 h 161925"/>
                <a:gd name="connsiteX1" fmla="*/ 65436 w 123825"/>
                <a:gd name="connsiteY1" fmla="*/ 147161 h 161925"/>
                <a:gd name="connsiteX2" fmla="*/ 20954 w 123825"/>
                <a:gd name="connsiteY2" fmla="*/ 96679 h 161925"/>
                <a:gd name="connsiteX3" fmla="*/ 20954 w 123825"/>
                <a:gd name="connsiteY3" fmla="*/ 7144 h 161925"/>
                <a:gd name="connsiteX4" fmla="*/ 7238 w 123825"/>
                <a:gd name="connsiteY4" fmla="*/ 7144 h 161925"/>
                <a:gd name="connsiteX5" fmla="*/ 7238 w 123825"/>
                <a:gd name="connsiteY5" fmla="*/ 96679 h 161925"/>
                <a:gd name="connsiteX6" fmla="*/ 26288 w 123825"/>
                <a:gd name="connsiteY6" fmla="*/ 146018 h 161925"/>
                <a:gd name="connsiteX7" fmla="*/ 103536 w 123825"/>
                <a:gd name="connsiteY7" fmla="*/ 146018 h 161925"/>
                <a:gd name="connsiteX8" fmla="*/ 123062 w 123825"/>
                <a:gd name="connsiteY8" fmla="*/ 96679 h 161925"/>
                <a:gd name="connsiteX9" fmla="*/ 123063 w 123825"/>
                <a:gd name="connsiteY9" fmla="*/ 7144 h 161925"/>
                <a:gd name="connsiteX10" fmla="*/ 109346 w 123825"/>
                <a:gd name="connsiteY10" fmla="*/ 7144 h 161925"/>
                <a:gd name="connsiteX11" fmla="*/ 109346 w 123825"/>
                <a:gd name="connsiteY11" fmla="*/ 9667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25" h="161925">
                  <a:moveTo>
                    <a:pt x="110013" y="96679"/>
                  </a:moveTo>
                  <a:cubicBezTo>
                    <a:pt x="110013" y="133731"/>
                    <a:pt x="83343" y="147161"/>
                    <a:pt x="65436" y="147161"/>
                  </a:cubicBezTo>
                  <a:cubicBezTo>
                    <a:pt x="47529" y="147161"/>
                    <a:pt x="20954" y="133731"/>
                    <a:pt x="20954" y="96679"/>
                  </a:cubicBezTo>
                  <a:lnTo>
                    <a:pt x="20954" y="7144"/>
                  </a:lnTo>
                  <a:lnTo>
                    <a:pt x="7238" y="7144"/>
                  </a:lnTo>
                  <a:lnTo>
                    <a:pt x="7238" y="96679"/>
                  </a:lnTo>
                  <a:cubicBezTo>
                    <a:pt x="6241" y="115092"/>
                    <a:pt x="13176" y="133052"/>
                    <a:pt x="26288" y="146018"/>
                  </a:cubicBezTo>
                  <a:cubicBezTo>
                    <a:pt x="47937" y="166568"/>
                    <a:pt x="81887" y="166568"/>
                    <a:pt x="103536" y="146018"/>
                  </a:cubicBezTo>
                  <a:cubicBezTo>
                    <a:pt x="116782" y="133108"/>
                    <a:pt x="123886" y="115157"/>
                    <a:pt x="123062" y="96679"/>
                  </a:cubicBezTo>
                  <a:lnTo>
                    <a:pt x="123063" y="7144"/>
                  </a:lnTo>
                  <a:lnTo>
                    <a:pt x="109346" y="7144"/>
                  </a:lnTo>
                  <a:lnTo>
                    <a:pt x="109346" y="9667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9A37EFD-68D6-4E98-BB02-5D2C19228A91}"/>
                </a:ext>
              </a:extLst>
            </p:cNvPr>
            <p:cNvSpPr/>
            <p:nvPr/>
          </p:nvSpPr>
          <p:spPr>
            <a:xfrm>
              <a:off x="1182931" y="707040"/>
              <a:ext cx="161925" cy="161925"/>
            </a:xfrm>
            <a:custGeom>
              <a:avLst/>
              <a:gdLst>
                <a:gd name="connsiteX0" fmla="*/ 116279 w 161925"/>
                <a:gd name="connsiteY0" fmla="*/ 77819 h 161925"/>
                <a:gd name="connsiteX1" fmla="*/ 81989 w 161925"/>
                <a:gd name="connsiteY1" fmla="*/ 117824 h 161925"/>
                <a:gd name="connsiteX2" fmla="*/ 47603 w 161925"/>
                <a:gd name="connsiteY2" fmla="*/ 77819 h 161925"/>
                <a:gd name="connsiteX3" fmla="*/ 47603 w 161925"/>
                <a:gd name="connsiteY3" fmla="*/ 7144 h 161925"/>
                <a:gd name="connsiteX4" fmla="*/ 7217 w 161925"/>
                <a:gd name="connsiteY4" fmla="*/ 7144 h 161925"/>
                <a:gd name="connsiteX5" fmla="*/ 7217 w 161925"/>
                <a:gd name="connsiteY5" fmla="*/ 77819 h 161925"/>
                <a:gd name="connsiteX6" fmla="*/ 32268 w 161925"/>
                <a:gd name="connsiteY6" fmla="*/ 140493 h 161925"/>
                <a:gd name="connsiteX7" fmla="*/ 131329 w 161925"/>
                <a:gd name="connsiteY7" fmla="*/ 140493 h 161925"/>
                <a:gd name="connsiteX8" fmla="*/ 156379 w 161925"/>
                <a:gd name="connsiteY8" fmla="*/ 77914 h 161925"/>
                <a:gd name="connsiteX9" fmla="*/ 156379 w 161925"/>
                <a:gd name="connsiteY9" fmla="*/ 7144 h 161925"/>
                <a:gd name="connsiteX10" fmla="*/ 115993 w 161925"/>
                <a:gd name="connsiteY10" fmla="*/ 7144 h 161925"/>
                <a:gd name="connsiteX11" fmla="*/ 115993 w 161925"/>
                <a:gd name="connsiteY11" fmla="*/ 7781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161925">
                  <a:moveTo>
                    <a:pt x="116279" y="77819"/>
                  </a:moveTo>
                  <a:cubicBezTo>
                    <a:pt x="116279" y="109442"/>
                    <a:pt x="93895" y="117824"/>
                    <a:pt x="81989" y="117824"/>
                  </a:cubicBezTo>
                  <a:cubicBezTo>
                    <a:pt x="70082" y="117824"/>
                    <a:pt x="47603" y="109442"/>
                    <a:pt x="47603" y="77819"/>
                  </a:cubicBezTo>
                  <a:lnTo>
                    <a:pt x="47603" y="7144"/>
                  </a:lnTo>
                  <a:lnTo>
                    <a:pt x="7217" y="7144"/>
                  </a:lnTo>
                  <a:lnTo>
                    <a:pt x="7217" y="77819"/>
                  </a:lnTo>
                  <a:cubicBezTo>
                    <a:pt x="6222" y="101331"/>
                    <a:pt x="15341" y="124145"/>
                    <a:pt x="32268" y="140493"/>
                  </a:cubicBezTo>
                  <a:cubicBezTo>
                    <a:pt x="60063" y="166765"/>
                    <a:pt x="103534" y="166765"/>
                    <a:pt x="131329" y="140493"/>
                  </a:cubicBezTo>
                  <a:cubicBezTo>
                    <a:pt x="148241" y="124174"/>
                    <a:pt x="157359" y="101396"/>
                    <a:pt x="156379" y="77914"/>
                  </a:cubicBezTo>
                  <a:lnTo>
                    <a:pt x="156379" y="7144"/>
                  </a:lnTo>
                  <a:lnTo>
                    <a:pt x="115993" y="7144"/>
                  </a:lnTo>
                  <a:lnTo>
                    <a:pt x="115993" y="7781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6C6ADE1-4688-4BCD-AA97-76E1BC5C8C96}"/>
                </a:ext>
              </a:extLst>
            </p:cNvPr>
            <p:cNvSpPr/>
            <p:nvPr/>
          </p:nvSpPr>
          <p:spPr>
            <a:xfrm>
              <a:off x="1596891" y="702962"/>
              <a:ext cx="142875" cy="161925"/>
            </a:xfrm>
            <a:custGeom>
              <a:avLst/>
              <a:gdLst>
                <a:gd name="connsiteX0" fmla="*/ 117799 w 142875"/>
                <a:gd name="connsiteY0" fmla="*/ 24653 h 161925"/>
                <a:gd name="connsiteX1" fmla="*/ 29598 w 142875"/>
                <a:gd name="connsiteY1" fmla="*/ 24653 h 161925"/>
                <a:gd name="connsiteX2" fmla="*/ 7214 w 142875"/>
                <a:gd name="connsiteY2" fmla="*/ 80850 h 161925"/>
                <a:gd name="connsiteX3" fmla="*/ 7214 w 142875"/>
                <a:gd name="connsiteY3" fmla="*/ 160860 h 161925"/>
                <a:gd name="connsiteX4" fmla="*/ 31884 w 142875"/>
                <a:gd name="connsiteY4" fmla="*/ 160860 h 161925"/>
                <a:gd name="connsiteX5" fmla="*/ 31884 w 142875"/>
                <a:gd name="connsiteY5" fmla="*/ 80850 h 161925"/>
                <a:gd name="connsiteX6" fmla="*/ 73794 w 142875"/>
                <a:gd name="connsiteY6" fmla="*/ 33225 h 161925"/>
                <a:gd name="connsiteX7" fmla="*/ 115704 w 142875"/>
                <a:gd name="connsiteY7" fmla="*/ 80850 h 161925"/>
                <a:gd name="connsiteX8" fmla="*/ 115704 w 142875"/>
                <a:gd name="connsiteY8" fmla="*/ 160860 h 161925"/>
                <a:gd name="connsiteX9" fmla="*/ 140469 w 142875"/>
                <a:gd name="connsiteY9" fmla="*/ 160860 h 161925"/>
                <a:gd name="connsiteX10" fmla="*/ 140469 w 142875"/>
                <a:gd name="connsiteY10" fmla="*/ 80850 h 161925"/>
                <a:gd name="connsiteX11" fmla="*/ 118180 w 142875"/>
                <a:gd name="connsiteY11" fmla="*/ 24653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2875" h="161925">
                  <a:moveTo>
                    <a:pt x="117799" y="24653"/>
                  </a:moveTo>
                  <a:cubicBezTo>
                    <a:pt x="93033" y="1307"/>
                    <a:pt x="54364" y="1307"/>
                    <a:pt x="29598" y="24653"/>
                  </a:cubicBezTo>
                  <a:cubicBezTo>
                    <a:pt x="14441" y="39321"/>
                    <a:pt x="6293" y="59778"/>
                    <a:pt x="7214" y="80850"/>
                  </a:cubicBezTo>
                  <a:lnTo>
                    <a:pt x="7214" y="160860"/>
                  </a:lnTo>
                  <a:lnTo>
                    <a:pt x="31884" y="160860"/>
                  </a:lnTo>
                  <a:lnTo>
                    <a:pt x="31884" y="80850"/>
                  </a:lnTo>
                  <a:cubicBezTo>
                    <a:pt x="31884" y="42750"/>
                    <a:pt x="59220" y="33225"/>
                    <a:pt x="73794" y="33225"/>
                  </a:cubicBezTo>
                  <a:cubicBezTo>
                    <a:pt x="88367" y="33225"/>
                    <a:pt x="115704" y="43226"/>
                    <a:pt x="115704" y="80850"/>
                  </a:cubicBezTo>
                  <a:lnTo>
                    <a:pt x="115704" y="160860"/>
                  </a:lnTo>
                  <a:lnTo>
                    <a:pt x="140469" y="160860"/>
                  </a:lnTo>
                  <a:lnTo>
                    <a:pt x="140469" y="80850"/>
                  </a:lnTo>
                  <a:cubicBezTo>
                    <a:pt x="141366" y="59801"/>
                    <a:pt x="133261" y="39365"/>
                    <a:pt x="118180" y="24653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787DF86-2D0C-4B51-A1C2-FBF72580BDAC}"/>
                </a:ext>
              </a:extLst>
            </p:cNvPr>
            <p:cNvSpPr/>
            <p:nvPr/>
          </p:nvSpPr>
          <p:spPr>
            <a:xfrm>
              <a:off x="2032540" y="703230"/>
              <a:ext cx="209550" cy="161925"/>
            </a:xfrm>
            <a:custGeom>
              <a:avLst/>
              <a:gdLst>
                <a:gd name="connsiteX0" fmla="*/ 157163 w 209550"/>
                <a:gd name="connsiteY0" fmla="*/ 7144 h 161925"/>
                <a:gd name="connsiteX1" fmla="*/ 108680 w 209550"/>
                <a:gd name="connsiteY1" fmla="*/ 40481 h 161925"/>
                <a:gd name="connsiteX2" fmla="*/ 60197 w 209550"/>
                <a:gd name="connsiteY2" fmla="*/ 7144 h 161925"/>
                <a:gd name="connsiteX3" fmla="*/ 7144 w 209550"/>
                <a:gd name="connsiteY3" fmla="*/ 66389 h 161925"/>
                <a:gd name="connsiteX4" fmla="*/ 7144 w 209550"/>
                <a:gd name="connsiteY4" fmla="*/ 160687 h 161925"/>
                <a:gd name="connsiteX5" fmla="*/ 16669 w 209550"/>
                <a:gd name="connsiteY5" fmla="*/ 160687 h 161925"/>
                <a:gd name="connsiteX6" fmla="*/ 16669 w 209550"/>
                <a:gd name="connsiteY6" fmla="*/ 66389 h 161925"/>
                <a:gd name="connsiteX7" fmla="*/ 60579 w 209550"/>
                <a:gd name="connsiteY7" fmla="*/ 16764 h 161925"/>
                <a:gd name="connsiteX8" fmla="*/ 104489 w 209550"/>
                <a:gd name="connsiteY8" fmla="*/ 66104 h 161925"/>
                <a:gd name="connsiteX9" fmla="*/ 104489 w 209550"/>
                <a:gd name="connsiteY9" fmla="*/ 160687 h 161925"/>
                <a:gd name="connsiteX10" fmla="*/ 114014 w 209550"/>
                <a:gd name="connsiteY10" fmla="*/ 160687 h 161925"/>
                <a:gd name="connsiteX11" fmla="*/ 114014 w 209550"/>
                <a:gd name="connsiteY11" fmla="*/ 66104 h 161925"/>
                <a:gd name="connsiteX12" fmla="*/ 157925 w 209550"/>
                <a:gd name="connsiteY12" fmla="*/ 16764 h 161925"/>
                <a:gd name="connsiteX13" fmla="*/ 201835 w 209550"/>
                <a:gd name="connsiteY13" fmla="*/ 66389 h 161925"/>
                <a:gd name="connsiteX14" fmla="*/ 201835 w 209550"/>
                <a:gd name="connsiteY14" fmla="*/ 160687 h 161925"/>
                <a:gd name="connsiteX15" fmla="*/ 211360 w 209550"/>
                <a:gd name="connsiteY15" fmla="*/ 160687 h 161925"/>
                <a:gd name="connsiteX16" fmla="*/ 211360 w 209550"/>
                <a:gd name="connsiteY16" fmla="*/ 66389 h 161925"/>
                <a:gd name="connsiteX17" fmla="*/ 158210 w 209550"/>
                <a:gd name="connsiteY17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9550" h="161925">
                  <a:moveTo>
                    <a:pt x="157163" y="7144"/>
                  </a:moveTo>
                  <a:cubicBezTo>
                    <a:pt x="135739" y="7405"/>
                    <a:pt x="116592" y="20571"/>
                    <a:pt x="108680" y="40481"/>
                  </a:cubicBezTo>
                  <a:cubicBezTo>
                    <a:pt x="100789" y="20554"/>
                    <a:pt x="81629" y="7379"/>
                    <a:pt x="60197" y="7144"/>
                  </a:cubicBezTo>
                  <a:cubicBezTo>
                    <a:pt x="38862" y="7144"/>
                    <a:pt x="7144" y="22955"/>
                    <a:pt x="7144" y="66389"/>
                  </a:cubicBezTo>
                  <a:lnTo>
                    <a:pt x="7144" y="160687"/>
                  </a:lnTo>
                  <a:lnTo>
                    <a:pt x="16669" y="160687"/>
                  </a:lnTo>
                  <a:lnTo>
                    <a:pt x="16669" y="66389"/>
                  </a:lnTo>
                  <a:cubicBezTo>
                    <a:pt x="16669" y="30004"/>
                    <a:pt x="42958" y="16764"/>
                    <a:pt x="60579" y="16764"/>
                  </a:cubicBezTo>
                  <a:cubicBezTo>
                    <a:pt x="78200" y="16764"/>
                    <a:pt x="104299" y="30004"/>
                    <a:pt x="104489" y="66104"/>
                  </a:cubicBezTo>
                  <a:lnTo>
                    <a:pt x="104489" y="160687"/>
                  </a:lnTo>
                  <a:lnTo>
                    <a:pt x="114014" y="160687"/>
                  </a:lnTo>
                  <a:lnTo>
                    <a:pt x="114014" y="66104"/>
                  </a:lnTo>
                  <a:cubicBezTo>
                    <a:pt x="114014" y="30004"/>
                    <a:pt x="140303" y="16764"/>
                    <a:pt x="157925" y="16764"/>
                  </a:cubicBezTo>
                  <a:cubicBezTo>
                    <a:pt x="175546" y="16764"/>
                    <a:pt x="201835" y="30004"/>
                    <a:pt x="201835" y="66389"/>
                  </a:cubicBezTo>
                  <a:lnTo>
                    <a:pt x="201835" y="160687"/>
                  </a:lnTo>
                  <a:lnTo>
                    <a:pt x="211360" y="160687"/>
                  </a:lnTo>
                  <a:lnTo>
                    <a:pt x="211360" y="66389"/>
                  </a:lnTo>
                  <a:cubicBezTo>
                    <a:pt x="211360" y="22955"/>
                    <a:pt x="179546" y="7144"/>
                    <a:pt x="158210" y="7144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BE20E30-6C75-45EC-9E43-70C5A82FAEF4}"/>
                </a:ext>
              </a:extLst>
            </p:cNvPr>
            <p:cNvSpPr/>
            <p:nvPr/>
          </p:nvSpPr>
          <p:spPr>
            <a:xfrm>
              <a:off x="1739805" y="703291"/>
              <a:ext cx="161925" cy="171450"/>
            </a:xfrm>
            <a:custGeom>
              <a:avLst/>
              <a:gdLst>
                <a:gd name="connsiteX0" fmla="*/ 98139 w 161925"/>
                <a:gd name="connsiteY0" fmla="*/ 8512 h 171450"/>
                <a:gd name="connsiteX1" fmla="*/ 8993 w 161925"/>
                <a:gd name="connsiteY1" fmla="*/ 69058 h 171450"/>
                <a:gd name="connsiteX2" fmla="*/ 8794 w 161925"/>
                <a:gd name="connsiteY2" fmla="*/ 70138 h 171450"/>
                <a:gd name="connsiteX3" fmla="*/ 68040 w 161925"/>
                <a:gd name="connsiteY3" fmla="*/ 163674 h 171450"/>
                <a:gd name="connsiteX4" fmla="*/ 153765 w 161925"/>
                <a:gd name="connsiteY4" fmla="*/ 113763 h 171450"/>
                <a:gd name="connsiteX5" fmla="*/ 132619 w 161925"/>
                <a:gd name="connsiteY5" fmla="*/ 113763 h 171450"/>
                <a:gd name="connsiteX6" fmla="*/ 71469 w 161925"/>
                <a:gd name="connsiteY6" fmla="*/ 144719 h 171450"/>
                <a:gd name="connsiteX7" fmla="*/ 27273 w 161925"/>
                <a:gd name="connsiteY7" fmla="*/ 94522 h 171450"/>
                <a:gd name="connsiteX8" fmla="*/ 158051 w 161925"/>
                <a:gd name="connsiteY8" fmla="*/ 94522 h 171450"/>
                <a:gd name="connsiteX9" fmla="*/ 97948 w 161925"/>
                <a:gd name="connsiteY9" fmla="*/ 8797 h 171450"/>
                <a:gd name="connsiteX10" fmla="*/ 27844 w 161925"/>
                <a:gd name="connsiteY10" fmla="*/ 75187 h 171450"/>
                <a:gd name="connsiteX11" fmla="*/ 27844 w 161925"/>
                <a:gd name="connsiteY11" fmla="*/ 73853 h 171450"/>
                <a:gd name="connsiteX12" fmla="*/ 92243 w 161925"/>
                <a:gd name="connsiteY12" fmla="*/ 26593 h 171450"/>
                <a:gd name="connsiteX13" fmla="*/ 94519 w 161925"/>
                <a:gd name="connsiteY13" fmla="*/ 26990 h 171450"/>
                <a:gd name="connsiteX14" fmla="*/ 138525 w 161925"/>
                <a:gd name="connsiteY14" fmla="*/ 7461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1925" h="171450">
                  <a:moveTo>
                    <a:pt x="98139" y="8512"/>
                  </a:moveTo>
                  <a:cubicBezTo>
                    <a:pt x="56802" y="614"/>
                    <a:pt x="16890" y="27721"/>
                    <a:pt x="8993" y="69058"/>
                  </a:cubicBezTo>
                  <a:cubicBezTo>
                    <a:pt x="8924" y="69417"/>
                    <a:pt x="8858" y="69778"/>
                    <a:pt x="8794" y="70138"/>
                  </a:cubicBezTo>
                  <a:cubicBezTo>
                    <a:pt x="142" y="112182"/>
                    <a:pt x="26331" y="153529"/>
                    <a:pt x="68040" y="163674"/>
                  </a:cubicBezTo>
                  <a:cubicBezTo>
                    <a:pt x="105095" y="170936"/>
                    <a:pt x="141787" y="149574"/>
                    <a:pt x="153765" y="113763"/>
                  </a:cubicBezTo>
                  <a:lnTo>
                    <a:pt x="132619" y="113763"/>
                  </a:lnTo>
                  <a:cubicBezTo>
                    <a:pt x="121847" y="136981"/>
                    <a:pt x="96558" y="149783"/>
                    <a:pt x="71469" y="144719"/>
                  </a:cubicBezTo>
                  <a:cubicBezTo>
                    <a:pt x="47541" y="139122"/>
                    <a:pt x="29795" y="118966"/>
                    <a:pt x="27273" y="94522"/>
                  </a:cubicBezTo>
                  <a:lnTo>
                    <a:pt x="158051" y="94522"/>
                  </a:lnTo>
                  <a:cubicBezTo>
                    <a:pt x="162387" y="54908"/>
                    <a:pt x="136667" y="18224"/>
                    <a:pt x="97948" y="8797"/>
                  </a:cubicBezTo>
                  <a:close/>
                  <a:moveTo>
                    <a:pt x="27844" y="75187"/>
                  </a:moveTo>
                  <a:lnTo>
                    <a:pt x="27844" y="73853"/>
                  </a:lnTo>
                  <a:cubicBezTo>
                    <a:pt x="32577" y="43019"/>
                    <a:pt x="61409" y="21860"/>
                    <a:pt x="92243" y="26593"/>
                  </a:cubicBezTo>
                  <a:cubicBezTo>
                    <a:pt x="93004" y="26710"/>
                    <a:pt x="93763" y="26842"/>
                    <a:pt x="94519" y="26990"/>
                  </a:cubicBezTo>
                  <a:cubicBezTo>
                    <a:pt x="117646" y="32201"/>
                    <a:pt x="135153" y="51149"/>
                    <a:pt x="138525" y="74615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089A284-F5B5-4578-A3F2-60F334FC43F9}"/>
                </a:ext>
              </a:extLst>
            </p:cNvPr>
            <p:cNvSpPr/>
            <p:nvPr/>
          </p:nvSpPr>
          <p:spPr>
            <a:xfrm>
              <a:off x="1030968" y="702286"/>
              <a:ext cx="152400" cy="171450"/>
            </a:xfrm>
            <a:custGeom>
              <a:avLst/>
              <a:gdLst>
                <a:gd name="connsiteX0" fmla="*/ 147370 w 152400"/>
                <a:gd name="connsiteY0" fmla="*/ 56951 h 171450"/>
                <a:gd name="connsiteX1" fmla="*/ 128320 w 152400"/>
                <a:gd name="connsiteY1" fmla="*/ 20279 h 171450"/>
                <a:gd name="connsiteX2" fmla="*/ 82409 w 152400"/>
                <a:gd name="connsiteY2" fmla="*/ 7326 h 171450"/>
                <a:gd name="connsiteX3" fmla="*/ 82409 w 152400"/>
                <a:gd name="connsiteY3" fmla="*/ 7326 h 171450"/>
                <a:gd name="connsiteX4" fmla="*/ 35451 w 152400"/>
                <a:gd name="connsiteY4" fmla="*/ 18089 h 171450"/>
                <a:gd name="connsiteX5" fmla="*/ 15449 w 152400"/>
                <a:gd name="connsiteY5" fmla="*/ 49807 h 171450"/>
                <a:gd name="connsiteX6" fmla="*/ 13925 w 152400"/>
                <a:gd name="connsiteY6" fmla="*/ 56665 h 171450"/>
                <a:gd name="connsiteX7" fmla="*/ 60597 w 152400"/>
                <a:gd name="connsiteY7" fmla="*/ 56665 h 171450"/>
                <a:gd name="connsiteX8" fmla="*/ 60597 w 152400"/>
                <a:gd name="connsiteY8" fmla="*/ 55617 h 171450"/>
                <a:gd name="connsiteX9" fmla="*/ 80219 w 152400"/>
                <a:gd name="connsiteY9" fmla="*/ 40282 h 171450"/>
                <a:gd name="connsiteX10" fmla="*/ 81552 w 152400"/>
                <a:gd name="connsiteY10" fmla="*/ 40282 h 171450"/>
                <a:gd name="connsiteX11" fmla="*/ 84791 w 152400"/>
                <a:gd name="connsiteY11" fmla="*/ 40282 h 171450"/>
                <a:gd name="connsiteX12" fmla="*/ 84791 w 152400"/>
                <a:gd name="connsiteY12" fmla="*/ 40282 h 171450"/>
                <a:gd name="connsiteX13" fmla="*/ 95745 w 152400"/>
                <a:gd name="connsiteY13" fmla="*/ 45426 h 171450"/>
                <a:gd name="connsiteX14" fmla="*/ 98602 w 152400"/>
                <a:gd name="connsiteY14" fmla="*/ 54951 h 171450"/>
                <a:gd name="connsiteX15" fmla="*/ 72218 w 152400"/>
                <a:gd name="connsiteY15" fmla="*/ 68190 h 171450"/>
                <a:gd name="connsiteX16" fmla="*/ 71170 w 152400"/>
                <a:gd name="connsiteY16" fmla="*/ 68190 h 171450"/>
                <a:gd name="connsiteX17" fmla="*/ 66121 w 152400"/>
                <a:gd name="connsiteY17" fmla="*/ 69333 h 171450"/>
                <a:gd name="connsiteX18" fmla="*/ 55549 w 152400"/>
                <a:gd name="connsiteY18" fmla="*/ 71715 h 171450"/>
                <a:gd name="connsiteX19" fmla="*/ 7162 w 152400"/>
                <a:gd name="connsiteY19" fmla="*/ 119340 h 171450"/>
                <a:gd name="connsiteX20" fmla="*/ 20306 w 152400"/>
                <a:gd name="connsiteY20" fmla="*/ 152677 h 171450"/>
                <a:gd name="connsiteX21" fmla="*/ 55167 w 152400"/>
                <a:gd name="connsiteY21" fmla="*/ 165155 h 171450"/>
                <a:gd name="connsiteX22" fmla="*/ 57168 w 152400"/>
                <a:gd name="connsiteY22" fmla="*/ 165155 h 171450"/>
                <a:gd name="connsiteX23" fmla="*/ 93553 w 152400"/>
                <a:gd name="connsiteY23" fmla="*/ 152582 h 171450"/>
                <a:gd name="connsiteX24" fmla="*/ 100602 w 152400"/>
                <a:gd name="connsiteY24" fmla="*/ 147248 h 171450"/>
                <a:gd name="connsiteX25" fmla="*/ 102698 w 152400"/>
                <a:gd name="connsiteY25" fmla="*/ 145628 h 171450"/>
                <a:gd name="connsiteX26" fmla="*/ 102698 w 152400"/>
                <a:gd name="connsiteY26" fmla="*/ 160773 h 171450"/>
                <a:gd name="connsiteX27" fmla="*/ 147846 w 152400"/>
                <a:gd name="connsiteY27" fmla="*/ 160773 h 171450"/>
                <a:gd name="connsiteX28" fmla="*/ 147846 w 152400"/>
                <a:gd name="connsiteY28" fmla="*/ 65333 h 171450"/>
                <a:gd name="connsiteX29" fmla="*/ 147275 w 152400"/>
                <a:gd name="connsiteY29" fmla="*/ 56951 h 171450"/>
                <a:gd name="connsiteX30" fmla="*/ 99745 w 152400"/>
                <a:gd name="connsiteY30" fmla="*/ 92574 h 171450"/>
                <a:gd name="connsiteX31" fmla="*/ 99745 w 152400"/>
                <a:gd name="connsiteY31" fmla="*/ 116196 h 171450"/>
                <a:gd name="connsiteX32" fmla="*/ 99745 w 152400"/>
                <a:gd name="connsiteY32" fmla="*/ 116673 h 171450"/>
                <a:gd name="connsiteX33" fmla="*/ 95459 w 152400"/>
                <a:gd name="connsiteY33" fmla="*/ 120292 h 171450"/>
                <a:gd name="connsiteX34" fmla="*/ 90505 w 152400"/>
                <a:gd name="connsiteY34" fmla="*/ 124007 h 171450"/>
                <a:gd name="connsiteX35" fmla="*/ 72408 w 152400"/>
                <a:gd name="connsiteY35" fmla="*/ 129722 h 171450"/>
                <a:gd name="connsiteX36" fmla="*/ 71551 w 152400"/>
                <a:gd name="connsiteY36" fmla="*/ 129722 h 171450"/>
                <a:gd name="connsiteX37" fmla="*/ 57571 w 152400"/>
                <a:gd name="connsiteY37" fmla="*/ 117469 h 171450"/>
                <a:gd name="connsiteX38" fmla="*/ 57549 w 152400"/>
                <a:gd name="connsiteY38" fmla="*/ 116197 h 171450"/>
                <a:gd name="connsiteX39" fmla="*/ 69169 w 152400"/>
                <a:gd name="connsiteY39" fmla="*/ 101337 h 171450"/>
                <a:gd name="connsiteX40" fmla="*/ 98507 w 152400"/>
                <a:gd name="connsiteY40" fmla="*/ 91241 h 171450"/>
                <a:gd name="connsiteX41" fmla="*/ 100221 w 152400"/>
                <a:gd name="connsiteY41" fmla="*/ 90669 h 171450"/>
                <a:gd name="connsiteX42" fmla="*/ 100221 w 152400"/>
                <a:gd name="connsiteY42" fmla="*/ 9257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52400" h="171450">
                  <a:moveTo>
                    <a:pt x="147370" y="56951"/>
                  </a:moveTo>
                  <a:cubicBezTo>
                    <a:pt x="146216" y="42661"/>
                    <a:pt x="139348" y="29440"/>
                    <a:pt x="128320" y="20279"/>
                  </a:cubicBezTo>
                  <a:cubicBezTo>
                    <a:pt x="114888" y="10966"/>
                    <a:pt x="98729" y="6407"/>
                    <a:pt x="82409" y="7326"/>
                  </a:cubicBezTo>
                  <a:lnTo>
                    <a:pt x="82409" y="7326"/>
                  </a:lnTo>
                  <a:cubicBezTo>
                    <a:pt x="66041" y="6247"/>
                    <a:pt x="49715" y="9988"/>
                    <a:pt x="35451" y="18089"/>
                  </a:cubicBezTo>
                  <a:cubicBezTo>
                    <a:pt x="24727" y="25481"/>
                    <a:pt x="17498" y="36944"/>
                    <a:pt x="15449" y="49807"/>
                  </a:cubicBezTo>
                  <a:lnTo>
                    <a:pt x="13925" y="56665"/>
                  </a:lnTo>
                  <a:lnTo>
                    <a:pt x="60597" y="56665"/>
                  </a:lnTo>
                  <a:lnTo>
                    <a:pt x="60597" y="55617"/>
                  </a:lnTo>
                  <a:cubicBezTo>
                    <a:pt x="61836" y="45996"/>
                    <a:pt x="70583" y="39160"/>
                    <a:pt x="80219" y="40282"/>
                  </a:cubicBezTo>
                  <a:lnTo>
                    <a:pt x="81552" y="40282"/>
                  </a:lnTo>
                  <a:cubicBezTo>
                    <a:pt x="82629" y="40184"/>
                    <a:pt x="83713" y="40184"/>
                    <a:pt x="84791" y="40282"/>
                  </a:cubicBezTo>
                  <a:lnTo>
                    <a:pt x="84791" y="40282"/>
                  </a:lnTo>
                  <a:cubicBezTo>
                    <a:pt x="88916" y="40718"/>
                    <a:pt x="92774" y="42530"/>
                    <a:pt x="95745" y="45426"/>
                  </a:cubicBezTo>
                  <a:cubicBezTo>
                    <a:pt x="98153" y="47968"/>
                    <a:pt x="99213" y="51502"/>
                    <a:pt x="98602" y="54951"/>
                  </a:cubicBezTo>
                  <a:cubicBezTo>
                    <a:pt x="97649" y="61713"/>
                    <a:pt x="93458" y="63237"/>
                    <a:pt x="72218" y="68190"/>
                  </a:cubicBezTo>
                  <a:lnTo>
                    <a:pt x="71170" y="68190"/>
                  </a:lnTo>
                  <a:lnTo>
                    <a:pt x="66121" y="69333"/>
                  </a:lnTo>
                  <a:cubicBezTo>
                    <a:pt x="62502" y="70000"/>
                    <a:pt x="58978" y="70857"/>
                    <a:pt x="55549" y="71715"/>
                  </a:cubicBezTo>
                  <a:cubicBezTo>
                    <a:pt x="19639" y="80573"/>
                    <a:pt x="6590" y="93622"/>
                    <a:pt x="7162" y="119340"/>
                  </a:cubicBezTo>
                  <a:cubicBezTo>
                    <a:pt x="6943" y="131757"/>
                    <a:pt x="11672" y="143751"/>
                    <a:pt x="20306" y="152677"/>
                  </a:cubicBezTo>
                  <a:cubicBezTo>
                    <a:pt x="29824" y="161276"/>
                    <a:pt x="42355" y="165761"/>
                    <a:pt x="55167" y="165155"/>
                  </a:cubicBezTo>
                  <a:lnTo>
                    <a:pt x="57168" y="165155"/>
                  </a:lnTo>
                  <a:cubicBezTo>
                    <a:pt x="70378" y="165251"/>
                    <a:pt x="83221" y="160813"/>
                    <a:pt x="93553" y="152582"/>
                  </a:cubicBezTo>
                  <a:lnTo>
                    <a:pt x="100602" y="147248"/>
                  </a:lnTo>
                  <a:lnTo>
                    <a:pt x="102698" y="145628"/>
                  </a:lnTo>
                  <a:lnTo>
                    <a:pt x="102698" y="160773"/>
                  </a:lnTo>
                  <a:lnTo>
                    <a:pt x="147846" y="160773"/>
                  </a:lnTo>
                  <a:lnTo>
                    <a:pt x="147846" y="65333"/>
                  </a:lnTo>
                  <a:cubicBezTo>
                    <a:pt x="147852" y="62529"/>
                    <a:pt x="147661" y="59728"/>
                    <a:pt x="147275" y="56951"/>
                  </a:cubicBezTo>
                  <a:close/>
                  <a:moveTo>
                    <a:pt x="99745" y="92574"/>
                  </a:moveTo>
                  <a:lnTo>
                    <a:pt x="99745" y="116196"/>
                  </a:lnTo>
                  <a:lnTo>
                    <a:pt x="99745" y="116673"/>
                  </a:lnTo>
                  <a:lnTo>
                    <a:pt x="95459" y="120292"/>
                  </a:lnTo>
                  <a:cubicBezTo>
                    <a:pt x="93926" y="121680"/>
                    <a:pt x="92268" y="122923"/>
                    <a:pt x="90505" y="124007"/>
                  </a:cubicBezTo>
                  <a:cubicBezTo>
                    <a:pt x="85089" y="127488"/>
                    <a:pt x="78842" y="129461"/>
                    <a:pt x="72408" y="129722"/>
                  </a:cubicBezTo>
                  <a:lnTo>
                    <a:pt x="71551" y="129722"/>
                  </a:lnTo>
                  <a:cubicBezTo>
                    <a:pt x="64307" y="130199"/>
                    <a:pt x="58048" y="124713"/>
                    <a:pt x="57571" y="117469"/>
                  </a:cubicBezTo>
                  <a:cubicBezTo>
                    <a:pt x="57543" y="117046"/>
                    <a:pt x="57535" y="116621"/>
                    <a:pt x="57549" y="116197"/>
                  </a:cubicBezTo>
                  <a:cubicBezTo>
                    <a:pt x="56978" y="108767"/>
                    <a:pt x="60407" y="104481"/>
                    <a:pt x="69169" y="101337"/>
                  </a:cubicBezTo>
                  <a:lnTo>
                    <a:pt x="98507" y="91241"/>
                  </a:lnTo>
                  <a:lnTo>
                    <a:pt x="100221" y="90669"/>
                  </a:lnTo>
                  <a:lnTo>
                    <a:pt x="100221" y="92574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300268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E4A87CA0-D222-4AB5-9952-791CFB09B8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977201C-44AB-4380-B427-5D78BFD8A959}" type="slidenum">
              <a:rPr lang="en-US" altLang="x-none" noProof="0" smtClean="0"/>
              <a:pPr/>
              <a:t>‹#›</a:t>
            </a:fld>
            <a:endParaRPr lang="en-US" altLang="x-none" noProof="0" dirty="0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646078C1-697D-4032-9A0C-5FB387D9A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x-none" noProof="0" dirty="0"/>
              <a:t>Presentation venue | Date | Speaker</a:t>
            </a:r>
          </a:p>
        </p:txBody>
      </p:sp>
      <p:sp>
        <p:nvSpPr>
          <p:cNvPr id="4" name="Content 2">
            <a:extLst>
              <a:ext uri="{FF2B5EF4-FFF2-40B4-BE49-F238E27FC236}">
                <a16:creationId xmlns:a16="http://schemas.microsoft.com/office/drawing/2014/main" id="{1399C9D1-ACDB-49BD-8A72-3954CFC9E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6943" y="1773237"/>
            <a:ext cx="5436000" cy="4608513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  <p:sp>
        <p:nvSpPr>
          <p:cNvPr id="3" name="Content 1">
            <a:extLst>
              <a:ext uri="{FF2B5EF4-FFF2-40B4-BE49-F238E27FC236}">
                <a16:creationId xmlns:a16="http://schemas.microsoft.com/office/drawing/2014/main" id="{4CB98C8E-BB61-471C-B936-06B8AF9A95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7" y="1773237"/>
            <a:ext cx="5436000" cy="4608513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A8524E7-931B-4BE4-AAF4-3EA4E7711D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subtitle</a:t>
            </a:r>
            <a:endParaRPr lang="en-US" noProof="0" dirty="0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AAF727B8-4C6A-49B3-BEF1-56855A61B682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502785" y="437505"/>
            <a:ext cx="9144000" cy="338554"/>
          </a:xfrm>
        </p:spPr>
        <p:txBody>
          <a:bodyPr anchor="b"/>
          <a:lstStyle>
            <a:lvl1pPr marL="0" indent="0" algn="l">
              <a:buNone/>
              <a:defRPr sz="2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878913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/>
          </p:cNvSpPr>
          <p:nvPr userDrawn="1"/>
        </p:nvSpPr>
        <p:spPr>
          <a:xfrm>
            <a:off x="6165464" y="1773238"/>
            <a:ext cx="6026535" cy="5082382"/>
          </a:xfrm>
          <a:prstGeom prst="rect">
            <a:avLst/>
          </a:prstGeom>
          <a:solidFill>
            <a:srgbClr val="E8E8E8">
              <a:alpha val="8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noProof="0" dirty="0"/>
          </a:p>
        </p:txBody>
      </p:sp>
      <p:sp>
        <p:nvSpPr>
          <p:cNvPr id="9" name="Rectangle 8"/>
          <p:cNvSpPr>
            <a:spLocks/>
          </p:cNvSpPr>
          <p:nvPr userDrawn="1"/>
        </p:nvSpPr>
        <p:spPr>
          <a:xfrm>
            <a:off x="0" y="1773238"/>
            <a:ext cx="6058533" cy="5083829"/>
          </a:xfrm>
          <a:prstGeom prst="rect">
            <a:avLst/>
          </a:prstGeom>
          <a:solidFill>
            <a:srgbClr val="E8E8E8">
              <a:alpha val="8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noProof="0" dirty="0"/>
          </a:p>
        </p:txBody>
      </p:sp>
      <p:pic>
        <p:nvPicPr>
          <p:cNvPr id="13" name="Grid">
            <a:extLst>
              <a:ext uri="{FF2B5EF4-FFF2-40B4-BE49-F238E27FC236}">
                <a16:creationId xmlns:a16="http://schemas.microsoft.com/office/drawing/2014/main" id="{EC93758A-C3A9-4A6E-9EA5-B49EECD74885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144" y="5733900"/>
            <a:ext cx="12218400" cy="1186916"/>
          </a:xfrm>
          <a:prstGeom prst="rect">
            <a:avLst/>
          </a:prstGeom>
        </p:spPr>
      </p:pic>
      <p:sp>
        <p:nvSpPr>
          <p:cNvPr id="5" name="Slide Number">
            <a:extLst>
              <a:ext uri="{FF2B5EF4-FFF2-40B4-BE49-F238E27FC236}">
                <a16:creationId xmlns:a16="http://schemas.microsoft.com/office/drawing/2014/main" id="{E4A87CA0-D222-4AB5-9952-791CFB09B8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977201C-44AB-4380-B427-5D78BFD8A959}" type="slidenum">
              <a:rPr lang="en-US" altLang="x-none" noProof="0" smtClean="0"/>
              <a:pPr/>
              <a:t>‹#›</a:t>
            </a:fld>
            <a:endParaRPr lang="en-US" altLang="x-none" noProof="0" dirty="0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646078C1-697D-4032-9A0C-5FB387D9A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x-none" noProof="0" dirty="0"/>
              <a:t>Presentation venue | Date | Speaker</a:t>
            </a:r>
          </a:p>
        </p:txBody>
      </p:sp>
      <p:sp>
        <p:nvSpPr>
          <p:cNvPr id="4" name="Content 2">
            <a:extLst>
              <a:ext uri="{FF2B5EF4-FFF2-40B4-BE49-F238E27FC236}">
                <a16:creationId xmlns:a16="http://schemas.microsoft.com/office/drawing/2014/main" id="{1399C9D1-ACDB-49BD-8A72-3954CFC9E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6943" y="1773237"/>
            <a:ext cx="5436000" cy="4608513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  <p:sp>
        <p:nvSpPr>
          <p:cNvPr id="3" name="Content 1">
            <a:extLst>
              <a:ext uri="{FF2B5EF4-FFF2-40B4-BE49-F238E27FC236}">
                <a16:creationId xmlns:a16="http://schemas.microsoft.com/office/drawing/2014/main" id="{4CB98C8E-BB61-471C-B936-06B8AF9A95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7" y="1773237"/>
            <a:ext cx="5436000" cy="4608513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A8524E7-931B-4BE4-AAF4-3EA4E7711D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subtitle</a:t>
            </a:r>
            <a:endParaRPr lang="en-US" noProof="0" dirty="0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AAF727B8-4C6A-49B3-BEF1-56855A61B682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502785" y="437505"/>
            <a:ext cx="9144000" cy="338554"/>
          </a:xfrm>
        </p:spPr>
        <p:txBody>
          <a:bodyPr anchor="b"/>
          <a:lstStyle>
            <a:lvl1pPr marL="0" indent="0" algn="l">
              <a:buNone/>
              <a:defRPr sz="2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title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4AF86A12-8FF0-4CB7-8892-64C2BF9B7BA9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03238" y="1358186"/>
            <a:ext cx="547200" cy="0"/>
          </a:xfrm>
          <a:prstGeom prst="line">
            <a:avLst/>
          </a:prstGeom>
          <a:solidFill>
            <a:srgbClr val="B8C400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" name="Logo_Color">
            <a:extLst>
              <a:ext uri="{FF2B5EF4-FFF2-40B4-BE49-F238E27FC236}">
                <a16:creationId xmlns:a16="http://schemas.microsoft.com/office/drawing/2014/main" id="{DA768CE5-B78C-4A88-B9B8-6CA91B420AA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087820" y="495720"/>
            <a:ext cx="1612800" cy="229651"/>
            <a:chOff x="1030968" y="702286"/>
            <a:chExt cx="1211122" cy="172455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3F7E226-2A85-42D5-97AC-D9160BAD9A05}"/>
                </a:ext>
              </a:extLst>
            </p:cNvPr>
            <p:cNvSpPr/>
            <p:nvPr/>
          </p:nvSpPr>
          <p:spPr>
            <a:xfrm>
              <a:off x="1344835" y="707326"/>
              <a:ext cx="104775" cy="161925"/>
            </a:xfrm>
            <a:custGeom>
              <a:avLst/>
              <a:gdLst>
                <a:gd name="connsiteX0" fmla="*/ 7144 w 104775"/>
                <a:gd name="connsiteY0" fmla="*/ 44672 h 161925"/>
                <a:gd name="connsiteX1" fmla="*/ 7144 w 104775"/>
                <a:gd name="connsiteY1" fmla="*/ 44672 h 161925"/>
                <a:gd name="connsiteX2" fmla="*/ 7144 w 104775"/>
                <a:gd name="connsiteY2" fmla="*/ 88011 h 161925"/>
                <a:gd name="connsiteX3" fmla="*/ 72580 w 104775"/>
                <a:gd name="connsiteY3" fmla="*/ 158401 h 161925"/>
                <a:gd name="connsiteX4" fmla="*/ 98013 w 104775"/>
                <a:gd name="connsiteY4" fmla="*/ 158401 h 161925"/>
                <a:gd name="connsiteX5" fmla="*/ 98013 w 104775"/>
                <a:gd name="connsiteY5" fmla="*/ 121063 h 161925"/>
                <a:gd name="connsiteX6" fmla="*/ 72580 w 104775"/>
                <a:gd name="connsiteY6" fmla="*/ 121063 h 161925"/>
                <a:gd name="connsiteX7" fmla="*/ 42672 w 104775"/>
                <a:gd name="connsiteY7" fmla="*/ 88011 h 161925"/>
                <a:gd name="connsiteX8" fmla="*/ 42672 w 104775"/>
                <a:gd name="connsiteY8" fmla="*/ 44672 h 161925"/>
                <a:gd name="connsiteX9" fmla="*/ 98774 w 104775"/>
                <a:gd name="connsiteY9" fmla="*/ 44672 h 161925"/>
                <a:gd name="connsiteX10" fmla="*/ 98774 w 104775"/>
                <a:gd name="connsiteY10" fmla="*/ 7144 h 161925"/>
                <a:gd name="connsiteX11" fmla="*/ 7144 w 104775"/>
                <a:gd name="connsiteY11" fmla="*/ 7144 h 161925"/>
                <a:gd name="connsiteX12" fmla="*/ 7144 w 104775"/>
                <a:gd name="connsiteY12" fmla="*/ 44672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775" h="161925">
                  <a:moveTo>
                    <a:pt x="7144" y="44672"/>
                  </a:moveTo>
                  <a:lnTo>
                    <a:pt x="7144" y="44672"/>
                  </a:lnTo>
                  <a:lnTo>
                    <a:pt x="7144" y="88011"/>
                  </a:lnTo>
                  <a:cubicBezTo>
                    <a:pt x="7144" y="129445"/>
                    <a:pt x="34004" y="158401"/>
                    <a:pt x="72580" y="158401"/>
                  </a:cubicBezTo>
                  <a:lnTo>
                    <a:pt x="98013" y="158401"/>
                  </a:lnTo>
                  <a:lnTo>
                    <a:pt x="98013" y="121063"/>
                  </a:lnTo>
                  <a:lnTo>
                    <a:pt x="72580" y="121063"/>
                  </a:lnTo>
                  <a:cubicBezTo>
                    <a:pt x="53530" y="121063"/>
                    <a:pt x="42672" y="108966"/>
                    <a:pt x="42672" y="88011"/>
                  </a:cubicBezTo>
                  <a:lnTo>
                    <a:pt x="42672" y="44672"/>
                  </a:lnTo>
                  <a:lnTo>
                    <a:pt x="98774" y="44672"/>
                  </a:lnTo>
                  <a:lnTo>
                    <a:pt x="98774" y="7144"/>
                  </a:lnTo>
                  <a:lnTo>
                    <a:pt x="7144" y="7144"/>
                  </a:lnTo>
                  <a:lnTo>
                    <a:pt x="7144" y="44672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8BFEDD7-F30B-465C-ABDF-BAA9083AC1F4}"/>
                </a:ext>
              </a:extLst>
            </p:cNvPr>
            <p:cNvSpPr/>
            <p:nvPr/>
          </p:nvSpPr>
          <p:spPr>
            <a:xfrm>
              <a:off x="1429987" y="702401"/>
              <a:ext cx="171450" cy="171450"/>
            </a:xfrm>
            <a:custGeom>
              <a:avLst/>
              <a:gdLst>
                <a:gd name="connsiteX0" fmla="*/ 89822 w 171450"/>
                <a:gd name="connsiteY0" fmla="*/ 7211 h 171450"/>
                <a:gd name="connsiteX1" fmla="*/ 7211 w 171450"/>
                <a:gd name="connsiteY1" fmla="*/ 83345 h 171450"/>
                <a:gd name="connsiteX2" fmla="*/ 83345 w 171450"/>
                <a:gd name="connsiteY2" fmla="*/ 165956 h 171450"/>
                <a:gd name="connsiteX3" fmla="*/ 165956 w 171450"/>
                <a:gd name="connsiteY3" fmla="*/ 89822 h 171450"/>
                <a:gd name="connsiteX4" fmla="*/ 166022 w 171450"/>
                <a:gd name="connsiteY4" fmla="*/ 86554 h 171450"/>
                <a:gd name="connsiteX5" fmla="*/ 89950 w 171450"/>
                <a:gd name="connsiteY5" fmla="*/ 7213 h 171450"/>
                <a:gd name="connsiteX6" fmla="*/ 89822 w 171450"/>
                <a:gd name="connsiteY6" fmla="*/ 7211 h 171450"/>
                <a:gd name="connsiteX7" fmla="*/ 89822 w 171450"/>
                <a:gd name="connsiteY7" fmla="*/ 133417 h 171450"/>
                <a:gd name="connsiteX8" fmla="*/ 40189 w 171450"/>
                <a:gd name="connsiteY8" fmla="*/ 89499 h 171450"/>
                <a:gd name="connsiteX9" fmla="*/ 84108 w 171450"/>
                <a:gd name="connsiteY9" fmla="*/ 39866 h 171450"/>
                <a:gd name="connsiteX10" fmla="*/ 133741 w 171450"/>
                <a:gd name="connsiteY10" fmla="*/ 83784 h 171450"/>
                <a:gd name="connsiteX11" fmla="*/ 133828 w 171450"/>
                <a:gd name="connsiteY11" fmla="*/ 86554 h 171450"/>
                <a:gd name="connsiteX12" fmla="*/ 89822 w 171450"/>
                <a:gd name="connsiteY12" fmla="*/ 133417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1450" h="171450">
                  <a:moveTo>
                    <a:pt x="89822" y="7211"/>
                  </a:moveTo>
                  <a:cubicBezTo>
                    <a:pt x="45986" y="5422"/>
                    <a:pt x="9000" y="39509"/>
                    <a:pt x="7211" y="83345"/>
                  </a:cubicBezTo>
                  <a:cubicBezTo>
                    <a:pt x="5422" y="127181"/>
                    <a:pt x="39509" y="164167"/>
                    <a:pt x="83345" y="165956"/>
                  </a:cubicBezTo>
                  <a:cubicBezTo>
                    <a:pt x="127181" y="167745"/>
                    <a:pt x="164167" y="133658"/>
                    <a:pt x="165956" y="89822"/>
                  </a:cubicBezTo>
                  <a:cubicBezTo>
                    <a:pt x="166000" y="88733"/>
                    <a:pt x="166022" y="87644"/>
                    <a:pt x="166022" y="86554"/>
                  </a:cubicBezTo>
                  <a:cubicBezTo>
                    <a:pt x="166925" y="43638"/>
                    <a:pt x="132866" y="8116"/>
                    <a:pt x="89950" y="7213"/>
                  </a:cubicBezTo>
                  <a:cubicBezTo>
                    <a:pt x="89907" y="7212"/>
                    <a:pt x="89865" y="7212"/>
                    <a:pt x="89822" y="7211"/>
                  </a:cubicBezTo>
                  <a:close/>
                  <a:moveTo>
                    <a:pt x="89822" y="133417"/>
                  </a:moveTo>
                  <a:cubicBezTo>
                    <a:pt x="63989" y="134995"/>
                    <a:pt x="41767" y="115332"/>
                    <a:pt x="40189" y="89499"/>
                  </a:cubicBezTo>
                  <a:cubicBezTo>
                    <a:pt x="38611" y="63665"/>
                    <a:pt x="58274" y="41444"/>
                    <a:pt x="84108" y="39866"/>
                  </a:cubicBezTo>
                  <a:cubicBezTo>
                    <a:pt x="109941" y="38288"/>
                    <a:pt x="132163" y="57951"/>
                    <a:pt x="133741" y="83784"/>
                  </a:cubicBezTo>
                  <a:cubicBezTo>
                    <a:pt x="133797" y="84706"/>
                    <a:pt x="133826" y="85630"/>
                    <a:pt x="133828" y="86554"/>
                  </a:cubicBezTo>
                  <a:cubicBezTo>
                    <a:pt x="134524" y="111611"/>
                    <a:pt x="114874" y="132537"/>
                    <a:pt x="89822" y="133417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05DA252-AAFB-463A-A823-677056BF20D6}"/>
                </a:ext>
              </a:extLst>
            </p:cNvPr>
            <p:cNvSpPr/>
            <p:nvPr/>
          </p:nvSpPr>
          <p:spPr>
            <a:xfrm>
              <a:off x="1902620" y="707040"/>
              <a:ext cx="123825" cy="161925"/>
            </a:xfrm>
            <a:custGeom>
              <a:avLst/>
              <a:gdLst>
                <a:gd name="connsiteX0" fmla="*/ 110013 w 123825"/>
                <a:gd name="connsiteY0" fmla="*/ 96679 h 161925"/>
                <a:gd name="connsiteX1" fmla="*/ 65436 w 123825"/>
                <a:gd name="connsiteY1" fmla="*/ 147161 h 161925"/>
                <a:gd name="connsiteX2" fmla="*/ 20954 w 123825"/>
                <a:gd name="connsiteY2" fmla="*/ 96679 h 161925"/>
                <a:gd name="connsiteX3" fmla="*/ 20954 w 123825"/>
                <a:gd name="connsiteY3" fmla="*/ 7144 h 161925"/>
                <a:gd name="connsiteX4" fmla="*/ 7238 w 123825"/>
                <a:gd name="connsiteY4" fmla="*/ 7144 h 161925"/>
                <a:gd name="connsiteX5" fmla="*/ 7238 w 123825"/>
                <a:gd name="connsiteY5" fmla="*/ 96679 h 161925"/>
                <a:gd name="connsiteX6" fmla="*/ 26288 w 123825"/>
                <a:gd name="connsiteY6" fmla="*/ 146018 h 161925"/>
                <a:gd name="connsiteX7" fmla="*/ 103536 w 123825"/>
                <a:gd name="connsiteY7" fmla="*/ 146018 h 161925"/>
                <a:gd name="connsiteX8" fmla="*/ 123062 w 123825"/>
                <a:gd name="connsiteY8" fmla="*/ 96679 h 161925"/>
                <a:gd name="connsiteX9" fmla="*/ 123063 w 123825"/>
                <a:gd name="connsiteY9" fmla="*/ 7144 h 161925"/>
                <a:gd name="connsiteX10" fmla="*/ 109346 w 123825"/>
                <a:gd name="connsiteY10" fmla="*/ 7144 h 161925"/>
                <a:gd name="connsiteX11" fmla="*/ 109346 w 123825"/>
                <a:gd name="connsiteY11" fmla="*/ 9667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25" h="161925">
                  <a:moveTo>
                    <a:pt x="110013" y="96679"/>
                  </a:moveTo>
                  <a:cubicBezTo>
                    <a:pt x="110013" y="133731"/>
                    <a:pt x="83343" y="147161"/>
                    <a:pt x="65436" y="147161"/>
                  </a:cubicBezTo>
                  <a:cubicBezTo>
                    <a:pt x="47529" y="147161"/>
                    <a:pt x="20954" y="133731"/>
                    <a:pt x="20954" y="96679"/>
                  </a:cubicBezTo>
                  <a:lnTo>
                    <a:pt x="20954" y="7144"/>
                  </a:lnTo>
                  <a:lnTo>
                    <a:pt x="7238" y="7144"/>
                  </a:lnTo>
                  <a:lnTo>
                    <a:pt x="7238" y="96679"/>
                  </a:lnTo>
                  <a:cubicBezTo>
                    <a:pt x="6241" y="115092"/>
                    <a:pt x="13176" y="133052"/>
                    <a:pt x="26288" y="146018"/>
                  </a:cubicBezTo>
                  <a:cubicBezTo>
                    <a:pt x="47937" y="166568"/>
                    <a:pt x="81887" y="166568"/>
                    <a:pt x="103536" y="146018"/>
                  </a:cubicBezTo>
                  <a:cubicBezTo>
                    <a:pt x="116782" y="133108"/>
                    <a:pt x="123886" y="115157"/>
                    <a:pt x="123062" y="96679"/>
                  </a:cubicBezTo>
                  <a:lnTo>
                    <a:pt x="123063" y="7144"/>
                  </a:lnTo>
                  <a:lnTo>
                    <a:pt x="109346" y="7144"/>
                  </a:lnTo>
                  <a:lnTo>
                    <a:pt x="109346" y="9667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F017427-B599-4173-AB18-A1F0F6BD93EF}"/>
                </a:ext>
              </a:extLst>
            </p:cNvPr>
            <p:cNvSpPr/>
            <p:nvPr/>
          </p:nvSpPr>
          <p:spPr>
            <a:xfrm>
              <a:off x="1182931" y="707040"/>
              <a:ext cx="161925" cy="161925"/>
            </a:xfrm>
            <a:custGeom>
              <a:avLst/>
              <a:gdLst>
                <a:gd name="connsiteX0" fmla="*/ 116279 w 161925"/>
                <a:gd name="connsiteY0" fmla="*/ 77819 h 161925"/>
                <a:gd name="connsiteX1" fmla="*/ 81989 w 161925"/>
                <a:gd name="connsiteY1" fmla="*/ 117824 h 161925"/>
                <a:gd name="connsiteX2" fmla="*/ 47603 w 161925"/>
                <a:gd name="connsiteY2" fmla="*/ 77819 h 161925"/>
                <a:gd name="connsiteX3" fmla="*/ 47603 w 161925"/>
                <a:gd name="connsiteY3" fmla="*/ 7144 h 161925"/>
                <a:gd name="connsiteX4" fmla="*/ 7217 w 161925"/>
                <a:gd name="connsiteY4" fmla="*/ 7144 h 161925"/>
                <a:gd name="connsiteX5" fmla="*/ 7217 w 161925"/>
                <a:gd name="connsiteY5" fmla="*/ 77819 h 161925"/>
                <a:gd name="connsiteX6" fmla="*/ 32268 w 161925"/>
                <a:gd name="connsiteY6" fmla="*/ 140493 h 161925"/>
                <a:gd name="connsiteX7" fmla="*/ 131329 w 161925"/>
                <a:gd name="connsiteY7" fmla="*/ 140493 h 161925"/>
                <a:gd name="connsiteX8" fmla="*/ 156379 w 161925"/>
                <a:gd name="connsiteY8" fmla="*/ 77914 h 161925"/>
                <a:gd name="connsiteX9" fmla="*/ 156379 w 161925"/>
                <a:gd name="connsiteY9" fmla="*/ 7144 h 161925"/>
                <a:gd name="connsiteX10" fmla="*/ 115993 w 161925"/>
                <a:gd name="connsiteY10" fmla="*/ 7144 h 161925"/>
                <a:gd name="connsiteX11" fmla="*/ 115993 w 161925"/>
                <a:gd name="connsiteY11" fmla="*/ 7781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161925">
                  <a:moveTo>
                    <a:pt x="116279" y="77819"/>
                  </a:moveTo>
                  <a:cubicBezTo>
                    <a:pt x="116279" y="109442"/>
                    <a:pt x="93895" y="117824"/>
                    <a:pt x="81989" y="117824"/>
                  </a:cubicBezTo>
                  <a:cubicBezTo>
                    <a:pt x="70082" y="117824"/>
                    <a:pt x="47603" y="109442"/>
                    <a:pt x="47603" y="77819"/>
                  </a:cubicBezTo>
                  <a:lnTo>
                    <a:pt x="47603" y="7144"/>
                  </a:lnTo>
                  <a:lnTo>
                    <a:pt x="7217" y="7144"/>
                  </a:lnTo>
                  <a:lnTo>
                    <a:pt x="7217" y="77819"/>
                  </a:lnTo>
                  <a:cubicBezTo>
                    <a:pt x="6222" y="101331"/>
                    <a:pt x="15341" y="124145"/>
                    <a:pt x="32268" y="140493"/>
                  </a:cubicBezTo>
                  <a:cubicBezTo>
                    <a:pt x="60063" y="166765"/>
                    <a:pt x="103534" y="166765"/>
                    <a:pt x="131329" y="140493"/>
                  </a:cubicBezTo>
                  <a:cubicBezTo>
                    <a:pt x="148241" y="124174"/>
                    <a:pt x="157359" y="101396"/>
                    <a:pt x="156379" y="77914"/>
                  </a:cubicBezTo>
                  <a:lnTo>
                    <a:pt x="156379" y="7144"/>
                  </a:lnTo>
                  <a:lnTo>
                    <a:pt x="115993" y="7144"/>
                  </a:lnTo>
                  <a:lnTo>
                    <a:pt x="115993" y="7781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FB94805-6C4B-46DC-BD3B-1FA9955915B2}"/>
                </a:ext>
              </a:extLst>
            </p:cNvPr>
            <p:cNvSpPr/>
            <p:nvPr/>
          </p:nvSpPr>
          <p:spPr>
            <a:xfrm>
              <a:off x="1596891" y="702962"/>
              <a:ext cx="142875" cy="161925"/>
            </a:xfrm>
            <a:custGeom>
              <a:avLst/>
              <a:gdLst>
                <a:gd name="connsiteX0" fmla="*/ 117799 w 142875"/>
                <a:gd name="connsiteY0" fmla="*/ 24653 h 161925"/>
                <a:gd name="connsiteX1" fmla="*/ 29598 w 142875"/>
                <a:gd name="connsiteY1" fmla="*/ 24653 h 161925"/>
                <a:gd name="connsiteX2" fmla="*/ 7214 w 142875"/>
                <a:gd name="connsiteY2" fmla="*/ 80850 h 161925"/>
                <a:gd name="connsiteX3" fmla="*/ 7214 w 142875"/>
                <a:gd name="connsiteY3" fmla="*/ 160860 h 161925"/>
                <a:gd name="connsiteX4" fmla="*/ 31884 w 142875"/>
                <a:gd name="connsiteY4" fmla="*/ 160860 h 161925"/>
                <a:gd name="connsiteX5" fmla="*/ 31884 w 142875"/>
                <a:gd name="connsiteY5" fmla="*/ 80850 h 161925"/>
                <a:gd name="connsiteX6" fmla="*/ 73794 w 142875"/>
                <a:gd name="connsiteY6" fmla="*/ 33225 h 161925"/>
                <a:gd name="connsiteX7" fmla="*/ 115704 w 142875"/>
                <a:gd name="connsiteY7" fmla="*/ 80850 h 161925"/>
                <a:gd name="connsiteX8" fmla="*/ 115704 w 142875"/>
                <a:gd name="connsiteY8" fmla="*/ 160860 h 161925"/>
                <a:gd name="connsiteX9" fmla="*/ 140469 w 142875"/>
                <a:gd name="connsiteY9" fmla="*/ 160860 h 161925"/>
                <a:gd name="connsiteX10" fmla="*/ 140469 w 142875"/>
                <a:gd name="connsiteY10" fmla="*/ 80850 h 161925"/>
                <a:gd name="connsiteX11" fmla="*/ 118180 w 142875"/>
                <a:gd name="connsiteY11" fmla="*/ 24653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2875" h="161925">
                  <a:moveTo>
                    <a:pt x="117799" y="24653"/>
                  </a:moveTo>
                  <a:cubicBezTo>
                    <a:pt x="93033" y="1307"/>
                    <a:pt x="54364" y="1307"/>
                    <a:pt x="29598" y="24653"/>
                  </a:cubicBezTo>
                  <a:cubicBezTo>
                    <a:pt x="14441" y="39321"/>
                    <a:pt x="6293" y="59778"/>
                    <a:pt x="7214" y="80850"/>
                  </a:cubicBezTo>
                  <a:lnTo>
                    <a:pt x="7214" y="160860"/>
                  </a:lnTo>
                  <a:lnTo>
                    <a:pt x="31884" y="160860"/>
                  </a:lnTo>
                  <a:lnTo>
                    <a:pt x="31884" y="80850"/>
                  </a:lnTo>
                  <a:cubicBezTo>
                    <a:pt x="31884" y="42750"/>
                    <a:pt x="59220" y="33225"/>
                    <a:pt x="73794" y="33225"/>
                  </a:cubicBezTo>
                  <a:cubicBezTo>
                    <a:pt x="88367" y="33225"/>
                    <a:pt x="115704" y="43226"/>
                    <a:pt x="115704" y="80850"/>
                  </a:cubicBezTo>
                  <a:lnTo>
                    <a:pt x="115704" y="160860"/>
                  </a:lnTo>
                  <a:lnTo>
                    <a:pt x="140469" y="160860"/>
                  </a:lnTo>
                  <a:lnTo>
                    <a:pt x="140469" y="80850"/>
                  </a:lnTo>
                  <a:cubicBezTo>
                    <a:pt x="141366" y="59801"/>
                    <a:pt x="133261" y="39365"/>
                    <a:pt x="118180" y="24653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C400460-AE87-4536-AFA4-019E93EB9841}"/>
                </a:ext>
              </a:extLst>
            </p:cNvPr>
            <p:cNvSpPr/>
            <p:nvPr/>
          </p:nvSpPr>
          <p:spPr>
            <a:xfrm>
              <a:off x="2032540" y="703230"/>
              <a:ext cx="209550" cy="161925"/>
            </a:xfrm>
            <a:custGeom>
              <a:avLst/>
              <a:gdLst>
                <a:gd name="connsiteX0" fmla="*/ 157163 w 209550"/>
                <a:gd name="connsiteY0" fmla="*/ 7144 h 161925"/>
                <a:gd name="connsiteX1" fmla="*/ 108680 w 209550"/>
                <a:gd name="connsiteY1" fmla="*/ 40481 h 161925"/>
                <a:gd name="connsiteX2" fmla="*/ 60197 w 209550"/>
                <a:gd name="connsiteY2" fmla="*/ 7144 h 161925"/>
                <a:gd name="connsiteX3" fmla="*/ 7144 w 209550"/>
                <a:gd name="connsiteY3" fmla="*/ 66389 h 161925"/>
                <a:gd name="connsiteX4" fmla="*/ 7144 w 209550"/>
                <a:gd name="connsiteY4" fmla="*/ 160687 h 161925"/>
                <a:gd name="connsiteX5" fmla="*/ 16669 w 209550"/>
                <a:gd name="connsiteY5" fmla="*/ 160687 h 161925"/>
                <a:gd name="connsiteX6" fmla="*/ 16669 w 209550"/>
                <a:gd name="connsiteY6" fmla="*/ 66389 h 161925"/>
                <a:gd name="connsiteX7" fmla="*/ 60579 w 209550"/>
                <a:gd name="connsiteY7" fmla="*/ 16764 h 161925"/>
                <a:gd name="connsiteX8" fmla="*/ 104489 w 209550"/>
                <a:gd name="connsiteY8" fmla="*/ 66104 h 161925"/>
                <a:gd name="connsiteX9" fmla="*/ 104489 w 209550"/>
                <a:gd name="connsiteY9" fmla="*/ 160687 h 161925"/>
                <a:gd name="connsiteX10" fmla="*/ 114014 w 209550"/>
                <a:gd name="connsiteY10" fmla="*/ 160687 h 161925"/>
                <a:gd name="connsiteX11" fmla="*/ 114014 w 209550"/>
                <a:gd name="connsiteY11" fmla="*/ 66104 h 161925"/>
                <a:gd name="connsiteX12" fmla="*/ 157925 w 209550"/>
                <a:gd name="connsiteY12" fmla="*/ 16764 h 161925"/>
                <a:gd name="connsiteX13" fmla="*/ 201835 w 209550"/>
                <a:gd name="connsiteY13" fmla="*/ 66389 h 161925"/>
                <a:gd name="connsiteX14" fmla="*/ 201835 w 209550"/>
                <a:gd name="connsiteY14" fmla="*/ 160687 h 161925"/>
                <a:gd name="connsiteX15" fmla="*/ 211360 w 209550"/>
                <a:gd name="connsiteY15" fmla="*/ 160687 h 161925"/>
                <a:gd name="connsiteX16" fmla="*/ 211360 w 209550"/>
                <a:gd name="connsiteY16" fmla="*/ 66389 h 161925"/>
                <a:gd name="connsiteX17" fmla="*/ 158210 w 209550"/>
                <a:gd name="connsiteY17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9550" h="161925">
                  <a:moveTo>
                    <a:pt x="157163" y="7144"/>
                  </a:moveTo>
                  <a:cubicBezTo>
                    <a:pt x="135739" y="7405"/>
                    <a:pt x="116592" y="20571"/>
                    <a:pt x="108680" y="40481"/>
                  </a:cubicBezTo>
                  <a:cubicBezTo>
                    <a:pt x="100789" y="20554"/>
                    <a:pt x="81629" y="7379"/>
                    <a:pt x="60197" y="7144"/>
                  </a:cubicBezTo>
                  <a:cubicBezTo>
                    <a:pt x="38862" y="7144"/>
                    <a:pt x="7144" y="22955"/>
                    <a:pt x="7144" y="66389"/>
                  </a:cubicBezTo>
                  <a:lnTo>
                    <a:pt x="7144" y="160687"/>
                  </a:lnTo>
                  <a:lnTo>
                    <a:pt x="16669" y="160687"/>
                  </a:lnTo>
                  <a:lnTo>
                    <a:pt x="16669" y="66389"/>
                  </a:lnTo>
                  <a:cubicBezTo>
                    <a:pt x="16669" y="30004"/>
                    <a:pt x="42958" y="16764"/>
                    <a:pt x="60579" y="16764"/>
                  </a:cubicBezTo>
                  <a:cubicBezTo>
                    <a:pt x="78200" y="16764"/>
                    <a:pt x="104299" y="30004"/>
                    <a:pt x="104489" y="66104"/>
                  </a:cubicBezTo>
                  <a:lnTo>
                    <a:pt x="104489" y="160687"/>
                  </a:lnTo>
                  <a:lnTo>
                    <a:pt x="114014" y="160687"/>
                  </a:lnTo>
                  <a:lnTo>
                    <a:pt x="114014" y="66104"/>
                  </a:lnTo>
                  <a:cubicBezTo>
                    <a:pt x="114014" y="30004"/>
                    <a:pt x="140303" y="16764"/>
                    <a:pt x="157925" y="16764"/>
                  </a:cubicBezTo>
                  <a:cubicBezTo>
                    <a:pt x="175546" y="16764"/>
                    <a:pt x="201835" y="30004"/>
                    <a:pt x="201835" y="66389"/>
                  </a:cubicBezTo>
                  <a:lnTo>
                    <a:pt x="201835" y="160687"/>
                  </a:lnTo>
                  <a:lnTo>
                    <a:pt x="211360" y="160687"/>
                  </a:lnTo>
                  <a:lnTo>
                    <a:pt x="211360" y="66389"/>
                  </a:lnTo>
                  <a:cubicBezTo>
                    <a:pt x="211360" y="22955"/>
                    <a:pt x="179546" y="7144"/>
                    <a:pt x="158210" y="7144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371F196-4220-4E1B-B6AD-CA533ED56856}"/>
                </a:ext>
              </a:extLst>
            </p:cNvPr>
            <p:cNvSpPr/>
            <p:nvPr/>
          </p:nvSpPr>
          <p:spPr>
            <a:xfrm>
              <a:off x="1739805" y="703291"/>
              <a:ext cx="161925" cy="171450"/>
            </a:xfrm>
            <a:custGeom>
              <a:avLst/>
              <a:gdLst>
                <a:gd name="connsiteX0" fmla="*/ 98139 w 161925"/>
                <a:gd name="connsiteY0" fmla="*/ 8512 h 171450"/>
                <a:gd name="connsiteX1" fmla="*/ 8993 w 161925"/>
                <a:gd name="connsiteY1" fmla="*/ 69058 h 171450"/>
                <a:gd name="connsiteX2" fmla="*/ 8794 w 161925"/>
                <a:gd name="connsiteY2" fmla="*/ 70138 h 171450"/>
                <a:gd name="connsiteX3" fmla="*/ 68040 w 161925"/>
                <a:gd name="connsiteY3" fmla="*/ 163674 h 171450"/>
                <a:gd name="connsiteX4" fmla="*/ 153765 w 161925"/>
                <a:gd name="connsiteY4" fmla="*/ 113763 h 171450"/>
                <a:gd name="connsiteX5" fmla="*/ 132619 w 161925"/>
                <a:gd name="connsiteY5" fmla="*/ 113763 h 171450"/>
                <a:gd name="connsiteX6" fmla="*/ 71469 w 161925"/>
                <a:gd name="connsiteY6" fmla="*/ 144719 h 171450"/>
                <a:gd name="connsiteX7" fmla="*/ 27273 w 161925"/>
                <a:gd name="connsiteY7" fmla="*/ 94522 h 171450"/>
                <a:gd name="connsiteX8" fmla="*/ 158051 w 161925"/>
                <a:gd name="connsiteY8" fmla="*/ 94522 h 171450"/>
                <a:gd name="connsiteX9" fmla="*/ 97948 w 161925"/>
                <a:gd name="connsiteY9" fmla="*/ 8797 h 171450"/>
                <a:gd name="connsiteX10" fmla="*/ 27844 w 161925"/>
                <a:gd name="connsiteY10" fmla="*/ 75187 h 171450"/>
                <a:gd name="connsiteX11" fmla="*/ 27844 w 161925"/>
                <a:gd name="connsiteY11" fmla="*/ 73853 h 171450"/>
                <a:gd name="connsiteX12" fmla="*/ 92243 w 161925"/>
                <a:gd name="connsiteY12" fmla="*/ 26593 h 171450"/>
                <a:gd name="connsiteX13" fmla="*/ 94519 w 161925"/>
                <a:gd name="connsiteY13" fmla="*/ 26990 h 171450"/>
                <a:gd name="connsiteX14" fmla="*/ 138525 w 161925"/>
                <a:gd name="connsiteY14" fmla="*/ 7461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1925" h="171450">
                  <a:moveTo>
                    <a:pt x="98139" y="8512"/>
                  </a:moveTo>
                  <a:cubicBezTo>
                    <a:pt x="56802" y="614"/>
                    <a:pt x="16890" y="27721"/>
                    <a:pt x="8993" y="69058"/>
                  </a:cubicBezTo>
                  <a:cubicBezTo>
                    <a:pt x="8924" y="69417"/>
                    <a:pt x="8858" y="69778"/>
                    <a:pt x="8794" y="70138"/>
                  </a:cubicBezTo>
                  <a:cubicBezTo>
                    <a:pt x="142" y="112182"/>
                    <a:pt x="26331" y="153529"/>
                    <a:pt x="68040" y="163674"/>
                  </a:cubicBezTo>
                  <a:cubicBezTo>
                    <a:pt x="105095" y="170936"/>
                    <a:pt x="141787" y="149574"/>
                    <a:pt x="153765" y="113763"/>
                  </a:cubicBezTo>
                  <a:lnTo>
                    <a:pt x="132619" y="113763"/>
                  </a:lnTo>
                  <a:cubicBezTo>
                    <a:pt x="121847" y="136981"/>
                    <a:pt x="96558" y="149783"/>
                    <a:pt x="71469" y="144719"/>
                  </a:cubicBezTo>
                  <a:cubicBezTo>
                    <a:pt x="47541" y="139122"/>
                    <a:pt x="29795" y="118966"/>
                    <a:pt x="27273" y="94522"/>
                  </a:cubicBezTo>
                  <a:lnTo>
                    <a:pt x="158051" y="94522"/>
                  </a:lnTo>
                  <a:cubicBezTo>
                    <a:pt x="162387" y="54908"/>
                    <a:pt x="136667" y="18224"/>
                    <a:pt x="97948" y="8797"/>
                  </a:cubicBezTo>
                  <a:close/>
                  <a:moveTo>
                    <a:pt x="27844" y="75187"/>
                  </a:moveTo>
                  <a:lnTo>
                    <a:pt x="27844" y="73853"/>
                  </a:lnTo>
                  <a:cubicBezTo>
                    <a:pt x="32577" y="43019"/>
                    <a:pt x="61409" y="21860"/>
                    <a:pt x="92243" y="26593"/>
                  </a:cubicBezTo>
                  <a:cubicBezTo>
                    <a:pt x="93004" y="26710"/>
                    <a:pt x="93763" y="26842"/>
                    <a:pt x="94519" y="26990"/>
                  </a:cubicBezTo>
                  <a:cubicBezTo>
                    <a:pt x="117646" y="32201"/>
                    <a:pt x="135153" y="51149"/>
                    <a:pt x="138525" y="74615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F6699F1-E995-4C2A-B778-B07D9D91CAD0}"/>
                </a:ext>
              </a:extLst>
            </p:cNvPr>
            <p:cNvSpPr/>
            <p:nvPr/>
          </p:nvSpPr>
          <p:spPr>
            <a:xfrm>
              <a:off x="1030968" y="702286"/>
              <a:ext cx="152400" cy="171450"/>
            </a:xfrm>
            <a:custGeom>
              <a:avLst/>
              <a:gdLst>
                <a:gd name="connsiteX0" fmla="*/ 147370 w 152400"/>
                <a:gd name="connsiteY0" fmla="*/ 56951 h 171450"/>
                <a:gd name="connsiteX1" fmla="*/ 128320 w 152400"/>
                <a:gd name="connsiteY1" fmla="*/ 20279 h 171450"/>
                <a:gd name="connsiteX2" fmla="*/ 82409 w 152400"/>
                <a:gd name="connsiteY2" fmla="*/ 7326 h 171450"/>
                <a:gd name="connsiteX3" fmla="*/ 82409 w 152400"/>
                <a:gd name="connsiteY3" fmla="*/ 7326 h 171450"/>
                <a:gd name="connsiteX4" fmla="*/ 35451 w 152400"/>
                <a:gd name="connsiteY4" fmla="*/ 18089 h 171450"/>
                <a:gd name="connsiteX5" fmla="*/ 15449 w 152400"/>
                <a:gd name="connsiteY5" fmla="*/ 49807 h 171450"/>
                <a:gd name="connsiteX6" fmla="*/ 13925 w 152400"/>
                <a:gd name="connsiteY6" fmla="*/ 56665 h 171450"/>
                <a:gd name="connsiteX7" fmla="*/ 60597 w 152400"/>
                <a:gd name="connsiteY7" fmla="*/ 56665 h 171450"/>
                <a:gd name="connsiteX8" fmla="*/ 60597 w 152400"/>
                <a:gd name="connsiteY8" fmla="*/ 55617 h 171450"/>
                <a:gd name="connsiteX9" fmla="*/ 80219 w 152400"/>
                <a:gd name="connsiteY9" fmla="*/ 40282 h 171450"/>
                <a:gd name="connsiteX10" fmla="*/ 81552 w 152400"/>
                <a:gd name="connsiteY10" fmla="*/ 40282 h 171450"/>
                <a:gd name="connsiteX11" fmla="*/ 84791 w 152400"/>
                <a:gd name="connsiteY11" fmla="*/ 40282 h 171450"/>
                <a:gd name="connsiteX12" fmla="*/ 84791 w 152400"/>
                <a:gd name="connsiteY12" fmla="*/ 40282 h 171450"/>
                <a:gd name="connsiteX13" fmla="*/ 95745 w 152400"/>
                <a:gd name="connsiteY13" fmla="*/ 45426 h 171450"/>
                <a:gd name="connsiteX14" fmla="*/ 98602 w 152400"/>
                <a:gd name="connsiteY14" fmla="*/ 54951 h 171450"/>
                <a:gd name="connsiteX15" fmla="*/ 72218 w 152400"/>
                <a:gd name="connsiteY15" fmla="*/ 68190 h 171450"/>
                <a:gd name="connsiteX16" fmla="*/ 71170 w 152400"/>
                <a:gd name="connsiteY16" fmla="*/ 68190 h 171450"/>
                <a:gd name="connsiteX17" fmla="*/ 66121 w 152400"/>
                <a:gd name="connsiteY17" fmla="*/ 69333 h 171450"/>
                <a:gd name="connsiteX18" fmla="*/ 55549 w 152400"/>
                <a:gd name="connsiteY18" fmla="*/ 71715 h 171450"/>
                <a:gd name="connsiteX19" fmla="*/ 7162 w 152400"/>
                <a:gd name="connsiteY19" fmla="*/ 119340 h 171450"/>
                <a:gd name="connsiteX20" fmla="*/ 20306 w 152400"/>
                <a:gd name="connsiteY20" fmla="*/ 152677 h 171450"/>
                <a:gd name="connsiteX21" fmla="*/ 55167 w 152400"/>
                <a:gd name="connsiteY21" fmla="*/ 165155 h 171450"/>
                <a:gd name="connsiteX22" fmla="*/ 57168 w 152400"/>
                <a:gd name="connsiteY22" fmla="*/ 165155 h 171450"/>
                <a:gd name="connsiteX23" fmla="*/ 93553 w 152400"/>
                <a:gd name="connsiteY23" fmla="*/ 152582 h 171450"/>
                <a:gd name="connsiteX24" fmla="*/ 100602 w 152400"/>
                <a:gd name="connsiteY24" fmla="*/ 147248 h 171450"/>
                <a:gd name="connsiteX25" fmla="*/ 102698 w 152400"/>
                <a:gd name="connsiteY25" fmla="*/ 145628 h 171450"/>
                <a:gd name="connsiteX26" fmla="*/ 102698 w 152400"/>
                <a:gd name="connsiteY26" fmla="*/ 160773 h 171450"/>
                <a:gd name="connsiteX27" fmla="*/ 147846 w 152400"/>
                <a:gd name="connsiteY27" fmla="*/ 160773 h 171450"/>
                <a:gd name="connsiteX28" fmla="*/ 147846 w 152400"/>
                <a:gd name="connsiteY28" fmla="*/ 65333 h 171450"/>
                <a:gd name="connsiteX29" fmla="*/ 147275 w 152400"/>
                <a:gd name="connsiteY29" fmla="*/ 56951 h 171450"/>
                <a:gd name="connsiteX30" fmla="*/ 99745 w 152400"/>
                <a:gd name="connsiteY30" fmla="*/ 92574 h 171450"/>
                <a:gd name="connsiteX31" fmla="*/ 99745 w 152400"/>
                <a:gd name="connsiteY31" fmla="*/ 116196 h 171450"/>
                <a:gd name="connsiteX32" fmla="*/ 99745 w 152400"/>
                <a:gd name="connsiteY32" fmla="*/ 116673 h 171450"/>
                <a:gd name="connsiteX33" fmla="*/ 95459 w 152400"/>
                <a:gd name="connsiteY33" fmla="*/ 120292 h 171450"/>
                <a:gd name="connsiteX34" fmla="*/ 90505 w 152400"/>
                <a:gd name="connsiteY34" fmla="*/ 124007 h 171450"/>
                <a:gd name="connsiteX35" fmla="*/ 72408 w 152400"/>
                <a:gd name="connsiteY35" fmla="*/ 129722 h 171450"/>
                <a:gd name="connsiteX36" fmla="*/ 71551 w 152400"/>
                <a:gd name="connsiteY36" fmla="*/ 129722 h 171450"/>
                <a:gd name="connsiteX37" fmla="*/ 57571 w 152400"/>
                <a:gd name="connsiteY37" fmla="*/ 117469 h 171450"/>
                <a:gd name="connsiteX38" fmla="*/ 57549 w 152400"/>
                <a:gd name="connsiteY38" fmla="*/ 116197 h 171450"/>
                <a:gd name="connsiteX39" fmla="*/ 69169 w 152400"/>
                <a:gd name="connsiteY39" fmla="*/ 101337 h 171450"/>
                <a:gd name="connsiteX40" fmla="*/ 98507 w 152400"/>
                <a:gd name="connsiteY40" fmla="*/ 91241 h 171450"/>
                <a:gd name="connsiteX41" fmla="*/ 100221 w 152400"/>
                <a:gd name="connsiteY41" fmla="*/ 90669 h 171450"/>
                <a:gd name="connsiteX42" fmla="*/ 100221 w 152400"/>
                <a:gd name="connsiteY42" fmla="*/ 9257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52400" h="171450">
                  <a:moveTo>
                    <a:pt x="147370" y="56951"/>
                  </a:moveTo>
                  <a:cubicBezTo>
                    <a:pt x="146216" y="42661"/>
                    <a:pt x="139348" y="29440"/>
                    <a:pt x="128320" y="20279"/>
                  </a:cubicBezTo>
                  <a:cubicBezTo>
                    <a:pt x="114888" y="10966"/>
                    <a:pt x="98729" y="6407"/>
                    <a:pt x="82409" y="7326"/>
                  </a:cubicBezTo>
                  <a:lnTo>
                    <a:pt x="82409" y="7326"/>
                  </a:lnTo>
                  <a:cubicBezTo>
                    <a:pt x="66041" y="6247"/>
                    <a:pt x="49715" y="9988"/>
                    <a:pt x="35451" y="18089"/>
                  </a:cubicBezTo>
                  <a:cubicBezTo>
                    <a:pt x="24727" y="25481"/>
                    <a:pt x="17498" y="36944"/>
                    <a:pt x="15449" y="49807"/>
                  </a:cubicBezTo>
                  <a:lnTo>
                    <a:pt x="13925" y="56665"/>
                  </a:lnTo>
                  <a:lnTo>
                    <a:pt x="60597" y="56665"/>
                  </a:lnTo>
                  <a:lnTo>
                    <a:pt x="60597" y="55617"/>
                  </a:lnTo>
                  <a:cubicBezTo>
                    <a:pt x="61836" y="45996"/>
                    <a:pt x="70583" y="39160"/>
                    <a:pt x="80219" y="40282"/>
                  </a:cubicBezTo>
                  <a:lnTo>
                    <a:pt x="81552" y="40282"/>
                  </a:lnTo>
                  <a:cubicBezTo>
                    <a:pt x="82629" y="40184"/>
                    <a:pt x="83713" y="40184"/>
                    <a:pt x="84791" y="40282"/>
                  </a:cubicBezTo>
                  <a:lnTo>
                    <a:pt x="84791" y="40282"/>
                  </a:lnTo>
                  <a:cubicBezTo>
                    <a:pt x="88916" y="40718"/>
                    <a:pt x="92774" y="42530"/>
                    <a:pt x="95745" y="45426"/>
                  </a:cubicBezTo>
                  <a:cubicBezTo>
                    <a:pt x="98153" y="47968"/>
                    <a:pt x="99213" y="51502"/>
                    <a:pt x="98602" y="54951"/>
                  </a:cubicBezTo>
                  <a:cubicBezTo>
                    <a:pt x="97649" y="61713"/>
                    <a:pt x="93458" y="63237"/>
                    <a:pt x="72218" y="68190"/>
                  </a:cubicBezTo>
                  <a:lnTo>
                    <a:pt x="71170" y="68190"/>
                  </a:lnTo>
                  <a:lnTo>
                    <a:pt x="66121" y="69333"/>
                  </a:lnTo>
                  <a:cubicBezTo>
                    <a:pt x="62502" y="70000"/>
                    <a:pt x="58978" y="70857"/>
                    <a:pt x="55549" y="71715"/>
                  </a:cubicBezTo>
                  <a:cubicBezTo>
                    <a:pt x="19639" y="80573"/>
                    <a:pt x="6590" y="93622"/>
                    <a:pt x="7162" y="119340"/>
                  </a:cubicBezTo>
                  <a:cubicBezTo>
                    <a:pt x="6943" y="131757"/>
                    <a:pt x="11672" y="143751"/>
                    <a:pt x="20306" y="152677"/>
                  </a:cubicBezTo>
                  <a:cubicBezTo>
                    <a:pt x="29824" y="161276"/>
                    <a:pt x="42355" y="165761"/>
                    <a:pt x="55167" y="165155"/>
                  </a:cubicBezTo>
                  <a:lnTo>
                    <a:pt x="57168" y="165155"/>
                  </a:lnTo>
                  <a:cubicBezTo>
                    <a:pt x="70378" y="165251"/>
                    <a:pt x="83221" y="160813"/>
                    <a:pt x="93553" y="152582"/>
                  </a:cubicBezTo>
                  <a:lnTo>
                    <a:pt x="100602" y="147248"/>
                  </a:lnTo>
                  <a:lnTo>
                    <a:pt x="102698" y="145628"/>
                  </a:lnTo>
                  <a:lnTo>
                    <a:pt x="102698" y="160773"/>
                  </a:lnTo>
                  <a:lnTo>
                    <a:pt x="147846" y="160773"/>
                  </a:lnTo>
                  <a:lnTo>
                    <a:pt x="147846" y="65333"/>
                  </a:lnTo>
                  <a:cubicBezTo>
                    <a:pt x="147852" y="62529"/>
                    <a:pt x="147661" y="59728"/>
                    <a:pt x="147275" y="56951"/>
                  </a:cubicBezTo>
                  <a:close/>
                  <a:moveTo>
                    <a:pt x="99745" y="92574"/>
                  </a:moveTo>
                  <a:lnTo>
                    <a:pt x="99745" y="116196"/>
                  </a:lnTo>
                  <a:lnTo>
                    <a:pt x="99745" y="116673"/>
                  </a:lnTo>
                  <a:lnTo>
                    <a:pt x="95459" y="120292"/>
                  </a:lnTo>
                  <a:cubicBezTo>
                    <a:pt x="93926" y="121680"/>
                    <a:pt x="92268" y="122923"/>
                    <a:pt x="90505" y="124007"/>
                  </a:cubicBezTo>
                  <a:cubicBezTo>
                    <a:pt x="85089" y="127488"/>
                    <a:pt x="78842" y="129461"/>
                    <a:pt x="72408" y="129722"/>
                  </a:cubicBezTo>
                  <a:lnTo>
                    <a:pt x="71551" y="129722"/>
                  </a:lnTo>
                  <a:cubicBezTo>
                    <a:pt x="64307" y="130199"/>
                    <a:pt x="58048" y="124713"/>
                    <a:pt x="57571" y="117469"/>
                  </a:cubicBezTo>
                  <a:cubicBezTo>
                    <a:pt x="57543" y="117046"/>
                    <a:pt x="57535" y="116621"/>
                    <a:pt x="57549" y="116197"/>
                  </a:cubicBezTo>
                  <a:cubicBezTo>
                    <a:pt x="56978" y="108767"/>
                    <a:pt x="60407" y="104481"/>
                    <a:pt x="69169" y="101337"/>
                  </a:cubicBezTo>
                  <a:lnTo>
                    <a:pt x="98507" y="91241"/>
                  </a:lnTo>
                  <a:lnTo>
                    <a:pt x="100221" y="90669"/>
                  </a:lnTo>
                  <a:lnTo>
                    <a:pt x="100221" y="92574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396918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>
            <a:extLst>
              <a:ext uri="{FF2B5EF4-FFF2-40B4-BE49-F238E27FC236}">
                <a16:creationId xmlns:a16="http://schemas.microsoft.com/office/drawing/2014/main" id="{8552C11C-0AD0-4407-99C8-90897D70E8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F209BBB-A67C-4A41-BEF2-05CA082B4CE0}" type="slidenum">
              <a:rPr lang="en-US" altLang="x-none" noProof="0" smtClean="0"/>
              <a:pPr/>
              <a:t>‹#›</a:t>
            </a:fld>
            <a:endParaRPr lang="en-US" altLang="x-none" noProof="0" dirty="0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40089BC2-D3CD-49E9-BEE6-7402DEE30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x-none" noProof="0" dirty="0"/>
              <a:t>Presentation venue | Date | Speaker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DC58DF4-62CC-4AEF-9244-9A919D2ED7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subtitle</a:t>
            </a:r>
            <a:endParaRPr lang="en-US" noProof="0" dirty="0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E2A99E25-B5C9-438A-90C2-EA2B83CCDAB1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502785" y="437505"/>
            <a:ext cx="9144000" cy="338554"/>
          </a:xfrm>
        </p:spPr>
        <p:txBody>
          <a:bodyPr anchor="b"/>
          <a:lstStyle>
            <a:lvl1pPr marL="0" indent="0" algn="l">
              <a:buNone/>
              <a:defRPr sz="2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18454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773238"/>
            <a:ext cx="12192000" cy="5084762"/>
          </a:xfrm>
          <a:prstGeom prst="rect">
            <a:avLst/>
          </a:prstGeom>
          <a:solidFill>
            <a:srgbClr val="E8E8E8">
              <a:alpha val="8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noProof="0" dirty="0"/>
          </a:p>
        </p:txBody>
      </p:sp>
      <p:pic>
        <p:nvPicPr>
          <p:cNvPr id="9" name="Grid">
            <a:extLst>
              <a:ext uri="{FF2B5EF4-FFF2-40B4-BE49-F238E27FC236}">
                <a16:creationId xmlns:a16="http://schemas.microsoft.com/office/drawing/2014/main" id="{EC93758A-C3A9-4A6E-9EA5-B49EECD74885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144" y="5733900"/>
            <a:ext cx="12218400" cy="1186916"/>
          </a:xfrm>
          <a:prstGeom prst="rect">
            <a:avLst/>
          </a:prstGeom>
        </p:spPr>
      </p:pic>
      <p:sp>
        <p:nvSpPr>
          <p:cNvPr id="3" name="Slide Number">
            <a:extLst>
              <a:ext uri="{FF2B5EF4-FFF2-40B4-BE49-F238E27FC236}">
                <a16:creationId xmlns:a16="http://schemas.microsoft.com/office/drawing/2014/main" id="{8552C11C-0AD0-4407-99C8-90897D70E8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F209BBB-A67C-4A41-BEF2-05CA082B4CE0}" type="slidenum">
              <a:rPr lang="en-US" altLang="x-none" noProof="0" smtClean="0"/>
              <a:pPr/>
              <a:t>‹#›</a:t>
            </a:fld>
            <a:endParaRPr lang="en-US" altLang="x-none" noProof="0" dirty="0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40089BC2-D3CD-49E9-BEE6-7402DEE30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x-none" noProof="0" dirty="0"/>
              <a:t>Presentation venue | Date | Speaker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E2A99E25-B5C9-438A-90C2-EA2B83CCDAB1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502785" y="437505"/>
            <a:ext cx="9144000" cy="338554"/>
          </a:xfrm>
        </p:spPr>
        <p:txBody>
          <a:bodyPr anchor="b"/>
          <a:lstStyle>
            <a:lvl1pPr marL="0" indent="0" algn="l">
              <a:buNone/>
              <a:defRPr sz="2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title</a:t>
            </a:r>
          </a:p>
        </p:txBody>
      </p:sp>
      <p:cxnSp>
        <p:nvCxnSpPr>
          <p:cNvPr id="10" name="Line">
            <a:extLst>
              <a:ext uri="{FF2B5EF4-FFF2-40B4-BE49-F238E27FC236}">
                <a16:creationId xmlns:a16="http://schemas.microsoft.com/office/drawing/2014/main" id="{4AF86A12-8FF0-4CB7-8892-64C2BF9B7BA9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03238" y="1358186"/>
            <a:ext cx="547200" cy="0"/>
          </a:xfrm>
          <a:prstGeom prst="line">
            <a:avLst/>
          </a:prstGeom>
          <a:solidFill>
            <a:srgbClr val="B8C400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0" name="Logo_Color">
            <a:extLst>
              <a:ext uri="{FF2B5EF4-FFF2-40B4-BE49-F238E27FC236}">
                <a16:creationId xmlns:a16="http://schemas.microsoft.com/office/drawing/2014/main" id="{CFD01046-A088-495F-9739-E5E26FD46FC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087820" y="495720"/>
            <a:ext cx="1612800" cy="229651"/>
            <a:chOff x="1030968" y="702286"/>
            <a:chExt cx="1211122" cy="172455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9DF1C70-FE52-405C-9BC2-79BF49CAF1B0}"/>
                </a:ext>
              </a:extLst>
            </p:cNvPr>
            <p:cNvSpPr/>
            <p:nvPr/>
          </p:nvSpPr>
          <p:spPr>
            <a:xfrm>
              <a:off x="1344835" y="707326"/>
              <a:ext cx="104775" cy="161925"/>
            </a:xfrm>
            <a:custGeom>
              <a:avLst/>
              <a:gdLst>
                <a:gd name="connsiteX0" fmla="*/ 7144 w 104775"/>
                <a:gd name="connsiteY0" fmla="*/ 44672 h 161925"/>
                <a:gd name="connsiteX1" fmla="*/ 7144 w 104775"/>
                <a:gd name="connsiteY1" fmla="*/ 44672 h 161925"/>
                <a:gd name="connsiteX2" fmla="*/ 7144 w 104775"/>
                <a:gd name="connsiteY2" fmla="*/ 88011 h 161925"/>
                <a:gd name="connsiteX3" fmla="*/ 72580 w 104775"/>
                <a:gd name="connsiteY3" fmla="*/ 158401 h 161925"/>
                <a:gd name="connsiteX4" fmla="*/ 98013 w 104775"/>
                <a:gd name="connsiteY4" fmla="*/ 158401 h 161925"/>
                <a:gd name="connsiteX5" fmla="*/ 98013 w 104775"/>
                <a:gd name="connsiteY5" fmla="*/ 121063 h 161925"/>
                <a:gd name="connsiteX6" fmla="*/ 72580 w 104775"/>
                <a:gd name="connsiteY6" fmla="*/ 121063 h 161925"/>
                <a:gd name="connsiteX7" fmla="*/ 42672 w 104775"/>
                <a:gd name="connsiteY7" fmla="*/ 88011 h 161925"/>
                <a:gd name="connsiteX8" fmla="*/ 42672 w 104775"/>
                <a:gd name="connsiteY8" fmla="*/ 44672 h 161925"/>
                <a:gd name="connsiteX9" fmla="*/ 98774 w 104775"/>
                <a:gd name="connsiteY9" fmla="*/ 44672 h 161925"/>
                <a:gd name="connsiteX10" fmla="*/ 98774 w 104775"/>
                <a:gd name="connsiteY10" fmla="*/ 7144 h 161925"/>
                <a:gd name="connsiteX11" fmla="*/ 7144 w 104775"/>
                <a:gd name="connsiteY11" fmla="*/ 7144 h 161925"/>
                <a:gd name="connsiteX12" fmla="*/ 7144 w 104775"/>
                <a:gd name="connsiteY12" fmla="*/ 44672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775" h="161925">
                  <a:moveTo>
                    <a:pt x="7144" y="44672"/>
                  </a:moveTo>
                  <a:lnTo>
                    <a:pt x="7144" y="44672"/>
                  </a:lnTo>
                  <a:lnTo>
                    <a:pt x="7144" y="88011"/>
                  </a:lnTo>
                  <a:cubicBezTo>
                    <a:pt x="7144" y="129445"/>
                    <a:pt x="34004" y="158401"/>
                    <a:pt x="72580" y="158401"/>
                  </a:cubicBezTo>
                  <a:lnTo>
                    <a:pt x="98013" y="158401"/>
                  </a:lnTo>
                  <a:lnTo>
                    <a:pt x="98013" y="121063"/>
                  </a:lnTo>
                  <a:lnTo>
                    <a:pt x="72580" y="121063"/>
                  </a:lnTo>
                  <a:cubicBezTo>
                    <a:pt x="53530" y="121063"/>
                    <a:pt x="42672" y="108966"/>
                    <a:pt x="42672" y="88011"/>
                  </a:cubicBezTo>
                  <a:lnTo>
                    <a:pt x="42672" y="44672"/>
                  </a:lnTo>
                  <a:lnTo>
                    <a:pt x="98774" y="44672"/>
                  </a:lnTo>
                  <a:lnTo>
                    <a:pt x="98774" y="7144"/>
                  </a:lnTo>
                  <a:lnTo>
                    <a:pt x="7144" y="7144"/>
                  </a:lnTo>
                  <a:lnTo>
                    <a:pt x="7144" y="44672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8410B21-E578-4970-8241-9B63EE0AEB9C}"/>
                </a:ext>
              </a:extLst>
            </p:cNvPr>
            <p:cNvSpPr/>
            <p:nvPr/>
          </p:nvSpPr>
          <p:spPr>
            <a:xfrm>
              <a:off x="1429987" y="702401"/>
              <a:ext cx="171450" cy="171450"/>
            </a:xfrm>
            <a:custGeom>
              <a:avLst/>
              <a:gdLst>
                <a:gd name="connsiteX0" fmla="*/ 89822 w 171450"/>
                <a:gd name="connsiteY0" fmla="*/ 7211 h 171450"/>
                <a:gd name="connsiteX1" fmla="*/ 7211 w 171450"/>
                <a:gd name="connsiteY1" fmla="*/ 83345 h 171450"/>
                <a:gd name="connsiteX2" fmla="*/ 83345 w 171450"/>
                <a:gd name="connsiteY2" fmla="*/ 165956 h 171450"/>
                <a:gd name="connsiteX3" fmla="*/ 165956 w 171450"/>
                <a:gd name="connsiteY3" fmla="*/ 89822 h 171450"/>
                <a:gd name="connsiteX4" fmla="*/ 166022 w 171450"/>
                <a:gd name="connsiteY4" fmla="*/ 86554 h 171450"/>
                <a:gd name="connsiteX5" fmla="*/ 89950 w 171450"/>
                <a:gd name="connsiteY5" fmla="*/ 7213 h 171450"/>
                <a:gd name="connsiteX6" fmla="*/ 89822 w 171450"/>
                <a:gd name="connsiteY6" fmla="*/ 7211 h 171450"/>
                <a:gd name="connsiteX7" fmla="*/ 89822 w 171450"/>
                <a:gd name="connsiteY7" fmla="*/ 133417 h 171450"/>
                <a:gd name="connsiteX8" fmla="*/ 40189 w 171450"/>
                <a:gd name="connsiteY8" fmla="*/ 89499 h 171450"/>
                <a:gd name="connsiteX9" fmla="*/ 84108 w 171450"/>
                <a:gd name="connsiteY9" fmla="*/ 39866 h 171450"/>
                <a:gd name="connsiteX10" fmla="*/ 133741 w 171450"/>
                <a:gd name="connsiteY10" fmla="*/ 83784 h 171450"/>
                <a:gd name="connsiteX11" fmla="*/ 133828 w 171450"/>
                <a:gd name="connsiteY11" fmla="*/ 86554 h 171450"/>
                <a:gd name="connsiteX12" fmla="*/ 89822 w 171450"/>
                <a:gd name="connsiteY12" fmla="*/ 133417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1450" h="171450">
                  <a:moveTo>
                    <a:pt x="89822" y="7211"/>
                  </a:moveTo>
                  <a:cubicBezTo>
                    <a:pt x="45986" y="5422"/>
                    <a:pt x="9000" y="39509"/>
                    <a:pt x="7211" y="83345"/>
                  </a:cubicBezTo>
                  <a:cubicBezTo>
                    <a:pt x="5422" y="127181"/>
                    <a:pt x="39509" y="164167"/>
                    <a:pt x="83345" y="165956"/>
                  </a:cubicBezTo>
                  <a:cubicBezTo>
                    <a:pt x="127181" y="167745"/>
                    <a:pt x="164167" y="133658"/>
                    <a:pt x="165956" y="89822"/>
                  </a:cubicBezTo>
                  <a:cubicBezTo>
                    <a:pt x="166000" y="88733"/>
                    <a:pt x="166022" y="87644"/>
                    <a:pt x="166022" y="86554"/>
                  </a:cubicBezTo>
                  <a:cubicBezTo>
                    <a:pt x="166925" y="43638"/>
                    <a:pt x="132866" y="8116"/>
                    <a:pt x="89950" y="7213"/>
                  </a:cubicBezTo>
                  <a:cubicBezTo>
                    <a:pt x="89907" y="7212"/>
                    <a:pt x="89865" y="7212"/>
                    <a:pt x="89822" y="7211"/>
                  </a:cubicBezTo>
                  <a:close/>
                  <a:moveTo>
                    <a:pt x="89822" y="133417"/>
                  </a:moveTo>
                  <a:cubicBezTo>
                    <a:pt x="63989" y="134995"/>
                    <a:pt x="41767" y="115332"/>
                    <a:pt x="40189" y="89499"/>
                  </a:cubicBezTo>
                  <a:cubicBezTo>
                    <a:pt x="38611" y="63665"/>
                    <a:pt x="58274" y="41444"/>
                    <a:pt x="84108" y="39866"/>
                  </a:cubicBezTo>
                  <a:cubicBezTo>
                    <a:pt x="109941" y="38288"/>
                    <a:pt x="132163" y="57951"/>
                    <a:pt x="133741" y="83784"/>
                  </a:cubicBezTo>
                  <a:cubicBezTo>
                    <a:pt x="133797" y="84706"/>
                    <a:pt x="133826" y="85630"/>
                    <a:pt x="133828" y="86554"/>
                  </a:cubicBezTo>
                  <a:cubicBezTo>
                    <a:pt x="134524" y="111611"/>
                    <a:pt x="114874" y="132537"/>
                    <a:pt x="89822" y="133417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F3678DD-6EC7-46B7-8620-A5035D8F4A5B}"/>
                </a:ext>
              </a:extLst>
            </p:cNvPr>
            <p:cNvSpPr/>
            <p:nvPr/>
          </p:nvSpPr>
          <p:spPr>
            <a:xfrm>
              <a:off x="1902620" y="707040"/>
              <a:ext cx="123825" cy="161925"/>
            </a:xfrm>
            <a:custGeom>
              <a:avLst/>
              <a:gdLst>
                <a:gd name="connsiteX0" fmla="*/ 110013 w 123825"/>
                <a:gd name="connsiteY0" fmla="*/ 96679 h 161925"/>
                <a:gd name="connsiteX1" fmla="*/ 65436 w 123825"/>
                <a:gd name="connsiteY1" fmla="*/ 147161 h 161925"/>
                <a:gd name="connsiteX2" fmla="*/ 20954 w 123825"/>
                <a:gd name="connsiteY2" fmla="*/ 96679 h 161925"/>
                <a:gd name="connsiteX3" fmla="*/ 20954 w 123825"/>
                <a:gd name="connsiteY3" fmla="*/ 7144 h 161925"/>
                <a:gd name="connsiteX4" fmla="*/ 7238 w 123825"/>
                <a:gd name="connsiteY4" fmla="*/ 7144 h 161925"/>
                <a:gd name="connsiteX5" fmla="*/ 7238 w 123825"/>
                <a:gd name="connsiteY5" fmla="*/ 96679 h 161925"/>
                <a:gd name="connsiteX6" fmla="*/ 26288 w 123825"/>
                <a:gd name="connsiteY6" fmla="*/ 146018 h 161925"/>
                <a:gd name="connsiteX7" fmla="*/ 103536 w 123825"/>
                <a:gd name="connsiteY7" fmla="*/ 146018 h 161925"/>
                <a:gd name="connsiteX8" fmla="*/ 123062 w 123825"/>
                <a:gd name="connsiteY8" fmla="*/ 96679 h 161925"/>
                <a:gd name="connsiteX9" fmla="*/ 123063 w 123825"/>
                <a:gd name="connsiteY9" fmla="*/ 7144 h 161925"/>
                <a:gd name="connsiteX10" fmla="*/ 109346 w 123825"/>
                <a:gd name="connsiteY10" fmla="*/ 7144 h 161925"/>
                <a:gd name="connsiteX11" fmla="*/ 109346 w 123825"/>
                <a:gd name="connsiteY11" fmla="*/ 9667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25" h="161925">
                  <a:moveTo>
                    <a:pt x="110013" y="96679"/>
                  </a:moveTo>
                  <a:cubicBezTo>
                    <a:pt x="110013" y="133731"/>
                    <a:pt x="83343" y="147161"/>
                    <a:pt x="65436" y="147161"/>
                  </a:cubicBezTo>
                  <a:cubicBezTo>
                    <a:pt x="47529" y="147161"/>
                    <a:pt x="20954" y="133731"/>
                    <a:pt x="20954" y="96679"/>
                  </a:cubicBezTo>
                  <a:lnTo>
                    <a:pt x="20954" y="7144"/>
                  </a:lnTo>
                  <a:lnTo>
                    <a:pt x="7238" y="7144"/>
                  </a:lnTo>
                  <a:lnTo>
                    <a:pt x="7238" y="96679"/>
                  </a:lnTo>
                  <a:cubicBezTo>
                    <a:pt x="6241" y="115092"/>
                    <a:pt x="13176" y="133052"/>
                    <a:pt x="26288" y="146018"/>
                  </a:cubicBezTo>
                  <a:cubicBezTo>
                    <a:pt x="47937" y="166568"/>
                    <a:pt x="81887" y="166568"/>
                    <a:pt x="103536" y="146018"/>
                  </a:cubicBezTo>
                  <a:cubicBezTo>
                    <a:pt x="116782" y="133108"/>
                    <a:pt x="123886" y="115157"/>
                    <a:pt x="123062" y="96679"/>
                  </a:cubicBezTo>
                  <a:lnTo>
                    <a:pt x="123063" y="7144"/>
                  </a:lnTo>
                  <a:lnTo>
                    <a:pt x="109346" y="7144"/>
                  </a:lnTo>
                  <a:lnTo>
                    <a:pt x="109346" y="9667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F671508-D246-47A5-9FE4-41719225F78B}"/>
                </a:ext>
              </a:extLst>
            </p:cNvPr>
            <p:cNvSpPr/>
            <p:nvPr/>
          </p:nvSpPr>
          <p:spPr>
            <a:xfrm>
              <a:off x="1182931" y="707040"/>
              <a:ext cx="161925" cy="161925"/>
            </a:xfrm>
            <a:custGeom>
              <a:avLst/>
              <a:gdLst>
                <a:gd name="connsiteX0" fmla="*/ 116279 w 161925"/>
                <a:gd name="connsiteY0" fmla="*/ 77819 h 161925"/>
                <a:gd name="connsiteX1" fmla="*/ 81989 w 161925"/>
                <a:gd name="connsiteY1" fmla="*/ 117824 h 161925"/>
                <a:gd name="connsiteX2" fmla="*/ 47603 w 161925"/>
                <a:gd name="connsiteY2" fmla="*/ 77819 h 161925"/>
                <a:gd name="connsiteX3" fmla="*/ 47603 w 161925"/>
                <a:gd name="connsiteY3" fmla="*/ 7144 h 161925"/>
                <a:gd name="connsiteX4" fmla="*/ 7217 w 161925"/>
                <a:gd name="connsiteY4" fmla="*/ 7144 h 161925"/>
                <a:gd name="connsiteX5" fmla="*/ 7217 w 161925"/>
                <a:gd name="connsiteY5" fmla="*/ 77819 h 161925"/>
                <a:gd name="connsiteX6" fmla="*/ 32268 w 161925"/>
                <a:gd name="connsiteY6" fmla="*/ 140493 h 161925"/>
                <a:gd name="connsiteX7" fmla="*/ 131329 w 161925"/>
                <a:gd name="connsiteY7" fmla="*/ 140493 h 161925"/>
                <a:gd name="connsiteX8" fmla="*/ 156379 w 161925"/>
                <a:gd name="connsiteY8" fmla="*/ 77914 h 161925"/>
                <a:gd name="connsiteX9" fmla="*/ 156379 w 161925"/>
                <a:gd name="connsiteY9" fmla="*/ 7144 h 161925"/>
                <a:gd name="connsiteX10" fmla="*/ 115993 w 161925"/>
                <a:gd name="connsiteY10" fmla="*/ 7144 h 161925"/>
                <a:gd name="connsiteX11" fmla="*/ 115993 w 161925"/>
                <a:gd name="connsiteY11" fmla="*/ 7781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161925">
                  <a:moveTo>
                    <a:pt x="116279" y="77819"/>
                  </a:moveTo>
                  <a:cubicBezTo>
                    <a:pt x="116279" y="109442"/>
                    <a:pt x="93895" y="117824"/>
                    <a:pt x="81989" y="117824"/>
                  </a:cubicBezTo>
                  <a:cubicBezTo>
                    <a:pt x="70082" y="117824"/>
                    <a:pt x="47603" y="109442"/>
                    <a:pt x="47603" y="77819"/>
                  </a:cubicBezTo>
                  <a:lnTo>
                    <a:pt x="47603" y="7144"/>
                  </a:lnTo>
                  <a:lnTo>
                    <a:pt x="7217" y="7144"/>
                  </a:lnTo>
                  <a:lnTo>
                    <a:pt x="7217" y="77819"/>
                  </a:lnTo>
                  <a:cubicBezTo>
                    <a:pt x="6222" y="101331"/>
                    <a:pt x="15341" y="124145"/>
                    <a:pt x="32268" y="140493"/>
                  </a:cubicBezTo>
                  <a:cubicBezTo>
                    <a:pt x="60063" y="166765"/>
                    <a:pt x="103534" y="166765"/>
                    <a:pt x="131329" y="140493"/>
                  </a:cubicBezTo>
                  <a:cubicBezTo>
                    <a:pt x="148241" y="124174"/>
                    <a:pt x="157359" y="101396"/>
                    <a:pt x="156379" y="77914"/>
                  </a:cubicBezTo>
                  <a:lnTo>
                    <a:pt x="156379" y="7144"/>
                  </a:lnTo>
                  <a:lnTo>
                    <a:pt x="115993" y="7144"/>
                  </a:lnTo>
                  <a:lnTo>
                    <a:pt x="115993" y="7781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1E570CD-CB25-4199-B12B-7E0EAF025115}"/>
                </a:ext>
              </a:extLst>
            </p:cNvPr>
            <p:cNvSpPr/>
            <p:nvPr/>
          </p:nvSpPr>
          <p:spPr>
            <a:xfrm>
              <a:off x="1596891" y="702962"/>
              <a:ext cx="142875" cy="161925"/>
            </a:xfrm>
            <a:custGeom>
              <a:avLst/>
              <a:gdLst>
                <a:gd name="connsiteX0" fmla="*/ 117799 w 142875"/>
                <a:gd name="connsiteY0" fmla="*/ 24653 h 161925"/>
                <a:gd name="connsiteX1" fmla="*/ 29598 w 142875"/>
                <a:gd name="connsiteY1" fmla="*/ 24653 h 161925"/>
                <a:gd name="connsiteX2" fmla="*/ 7214 w 142875"/>
                <a:gd name="connsiteY2" fmla="*/ 80850 h 161925"/>
                <a:gd name="connsiteX3" fmla="*/ 7214 w 142875"/>
                <a:gd name="connsiteY3" fmla="*/ 160860 h 161925"/>
                <a:gd name="connsiteX4" fmla="*/ 31884 w 142875"/>
                <a:gd name="connsiteY4" fmla="*/ 160860 h 161925"/>
                <a:gd name="connsiteX5" fmla="*/ 31884 w 142875"/>
                <a:gd name="connsiteY5" fmla="*/ 80850 h 161925"/>
                <a:gd name="connsiteX6" fmla="*/ 73794 w 142875"/>
                <a:gd name="connsiteY6" fmla="*/ 33225 h 161925"/>
                <a:gd name="connsiteX7" fmla="*/ 115704 w 142875"/>
                <a:gd name="connsiteY7" fmla="*/ 80850 h 161925"/>
                <a:gd name="connsiteX8" fmla="*/ 115704 w 142875"/>
                <a:gd name="connsiteY8" fmla="*/ 160860 h 161925"/>
                <a:gd name="connsiteX9" fmla="*/ 140469 w 142875"/>
                <a:gd name="connsiteY9" fmla="*/ 160860 h 161925"/>
                <a:gd name="connsiteX10" fmla="*/ 140469 w 142875"/>
                <a:gd name="connsiteY10" fmla="*/ 80850 h 161925"/>
                <a:gd name="connsiteX11" fmla="*/ 118180 w 142875"/>
                <a:gd name="connsiteY11" fmla="*/ 24653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2875" h="161925">
                  <a:moveTo>
                    <a:pt x="117799" y="24653"/>
                  </a:moveTo>
                  <a:cubicBezTo>
                    <a:pt x="93033" y="1307"/>
                    <a:pt x="54364" y="1307"/>
                    <a:pt x="29598" y="24653"/>
                  </a:cubicBezTo>
                  <a:cubicBezTo>
                    <a:pt x="14441" y="39321"/>
                    <a:pt x="6293" y="59778"/>
                    <a:pt x="7214" y="80850"/>
                  </a:cubicBezTo>
                  <a:lnTo>
                    <a:pt x="7214" y="160860"/>
                  </a:lnTo>
                  <a:lnTo>
                    <a:pt x="31884" y="160860"/>
                  </a:lnTo>
                  <a:lnTo>
                    <a:pt x="31884" y="80850"/>
                  </a:lnTo>
                  <a:cubicBezTo>
                    <a:pt x="31884" y="42750"/>
                    <a:pt x="59220" y="33225"/>
                    <a:pt x="73794" y="33225"/>
                  </a:cubicBezTo>
                  <a:cubicBezTo>
                    <a:pt x="88367" y="33225"/>
                    <a:pt x="115704" y="43226"/>
                    <a:pt x="115704" y="80850"/>
                  </a:cubicBezTo>
                  <a:lnTo>
                    <a:pt x="115704" y="160860"/>
                  </a:lnTo>
                  <a:lnTo>
                    <a:pt x="140469" y="160860"/>
                  </a:lnTo>
                  <a:lnTo>
                    <a:pt x="140469" y="80850"/>
                  </a:lnTo>
                  <a:cubicBezTo>
                    <a:pt x="141366" y="59801"/>
                    <a:pt x="133261" y="39365"/>
                    <a:pt x="118180" y="24653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0683589-CBE0-4248-A75D-F24189E93922}"/>
                </a:ext>
              </a:extLst>
            </p:cNvPr>
            <p:cNvSpPr/>
            <p:nvPr/>
          </p:nvSpPr>
          <p:spPr>
            <a:xfrm>
              <a:off x="2032540" y="703230"/>
              <a:ext cx="209550" cy="161925"/>
            </a:xfrm>
            <a:custGeom>
              <a:avLst/>
              <a:gdLst>
                <a:gd name="connsiteX0" fmla="*/ 157163 w 209550"/>
                <a:gd name="connsiteY0" fmla="*/ 7144 h 161925"/>
                <a:gd name="connsiteX1" fmla="*/ 108680 w 209550"/>
                <a:gd name="connsiteY1" fmla="*/ 40481 h 161925"/>
                <a:gd name="connsiteX2" fmla="*/ 60197 w 209550"/>
                <a:gd name="connsiteY2" fmla="*/ 7144 h 161925"/>
                <a:gd name="connsiteX3" fmla="*/ 7144 w 209550"/>
                <a:gd name="connsiteY3" fmla="*/ 66389 h 161925"/>
                <a:gd name="connsiteX4" fmla="*/ 7144 w 209550"/>
                <a:gd name="connsiteY4" fmla="*/ 160687 h 161925"/>
                <a:gd name="connsiteX5" fmla="*/ 16669 w 209550"/>
                <a:gd name="connsiteY5" fmla="*/ 160687 h 161925"/>
                <a:gd name="connsiteX6" fmla="*/ 16669 w 209550"/>
                <a:gd name="connsiteY6" fmla="*/ 66389 h 161925"/>
                <a:gd name="connsiteX7" fmla="*/ 60579 w 209550"/>
                <a:gd name="connsiteY7" fmla="*/ 16764 h 161925"/>
                <a:gd name="connsiteX8" fmla="*/ 104489 w 209550"/>
                <a:gd name="connsiteY8" fmla="*/ 66104 h 161925"/>
                <a:gd name="connsiteX9" fmla="*/ 104489 w 209550"/>
                <a:gd name="connsiteY9" fmla="*/ 160687 h 161925"/>
                <a:gd name="connsiteX10" fmla="*/ 114014 w 209550"/>
                <a:gd name="connsiteY10" fmla="*/ 160687 h 161925"/>
                <a:gd name="connsiteX11" fmla="*/ 114014 w 209550"/>
                <a:gd name="connsiteY11" fmla="*/ 66104 h 161925"/>
                <a:gd name="connsiteX12" fmla="*/ 157925 w 209550"/>
                <a:gd name="connsiteY12" fmla="*/ 16764 h 161925"/>
                <a:gd name="connsiteX13" fmla="*/ 201835 w 209550"/>
                <a:gd name="connsiteY13" fmla="*/ 66389 h 161925"/>
                <a:gd name="connsiteX14" fmla="*/ 201835 w 209550"/>
                <a:gd name="connsiteY14" fmla="*/ 160687 h 161925"/>
                <a:gd name="connsiteX15" fmla="*/ 211360 w 209550"/>
                <a:gd name="connsiteY15" fmla="*/ 160687 h 161925"/>
                <a:gd name="connsiteX16" fmla="*/ 211360 w 209550"/>
                <a:gd name="connsiteY16" fmla="*/ 66389 h 161925"/>
                <a:gd name="connsiteX17" fmla="*/ 158210 w 209550"/>
                <a:gd name="connsiteY17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9550" h="161925">
                  <a:moveTo>
                    <a:pt x="157163" y="7144"/>
                  </a:moveTo>
                  <a:cubicBezTo>
                    <a:pt x="135739" y="7405"/>
                    <a:pt x="116592" y="20571"/>
                    <a:pt x="108680" y="40481"/>
                  </a:cubicBezTo>
                  <a:cubicBezTo>
                    <a:pt x="100789" y="20554"/>
                    <a:pt x="81629" y="7379"/>
                    <a:pt x="60197" y="7144"/>
                  </a:cubicBezTo>
                  <a:cubicBezTo>
                    <a:pt x="38862" y="7144"/>
                    <a:pt x="7144" y="22955"/>
                    <a:pt x="7144" y="66389"/>
                  </a:cubicBezTo>
                  <a:lnTo>
                    <a:pt x="7144" y="160687"/>
                  </a:lnTo>
                  <a:lnTo>
                    <a:pt x="16669" y="160687"/>
                  </a:lnTo>
                  <a:lnTo>
                    <a:pt x="16669" y="66389"/>
                  </a:lnTo>
                  <a:cubicBezTo>
                    <a:pt x="16669" y="30004"/>
                    <a:pt x="42958" y="16764"/>
                    <a:pt x="60579" y="16764"/>
                  </a:cubicBezTo>
                  <a:cubicBezTo>
                    <a:pt x="78200" y="16764"/>
                    <a:pt x="104299" y="30004"/>
                    <a:pt x="104489" y="66104"/>
                  </a:cubicBezTo>
                  <a:lnTo>
                    <a:pt x="104489" y="160687"/>
                  </a:lnTo>
                  <a:lnTo>
                    <a:pt x="114014" y="160687"/>
                  </a:lnTo>
                  <a:lnTo>
                    <a:pt x="114014" y="66104"/>
                  </a:lnTo>
                  <a:cubicBezTo>
                    <a:pt x="114014" y="30004"/>
                    <a:pt x="140303" y="16764"/>
                    <a:pt x="157925" y="16764"/>
                  </a:cubicBezTo>
                  <a:cubicBezTo>
                    <a:pt x="175546" y="16764"/>
                    <a:pt x="201835" y="30004"/>
                    <a:pt x="201835" y="66389"/>
                  </a:cubicBezTo>
                  <a:lnTo>
                    <a:pt x="201835" y="160687"/>
                  </a:lnTo>
                  <a:lnTo>
                    <a:pt x="211360" y="160687"/>
                  </a:lnTo>
                  <a:lnTo>
                    <a:pt x="211360" y="66389"/>
                  </a:lnTo>
                  <a:cubicBezTo>
                    <a:pt x="211360" y="22955"/>
                    <a:pt x="179546" y="7144"/>
                    <a:pt x="158210" y="7144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B8CCF97-3CC5-4999-810D-63361F627BCE}"/>
                </a:ext>
              </a:extLst>
            </p:cNvPr>
            <p:cNvSpPr/>
            <p:nvPr/>
          </p:nvSpPr>
          <p:spPr>
            <a:xfrm>
              <a:off x="1739805" y="703291"/>
              <a:ext cx="161925" cy="171450"/>
            </a:xfrm>
            <a:custGeom>
              <a:avLst/>
              <a:gdLst>
                <a:gd name="connsiteX0" fmla="*/ 98139 w 161925"/>
                <a:gd name="connsiteY0" fmla="*/ 8512 h 171450"/>
                <a:gd name="connsiteX1" fmla="*/ 8993 w 161925"/>
                <a:gd name="connsiteY1" fmla="*/ 69058 h 171450"/>
                <a:gd name="connsiteX2" fmla="*/ 8794 w 161925"/>
                <a:gd name="connsiteY2" fmla="*/ 70138 h 171450"/>
                <a:gd name="connsiteX3" fmla="*/ 68040 w 161925"/>
                <a:gd name="connsiteY3" fmla="*/ 163674 h 171450"/>
                <a:gd name="connsiteX4" fmla="*/ 153765 w 161925"/>
                <a:gd name="connsiteY4" fmla="*/ 113763 h 171450"/>
                <a:gd name="connsiteX5" fmla="*/ 132619 w 161925"/>
                <a:gd name="connsiteY5" fmla="*/ 113763 h 171450"/>
                <a:gd name="connsiteX6" fmla="*/ 71469 w 161925"/>
                <a:gd name="connsiteY6" fmla="*/ 144719 h 171450"/>
                <a:gd name="connsiteX7" fmla="*/ 27273 w 161925"/>
                <a:gd name="connsiteY7" fmla="*/ 94522 h 171450"/>
                <a:gd name="connsiteX8" fmla="*/ 158051 w 161925"/>
                <a:gd name="connsiteY8" fmla="*/ 94522 h 171450"/>
                <a:gd name="connsiteX9" fmla="*/ 97948 w 161925"/>
                <a:gd name="connsiteY9" fmla="*/ 8797 h 171450"/>
                <a:gd name="connsiteX10" fmla="*/ 27844 w 161925"/>
                <a:gd name="connsiteY10" fmla="*/ 75187 h 171450"/>
                <a:gd name="connsiteX11" fmla="*/ 27844 w 161925"/>
                <a:gd name="connsiteY11" fmla="*/ 73853 h 171450"/>
                <a:gd name="connsiteX12" fmla="*/ 92243 w 161925"/>
                <a:gd name="connsiteY12" fmla="*/ 26593 h 171450"/>
                <a:gd name="connsiteX13" fmla="*/ 94519 w 161925"/>
                <a:gd name="connsiteY13" fmla="*/ 26990 h 171450"/>
                <a:gd name="connsiteX14" fmla="*/ 138525 w 161925"/>
                <a:gd name="connsiteY14" fmla="*/ 7461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1925" h="171450">
                  <a:moveTo>
                    <a:pt x="98139" y="8512"/>
                  </a:moveTo>
                  <a:cubicBezTo>
                    <a:pt x="56802" y="614"/>
                    <a:pt x="16890" y="27721"/>
                    <a:pt x="8993" y="69058"/>
                  </a:cubicBezTo>
                  <a:cubicBezTo>
                    <a:pt x="8924" y="69417"/>
                    <a:pt x="8858" y="69778"/>
                    <a:pt x="8794" y="70138"/>
                  </a:cubicBezTo>
                  <a:cubicBezTo>
                    <a:pt x="142" y="112182"/>
                    <a:pt x="26331" y="153529"/>
                    <a:pt x="68040" y="163674"/>
                  </a:cubicBezTo>
                  <a:cubicBezTo>
                    <a:pt x="105095" y="170936"/>
                    <a:pt x="141787" y="149574"/>
                    <a:pt x="153765" y="113763"/>
                  </a:cubicBezTo>
                  <a:lnTo>
                    <a:pt x="132619" y="113763"/>
                  </a:lnTo>
                  <a:cubicBezTo>
                    <a:pt x="121847" y="136981"/>
                    <a:pt x="96558" y="149783"/>
                    <a:pt x="71469" y="144719"/>
                  </a:cubicBezTo>
                  <a:cubicBezTo>
                    <a:pt x="47541" y="139122"/>
                    <a:pt x="29795" y="118966"/>
                    <a:pt x="27273" y="94522"/>
                  </a:cubicBezTo>
                  <a:lnTo>
                    <a:pt x="158051" y="94522"/>
                  </a:lnTo>
                  <a:cubicBezTo>
                    <a:pt x="162387" y="54908"/>
                    <a:pt x="136667" y="18224"/>
                    <a:pt x="97948" y="8797"/>
                  </a:cubicBezTo>
                  <a:close/>
                  <a:moveTo>
                    <a:pt x="27844" y="75187"/>
                  </a:moveTo>
                  <a:lnTo>
                    <a:pt x="27844" y="73853"/>
                  </a:lnTo>
                  <a:cubicBezTo>
                    <a:pt x="32577" y="43019"/>
                    <a:pt x="61409" y="21860"/>
                    <a:pt x="92243" y="26593"/>
                  </a:cubicBezTo>
                  <a:cubicBezTo>
                    <a:pt x="93004" y="26710"/>
                    <a:pt x="93763" y="26842"/>
                    <a:pt x="94519" y="26990"/>
                  </a:cubicBezTo>
                  <a:cubicBezTo>
                    <a:pt x="117646" y="32201"/>
                    <a:pt x="135153" y="51149"/>
                    <a:pt x="138525" y="74615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25B8268-BC28-4317-935D-8BFF0100DB26}"/>
                </a:ext>
              </a:extLst>
            </p:cNvPr>
            <p:cNvSpPr/>
            <p:nvPr/>
          </p:nvSpPr>
          <p:spPr>
            <a:xfrm>
              <a:off x="1030968" y="702286"/>
              <a:ext cx="152400" cy="171450"/>
            </a:xfrm>
            <a:custGeom>
              <a:avLst/>
              <a:gdLst>
                <a:gd name="connsiteX0" fmla="*/ 147370 w 152400"/>
                <a:gd name="connsiteY0" fmla="*/ 56951 h 171450"/>
                <a:gd name="connsiteX1" fmla="*/ 128320 w 152400"/>
                <a:gd name="connsiteY1" fmla="*/ 20279 h 171450"/>
                <a:gd name="connsiteX2" fmla="*/ 82409 w 152400"/>
                <a:gd name="connsiteY2" fmla="*/ 7326 h 171450"/>
                <a:gd name="connsiteX3" fmla="*/ 82409 w 152400"/>
                <a:gd name="connsiteY3" fmla="*/ 7326 h 171450"/>
                <a:gd name="connsiteX4" fmla="*/ 35451 w 152400"/>
                <a:gd name="connsiteY4" fmla="*/ 18089 h 171450"/>
                <a:gd name="connsiteX5" fmla="*/ 15449 w 152400"/>
                <a:gd name="connsiteY5" fmla="*/ 49807 h 171450"/>
                <a:gd name="connsiteX6" fmla="*/ 13925 w 152400"/>
                <a:gd name="connsiteY6" fmla="*/ 56665 h 171450"/>
                <a:gd name="connsiteX7" fmla="*/ 60597 w 152400"/>
                <a:gd name="connsiteY7" fmla="*/ 56665 h 171450"/>
                <a:gd name="connsiteX8" fmla="*/ 60597 w 152400"/>
                <a:gd name="connsiteY8" fmla="*/ 55617 h 171450"/>
                <a:gd name="connsiteX9" fmla="*/ 80219 w 152400"/>
                <a:gd name="connsiteY9" fmla="*/ 40282 h 171450"/>
                <a:gd name="connsiteX10" fmla="*/ 81552 w 152400"/>
                <a:gd name="connsiteY10" fmla="*/ 40282 h 171450"/>
                <a:gd name="connsiteX11" fmla="*/ 84791 w 152400"/>
                <a:gd name="connsiteY11" fmla="*/ 40282 h 171450"/>
                <a:gd name="connsiteX12" fmla="*/ 84791 w 152400"/>
                <a:gd name="connsiteY12" fmla="*/ 40282 h 171450"/>
                <a:gd name="connsiteX13" fmla="*/ 95745 w 152400"/>
                <a:gd name="connsiteY13" fmla="*/ 45426 h 171450"/>
                <a:gd name="connsiteX14" fmla="*/ 98602 w 152400"/>
                <a:gd name="connsiteY14" fmla="*/ 54951 h 171450"/>
                <a:gd name="connsiteX15" fmla="*/ 72218 w 152400"/>
                <a:gd name="connsiteY15" fmla="*/ 68190 h 171450"/>
                <a:gd name="connsiteX16" fmla="*/ 71170 w 152400"/>
                <a:gd name="connsiteY16" fmla="*/ 68190 h 171450"/>
                <a:gd name="connsiteX17" fmla="*/ 66121 w 152400"/>
                <a:gd name="connsiteY17" fmla="*/ 69333 h 171450"/>
                <a:gd name="connsiteX18" fmla="*/ 55549 w 152400"/>
                <a:gd name="connsiteY18" fmla="*/ 71715 h 171450"/>
                <a:gd name="connsiteX19" fmla="*/ 7162 w 152400"/>
                <a:gd name="connsiteY19" fmla="*/ 119340 h 171450"/>
                <a:gd name="connsiteX20" fmla="*/ 20306 w 152400"/>
                <a:gd name="connsiteY20" fmla="*/ 152677 h 171450"/>
                <a:gd name="connsiteX21" fmla="*/ 55167 w 152400"/>
                <a:gd name="connsiteY21" fmla="*/ 165155 h 171450"/>
                <a:gd name="connsiteX22" fmla="*/ 57168 w 152400"/>
                <a:gd name="connsiteY22" fmla="*/ 165155 h 171450"/>
                <a:gd name="connsiteX23" fmla="*/ 93553 w 152400"/>
                <a:gd name="connsiteY23" fmla="*/ 152582 h 171450"/>
                <a:gd name="connsiteX24" fmla="*/ 100602 w 152400"/>
                <a:gd name="connsiteY24" fmla="*/ 147248 h 171450"/>
                <a:gd name="connsiteX25" fmla="*/ 102698 w 152400"/>
                <a:gd name="connsiteY25" fmla="*/ 145628 h 171450"/>
                <a:gd name="connsiteX26" fmla="*/ 102698 w 152400"/>
                <a:gd name="connsiteY26" fmla="*/ 160773 h 171450"/>
                <a:gd name="connsiteX27" fmla="*/ 147846 w 152400"/>
                <a:gd name="connsiteY27" fmla="*/ 160773 h 171450"/>
                <a:gd name="connsiteX28" fmla="*/ 147846 w 152400"/>
                <a:gd name="connsiteY28" fmla="*/ 65333 h 171450"/>
                <a:gd name="connsiteX29" fmla="*/ 147275 w 152400"/>
                <a:gd name="connsiteY29" fmla="*/ 56951 h 171450"/>
                <a:gd name="connsiteX30" fmla="*/ 99745 w 152400"/>
                <a:gd name="connsiteY30" fmla="*/ 92574 h 171450"/>
                <a:gd name="connsiteX31" fmla="*/ 99745 w 152400"/>
                <a:gd name="connsiteY31" fmla="*/ 116196 h 171450"/>
                <a:gd name="connsiteX32" fmla="*/ 99745 w 152400"/>
                <a:gd name="connsiteY32" fmla="*/ 116673 h 171450"/>
                <a:gd name="connsiteX33" fmla="*/ 95459 w 152400"/>
                <a:gd name="connsiteY33" fmla="*/ 120292 h 171450"/>
                <a:gd name="connsiteX34" fmla="*/ 90505 w 152400"/>
                <a:gd name="connsiteY34" fmla="*/ 124007 h 171450"/>
                <a:gd name="connsiteX35" fmla="*/ 72408 w 152400"/>
                <a:gd name="connsiteY35" fmla="*/ 129722 h 171450"/>
                <a:gd name="connsiteX36" fmla="*/ 71551 w 152400"/>
                <a:gd name="connsiteY36" fmla="*/ 129722 h 171450"/>
                <a:gd name="connsiteX37" fmla="*/ 57571 w 152400"/>
                <a:gd name="connsiteY37" fmla="*/ 117469 h 171450"/>
                <a:gd name="connsiteX38" fmla="*/ 57549 w 152400"/>
                <a:gd name="connsiteY38" fmla="*/ 116197 h 171450"/>
                <a:gd name="connsiteX39" fmla="*/ 69169 w 152400"/>
                <a:gd name="connsiteY39" fmla="*/ 101337 h 171450"/>
                <a:gd name="connsiteX40" fmla="*/ 98507 w 152400"/>
                <a:gd name="connsiteY40" fmla="*/ 91241 h 171450"/>
                <a:gd name="connsiteX41" fmla="*/ 100221 w 152400"/>
                <a:gd name="connsiteY41" fmla="*/ 90669 h 171450"/>
                <a:gd name="connsiteX42" fmla="*/ 100221 w 152400"/>
                <a:gd name="connsiteY42" fmla="*/ 9257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52400" h="171450">
                  <a:moveTo>
                    <a:pt x="147370" y="56951"/>
                  </a:moveTo>
                  <a:cubicBezTo>
                    <a:pt x="146216" y="42661"/>
                    <a:pt x="139348" y="29440"/>
                    <a:pt x="128320" y="20279"/>
                  </a:cubicBezTo>
                  <a:cubicBezTo>
                    <a:pt x="114888" y="10966"/>
                    <a:pt x="98729" y="6407"/>
                    <a:pt x="82409" y="7326"/>
                  </a:cubicBezTo>
                  <a:lnTo>
                    <a:pt x="82409" y="7326"/>
                  </a:lnTo>
                  <a:cubicBezTo>
                    <a:pt x="66041" y="6247"/>
                    <a:pt x="49715" y="9988"/>
                    <a:pt x="35451" y="18089"/>
                  </a:cubicBezTo>
                  <a:cubicBezTo>
                    <a:pt x="24727" y="25481"/>
                    <a:pt x="17498" y="36944"/>
                    <a:pt x="15449" y="49807"/>
                  </a:cubicBezTo>
                  <a:lnTo>
                    <a:pt x="13925" y="56665"/>
                  </a:lnTo>
                  <a:lnTo>
                    <a:pt x="60597" y="56665"/>
                  </a:lnTo>
                  <a:lnTo>
                    <a:pt x="60597" y="55617"/>
                  </a:lnTo>
                  <a:cubicBezTo>
                    <a:pt x="61836" y="45996"/>
                    <a:pt x="70583" y="39160"/>
                    <a:pt x="80219" y="40282"/>
                  </a:cubicBezTo>
                  <a:lnTo>
                    <a:pt x="81552" y="40282"/>
                  </a:lnTo>
                  <a:cubicBezTo>
                    <a:pt x="82629" y="40184"/>
                    <a:pt x="83713" y="40184"/>
                    <a:pt x="84791" y="40282"/>
                  </a:cubicBezTo>
                  <a:lnTo>
                    <a:pt x="84791" y="40282"/>
                  </a:lnTo>
                  <a:cubicBezTo>
                    <a:pt x="88916" y="40718"/>
                    <a:pt x="92774" y="42530"/>
                    <a:pt x="95745" y="45426"/>
                  </a:cubicBezTo>
                  <a:cubicBezTo>
                    <a:pt x="98153" y="47968"/>
                    <a:pt x="99213" y="51502"/>
                    <a:pt x="98602" y="54951"/>
                  </a:cubicBezTo>
                  <a:cubicBezTo>
                    <a:pt x="97649" y="61713"/>
                    <a:pt x="93458" y="63237"/>
                    <a:pt x="72218" y="68190"/>
                  </a:cubicBezTo>
                  <a:lnTo>
                    <a:pt x="71170" y="68190"/>
                  </a:lnTo>
                  <a:lnTo>
                    <a:pt x="66121" y="69333"/>
                  </a:lnTo>
                  <a:cubicBezTo>
                    <a:pt x="62502" y="70000"/>
                    <a:pt x="58978" y="70857"/>
                    <a:pt x="55549" y="71715"/>
                  </a:cubicBezTo>
                  <a:cubicBezTo>
                    <a:pt x="19639" y="80573"/>
                    <a:pt x="6590" y="93622"/>
                    <a:pt x="7162" y="119340"/>
                  </a:cubicBezTo>
                  <a:cubicBezTo>
                    <a:pt x="6943" y="131757"/>
                    <a:pt x="11672" y="143751"/>
                    <a:pt x="20306" y="152677"/>
                  </a:cubicBezTo>
                  <a:cubicBezTo>
                    <a:pt x="29824" y="161276"/>
                    <a:pt x="42355" y="165761"/>
                    <a:pt x="55167" y="165155"/>
                  </a:cubicBezTo>
                  <a:lnTo>
                    <a:pt x="57168" y="165155"/>
                  </a:lnTo>
                  <a:cubicBezTo>
                    <a:pt x="70378" y="165251"/>
                    <a:pt x="83221" y="160813"/>
                    <a:pt x="93553" y="152582"/>
                  </a:cubicBezTo>
                  <a:lnTo>
                    <a:pt x="100602" y="147248"/>
                  </a:lnTo>
                  <a:lnTo>
                    <a:pt x="102698" y="145628"/>
                  </a:lnTo>
                  <a:lnTo>
                    <a:pt x="102698" y="160773"/>
                  </a:lnTo>
                  <a:lnTo>
                    <a:pt x="147846" y="160773"/>
                  </a:lnTo>
                  <a:lnTo>
                    <a:pt x="147846" y="65333"/>
                  </a:lnTo>
                  <a:cubicBezTo>
                    <a:pt x="147852" y="62529"/>
                    <a:pt x="147661" y="59728"/>
                    <a:pt x="147275" y="56951"/>
                  </a:cubicBezTo>
                  <a:close/>
                  <a:moveTo>
                    <a:pt x="99745" y="92574"/>
                  </a:moveTo>
                  <a:lnTo>
                    <a:pt x="99745" y="116196"/>
                  </a:lnTo>
                  <a:lnTo>
                    <a:pt x="99745" y="116673"/>
                  </a:lnTo>
                  <a:lnTo>
                    <a:pt x="95459" y="120292"/>
                  </a:lnTo>
                  <a:cubicBezTo>
                    <a:pt x="93926" y="121680"/>
                    <a:pt x="92268" y="122923"/>
                    <a:pt x="90505" y="124007"/>
                  </a:cubicBezTo>
                  <a:cubicBezTo>
                    <a:pt x="85089" y="127488"/>
                    <a:pt x="78842" y="129461"/>
                    <a:pt x="72408" y="129722"/>
                  </a:cubicBezTo>
                  <a:lnTo>
                    <a:pt x="71551" y="129722"/>
                  </a:lnTo>
                  <a:cubicBezTo>
                    <a:pt x="64307" y="130199"/>
                    <a:pt x="58048" y="124713"/>
                    <a:pt x="57571" y="117469"/>
                  </a:cubicBezTo>
                  <a:cubicBezTo>
                    <a:pt x="57543" y="117046"/>
                    <a:pt x="57535" y="116621"/>
                    <a:pt x="57549" y="116197"/>
                  </a:cubicBezTo>
                  <a:cubicBezTo>
                    <a:pt x="56978" y="108767"/>
                    <a:pt x="60407" y="104481"/>
                    <a:pt x="69169" y="101337"/>
                  </a:cubicBezTo>
                  <a:lnTo>
                    <a:pt x="98507" y="91241"/>
                  </a:lnTo>
                  <a:lnTo>
                    <a:pt x="100221" y="90669"/>
                  </a:lnTo>
                  <a:lnTo>
                    <a:pt x="100221" y="92574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57AF3C3E-F5D0-4333-9C42-8BF925430F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97072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C5207CEA-FF8D-4B89-898C-8346443AF9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D891165-E20D-47F4-8E61-E6497C71033B}" type="slidenum">
              <a:rPr lang="en-US" altLang="x-none" noProof="0" smtClean="0"/>
              <a:pPr/>
              <a:t>‹#›</a:t>
            </a:fld>
            <a:endParaRPr lang="en-US" altLang="x-none" noProof="0" dirty="0"/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6E1A0383-17F4-4AAB-8EBA-23557D8A7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x-none" noProof="0" dirty="0"/>
              <a:t>Presentation venue | Date | Speaker</a:t>
            </a:r>
          </a:p>
        </p:txBody>
      </p:sp>
      <p:sp>
        <p:nvSpPr>
          <p:cNvPr id="4" name="Hider">
            <a:extLst>
              <a:ext uri="{FF2B5EF4-FFF2-40B4-BE49-F238E27FC236}">
                <a16:creationId xmlns:a16="http://schemas.microsoft.com/office/drawing/2014/main" id="{DB65CE08-3606-4BFD-9BD1-40E62CEACB4A}"/>
              </a:ext>
            </a:extLst>
          </p:cNvPr>
          <p:cNvSpPr/>
          <p:nvPr userDrawn="1"/>
        </p:nvSpPr>
        <p:spPr bwMode="gray">
          <a:xfrm>
            <a:off x="421217" y="1268760"/>
            <a:ext cx="778239" cy="2160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287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losing Slid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agline">
            <a:extLst>
              <a:ext uri="{FF2B5EF4-FFF2-40B4-BE49-F238E27FC236}">
                <a16:creationId xmlns:a16="http://schemas.microsoft.com/office/drawing/2014/main" id="{B6CAF06C-30B8-4168-9054-ED186189C5D5}"/>
              </a:ext>
            </a:extLst>
          </p:cNvPr>
          <p:cNvSpPr txBox="1"/>
          <p:nvPr userDrawn="1"/>
        </p:nvSpPr>
        <p:spPr bwMode="gray">
          <a:xfrm>
            <a:off x="412724" y="620688"/>
            <a:ext cx="473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noProof="1">
                <a:solidFill>
                  <a:schemeClr val="bg1"/>
                </a:solidFill>
              </a:rPr>
              <a:t>Autoneum. Mastering sound and heat.</a:t>
            </a:r>
          </a:p>
        </p:txBody>
      </p:sp>
      <p:pic>
        <p:nvPicPr>
          <p:cNvPr id="5" name="Grid">
            <a:extLst>
              <a:ext uri="{FF2B5EF4-FFF2-40B4-BE49-F238E27FC236}">
                <a16:creationId xmlns:a16="http://schemas.microsoft.com/office/drawing/2014/main" id="{589B075C-EE3D-4D18-B3B8-1F7BADB3C14C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144" y="5733900"/>
            <a:ext cx="12218400" cy="118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648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id">
            <a:extLst>
              <a:ext uri="{FF2B5EF4-FFF2-40B4-BE49-F238E27FC236}">
                <a16:creationId xmlns:a16="http://schemas.microsoft.com/office/drawing/2014/main" id="{99EBE82E-1D58-4F27-BFD1-1BD2933D4BB6}"/>
              </a:ext>
            </a:extLst>
          </p:cNvPr>
          <p:cNvPicPr>
            <a:picLocks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9144" y="5733900"/>
            <a:ext cx="12218400" cy="1186916"/>
          </a:xfrm>
          <a:prstGeom prst="rect">
            <a:avLst/>
          </a:prstGeom>
        </p:spPr>
      </p:pic>
      <p:sp>
        <p:nvSpPr>
          <p:cNvPr id="9307" name="Footer">
            <a:extLst>
              <a:ext uri="{FF2B5EF4-FFF2-40B4-BE49-F238E27FC236}">
                <a16:creationId xmlns:a16="http://schemas.microsoft.com/office/drawing/2014/main" id="{4EDAAAD2-B0D3-4D21-A49E-A5B952EF06A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503238" y="6527802"/>
            <a:ext cx="7593125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x-none" noProof="0" dirty="0"/>
              <a:t>Presentation venue | Date | Speaker</a:t>
            </a:r>
          </a:p>
        </p:txBody>
      </p:sp>
      <p:sp>
        <p:nvSpPr>
          <p:cNvPr id="9306" name="SlideNumber">
            <a:extLst>
              <a:ext uri="{FF2B5EF4-FFF2-40B4-BE49-F238E27FC236}">
                <a16:creationId xmlns:a16="http://schemas.microsoft.com/office/drawing/2014/main" id="{F13D8AD8-70E1-419F-8D68-12FB76F6D90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770346" y="6527802"/>
            <a:ext cx="3600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18000" bIns="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000" b="1">
                <a:solidFill>
                  <a:schemeClr val="accent2"/>
                </a:solidFill>
              </a:defRPr>
            </a:lvl1pPr>
          </a:lstStyle>
          <a:p>
            <a:fld id="{C5DFE346-E938-48F6-815E-A6F5FFA5F3E6}" type="slidenum">
              <a:rPr lang="en-US" altLang="x-none" noProof="0" smtClean="0"/>
              <a:pPr/>
              <a:t>‹#›</a:t>
            </a:fld>
            <a:endParaRPr lang="en-US" altLang="x-none" noProof="0" dirty="0"/>
          </a:p>
        </p:txBody>
      </p:sp>
      <p:sp>
        <p:nvSpPr>
          <p:cNvPr id="9312" name="Body">
            <a:extLst>
              <a:ext uri="{FF2B5EF4-FFF2-40B4-BE49-F238E27FC236}">
                <a16:creationId xmlns:a16="http://schemas.microsoft.com/office/drawing/2014/main" id="{F7165C6F-9B26-4E2D-AC7A-2D940B17C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3237" y="1773238"/>
            <a:ext cx="11200363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9BB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B8C40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x-none" noProof="0"/>
              <a:t>Mastertextformat bearbeiten</a:t>
            </a:r>
          </a:p>
          <a:p>
            <a:pPr lvl="1"/>
            <a:r>
              <a:rPr lang="de-DE" altLang="x-none" noProof="0"/>
              <a:t>Zweite Ebene</a:t>
            </a:r>
          </a:p>
          <a:p>
            <a:pPr lvl="2"/>
            <a:r>
              <a:rPr lang="de-DE" altLang="x-none" noProof="0"/>
              <a:t>Dritte Ebene</a:t>
            </a:r>
          </a:p>
          <a:p>
            <a:pPr lvl="3"/>
            <a:r>
              <a:rPr lang="de-DE" altLang="x-none" noProof="0"/>
              <a:t>Vierte Ebene</a:t>
            </a:r>
          </a:p>
          <a:p>
            <a:pPr lvl="4"/>
            <a:r>
              <a:rPr lang="de-DE" altLang="x-none" noProof="0"/>
              <a:t>Fünfte Ebene</a:t>
            </a:r>
            <a:endParaRPr lang="en-US" altLang="x-none" noProof="0" dirty="0"/>
          </a:p>
        </p:txBody>
      </p:sp>
      <p:sp>
        <p:nvSpPr>
          <p:cNvPr id="9222" name="Title">
            <a:extLst>
              <a:ext uri="{FF2B5EF4-FFF2-40B4-BE49-F238E27FC236}">
                <a16:creationId xmlns:a16="http://schemas.microsoft.com/office/drawing/2014/main" id="{E987F5B0-FE52-4F22-839D-B3C6F8E72E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gray">
          <a:xfrm>
            <a:off x="503239" y="820809"/>
            <a:ext cx="9143546" cy="371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9BB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B8C40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altLang="x-none" noProof="0" dirty="0"/>
              <a:t>Click to add subtitle</a:t>
            </a:r>
          </a:p>
        </p:txBody>
      </p:sp>
      <p:grpSp>
        <p:nvGrpSpPr>
          <p:cNvPr id="17" name="Logo_Color">
            <a:extLst>
              <a:ext uri="{FF2B5EF4-FFF2-40B4-BE49-F238E27FC236}">
                <a16:creationId xmlns:a16="http://schemas.microsoft.com/office/drawing/2014/main" id="{23BF32FD-6C10-4B29-8766-1A5E4C5B18B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087820" y="495720"/>
            <a:ext cx="1612800" cy="229651"/>
            <a:chOff x="1030968" y="702286"/>
            <a:chExt cx="1211122" cy="172455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B856E29-C8C5-4138-B594-E21356DBF02E}"/>
                </a:ext>
              </a:extLst>
            </p:cNvPr>
            <p:cNvSpPr/>
            <p:nvPr/>
          </p:nvSpPr>
          <p:spPr>
            <a:xfrm>
              <a:off x="1344835" y="707326"/>
              <a:ext cx="104775" cy="161925"/>
            </a:xfrm>
            <a:custGeom>
              <a:avLst/>
              <a:gdLst>
                <a:gd name="connsiteX0" fmla="*/ 7144 w 104775"/>
                <a:gd name="connsiteY0" fmla="*/ 44672 h 161925"/>
                <a:gd name="connsiteX1" fmla="*/ 7144 w 104775"/>
                <a:gd name="connsiteY1" fmla="*/ 44672 h 161925"/>
                <a:gd name="connsiteX2" fmla="*/ 7144 w 104775"/>
                <a:gd name="connsiteY2" fmla="*/ 88011 h 161925"/>
                <a:gd name="connsiteX3" fmla="*/ 72580 w 104775"/>
                <a:gd name="connsiteY3" fmla="*/ 158401 h 161925"/>
                <a:gd name="connsiteX4" fmla="*/ 98013 w 104775"/>
                <a:gd name="connsiteY4" fmla="*/ 158401 h 161925"/>
                <a:gd name="connsiteX5" fmla="*/ 98013 w 104775"/>
                <a:gd name="connsiteY5" fmla="*/ 121063 h 161925"/>
                <a:gd name="connsiteX6" fmla="*/ 72580 w 104775"/>
                <a:gd name="connsiteY6" fmla="*/ 121063 h 161925"/>
                <a:gd name="connsiteX7" fmla="*/ 42672 w 104775"/>
                <a:gd name="connsiteY7" fmla="*/ 88011 h 161925"/>
                <a:gd name="connsiteX8" fmla="*/ 42672 w 104775"/>
                <a:gd name="connsiteY8" fmla="*/ 44672 h 161925"/>
                <a:gd name="connsiteX9" fmla="*/ 98774 w 104775"/>
                <a:gd name="connsiteY9" fmla="*/ 44672 h 161925"/>
                <a:gd name="connsiteX10" fmla="*/ 98774 w 104775"/>
                <a:gd name="connsiteY10" fmla="*/ 7144 h 161925"/>
                <a:gd name="connsiteX11" fmla="*/ 7144 w 104775"/>
                <a:gd name="connsiteY11" fmla="*/ 7144 h 161925"/>
                <a:gd name="connsiteX12" fmla="*/ 7144 w 104775"/>
                <a:gd name="connsiteY12" fmla="*/ 44672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775" h="161925">
                  <a:moveTo>
                    <a:pt x="7144" y="44672"/>
                  </a:moveTo>
                  <a:lnTo>
                    <a:pt x="7144" y="44672"/>
                  </a:lnTo>
                  <a:lnTo>
                    <a:pt x="7144" y="88011"/>
                  </a:lnTo>
                  <a:cubicBezTo>
                    <a:pt x="7144" y="129445"/>
                    <a:pt x="34004" y="158401"/>
                    <a:pt x="72580" y="158401"/>
                  </a:cubicBezTo>
                  <a:lnTo>
                    <a:pt x="98013" y="158401"/>
                  </a:lnTo>
                  <a:lnTo>
                    <a:pt x="98013" y="121063"/>
                  </a:lnTo>
                  <a:lnTo>
                    <a:pt x="72580" y="121063"/>
                  </a:lnTo>
                  <a:cubicBezTo>
                    <a:pt x="53530" y="121063"/>
                    <a:pt x="42672" y="108966"/>
                    <a:pt x="42672" y="88011"/>
                  </a:cubicBezTo>
                  <a:lnTo>
                    <a:pt x="42672" y="44672"/>
                  </a:lnTo>
                  <a:lnTo>
                    <a:pt x="98774" y="44672"/>
                  </a:lnTo>
                  <a:lnTo>
                    <a:pt x="98774" y="7144"/>
                  </a:lnTo>
                  <a:lnTo>
                    <a:pt x="7144" y="7144"/>
                  </a:lnTo>
                  <a:lnTo>
                    <a:pt x="7144" y="44672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2A14EA8-0EE5-4787-B944-1DE5F9BDCB11}"/>
                </a:ext>
              </a:extLst>
            </p:cNvPr>
            <p:cNvSpPr/>
            <p:nvPr/>
          </p:nvSpPr>
          <p:spPr>
            <a:xfrm>
              <a:off x="1429987" y="702401"/>
              <a:ext cx="171450" cy="171450"/>
            </a:xfrm>
            <a:custGeom>
              <a:avLst/>
              <a:gdLst>
                <a:gd name="connsiteX0" fmla="*/ 89822 w 171450"/>
                <a:gd name="connsiteY0" fmla="*/ 7211 h 171450"/>
                <a:gd name="connsiteX1" fmla="*/ 7211 w 171450"/>
                <a:gd name="connsiteY1" fmla="*/ 83345 h 171450"/>
                <a:gd name="connsiteX2" fmla="*/ 83345 w 171450"/>
                <a:gd name="connsiteY2" fmla="*/ 165956 h 171450"/>
                <a:gd name="connsiteX3" fmla="*/ 165956 w 171450"/>
                <a:gd name="connsiteY3" fmla="*/ 89822 h 171450"/>
                <a:gd name="connsiteX4" fmla="*/ 166022 w 171450"/>
                <a:gd name="connsiteY4" fmla="*/ 86554 h 171450"/>
                <a:gd name="connsiteX5" fmla="*/ 89950 w 171450"/>
                <a:gd name="connsiteY5" fmla="*/ 7213 h 171450"/>
                <a:gd name="connsiteX6" fmla="*/ 89822 w 171450"/>
                <a:gd name="connsiteY6" fmla="*/ 7211 h 171450"/>
                <a:gd name="connsiteX7" fmla="*/ 89822 w 171450"/>
                <a:gd name="connsiteY7" fmla="*/ 133417 h 171450"/>
                <a:gd name="connsiteX8" fmla="*/ 40189 w 171450"/>
                <a:gd name="connsiteY8" fmla="*/ 89499 h 171450"/>
                <a:gd name="connsiteX9" fmla="*/ 84108 w 171450"/>
                <a:gd name="connsiteY9" fmla="*/ 39866 h 171450"/>
                <a:gd name="connsiteX10" fmla="*/ 133741 w 171450"/>
                <a:gd name="connsiteY10" fmla="*/ 83784 h 171450"/>
                <a:gd name="connsiteX11" fmla="*/ 133828 w 171450"/>
                <a:gd name="connsiteY11" fmla="*/ 86554 h 171450"/>
                <a:gd name="connsiteX12" fmla="*/ 89822 w 171450"/>
                <a:gd name="connsiteY12" fmla="*/ 133417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1450" h="171450">
                  <a:moveTo>
                    <a:pt x="89822" y="7211"/>
                  </a:moveTo>
                  <a:cubicBezTo>
                    <a:pt x="45986" y="5422"/>
                    <a:pt x="9000" y="39509"/>
                    <a:pt x="7211" y="83345"/>
                  </a:cubicBezTo>
                  <a:cubicBezTo>
                    <a:pt x="5422" y="127181"/>
                    <a:pt x="39509" y="164167"/>
                    <a:pt x="83345" y="165956"/>
                  </a:cubicBezTo>
                  <a:cubicBezTo>
                    <a:pt x="127181" y="167745"/>
                    <a:pt x="164167" y="133658"/>
                    <a:pt x="165956" y="89822"/>
                  </a:cubicBezTo>
                  <a:cubicBezTo>
                    <a:pt x="166000" y="88733"/>
                    <a:pt x="166022" y="87644"/>
                    <a:pt x="166022" y="86554"/>
                  </a:cubicBezTo>
                  <a:cubicBezTo>
                    <a:pt x="166925" y="43638"/>
                    <a:pt x="132866" y="8116"/>
                    <a:pt x="89950" y="7213"/>
                  </a:cubicBezTo>
                  <a:cubicBezTo>
                    <a:pt x="89907" y="7212"/>
                    <a:pt x="89865" y="7212"/>
                    <a:pt x="89822" y="7211"/>
                  </a:cubicBezTo>
                  <a:close/>
                  <a:moveTo>
                    <a:pt x="89822" y="133417"/>
                  </a:moveTo>
                  <a:cubicBezTo>
                    <a:pt x="63989" y="134995"/>
                    <a:pt x="41767" y="115332"/>
                    <a:pt x="40189" y="89499"/>
                  </a:cubicBezTo>
                  <a:cubicBezTo>
                    <a:pt x="38611" y="63665"/>
                    <a:pt x="58274" y="41444"/>
                    <a:pt x="84108" y="39866"/>
                  </a:cubicBezTo>
                  <a:cubicBezTo>
                    <a:pt x="109941" y="38288"/>
                    <a:pt x="132163" y="57951"/>
                    <a:pt x="133741" y="83784"/>
                  </a:cubicBezTo>
                  <a:cubicBezTo>
                    <a:pt x="133797" y="84706"/>
                    <a:pt x="133826" y="85630"/>
                    <a:pt x="133828" y="86554"/>
                  </a:cubicBezTo>
                  <a:cubicBezTo>
                    <a:pt x="134524" y="111611"/>
                    <a:pt x="114874" y="132537"/>
                    <a:pt x="89822" y="133417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1B82ACA-1D78-45A4-9436-C965AE264156}"/>
                </a:ext>
              </a:extLst>
            </p:cNvPr>
            <p:cNvSpPr/>
            <p:nvPr/>
          </p:nvSpPr>
          <p:spPr>
            <a:xfrm>
              <a:off x="1902620" y="707040"/>
              <a:ext cx="123825" cy="161925"/>
            </a:xfrm>
            <a:custGeom>
              <a:avLst/>
              <a:gdLst>
                <a:gd name="connsiteX0" fmla="*/ 110013 w 123825"/>
                <a:gd name="connsiteY0" fmla="*/ 96679 h 161925"/>
                <a:gd name="connsiteX1" fmla="*/ 65436 w 123825"/>
                <a:gd name="connsiteY1" fmla="*/ 147161 h 161925"/>
                <a:gd name="connsiteX2" fmla="*/ 20954 w 123825"/>
                <a:gd name="connsiteY2" fmla="*/ 96679 h 161925"/>
                <a:gd name="connsiteX3" fmla="*/ 20954 w 123825"/>
                <a:gd name="connsiteY3" fmla="*/ 7144 h 161925"/>
                <a:gd name="connsiteX4" fmla="*/ 7238 w 123825"/>
                <a:gd name="connsiteY4" fmla="*/ 7144 h 161925"/>
                <a:gd name="connsiteX5" fmla="*/ 7238 w 123825"/>
                <a:gd name="connsiteY5" fmla="*/ 96679 h 161925"/>
                <a:gd name="connsiteX6" fmla="*/ 26288 w 123825"/>
                <a:gd name="connsiteY6" fmla="*/ 146018 h 161925"/>
                <a:gd name="connsiteX7" fmla="*/ 103536 w 123825"/>
                <a:gd name="connsiteY7" fmla="*/ 146018 h 161925"/>
                <a:gd name="connsiteX8" fmla="*/ 123062 w 123825"/>
                <a:gd name="connsiteY8" fmla="*/ 96679 h 161925"/>
                <a:gd name="connsiteX9" fmla="*/ 123063 w 123825"/>
                <a:gd name="connsiteY9" fmla="*/ 7144 h 161925"/>
                <a:gd name="connsiteX10" fmla="*/ 109346 w 123825"/>
                <a:gd name="connsiteY10" fmla="*/ 7144 h 161925"/>
                <a:gd name="connsiteX11" fmla="*/ 109346 w 123825"/>
                <a:gd name="connsiteY11" fmla="*/ 9667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25" h="161925">
                  <a:moveTo>
                    <a:pt x="110013" y="96679"/>
                  </a:moveTo>
                  <a:cubicBezTo>
                    <a:pt x="110013" y="133731"/>
                    <a:pt x="83343" y="147161"/>
                    <a:pt x="65436" y="147161"/>
                  </a:cubicBezTo>
                  <a:cubicBezTo>
                    <a:pt x="47529" y="147161"/>
                    <a:pt x="20954" y="133731"/>
                    <a:pt x="20954" y="96679"/>
                  </a:cubicBezTo>
                  <a:lnTo>
                    <a:pt x="20954" y="7144"/>
                  </a:lnTo>
                  <a:lnTo>
                    <a:pt x="7238" y="7144"/>
                  </a:lnTo>
                  <a:lnTo>
                    <a:pt x="7238" y="96679"/>
                  </a:lnTo>
                  <a:cubicBezTo>
                    <a:pt x="6241" y="115092"/>
                    <a:pt x="13176" y="133052"/>
                    <a:pt x="26288" y="146018"/>
                  </a:cubicBezTo>
                  <a:cubicBezTo>
                    <a:pt x="47937" y="166568"/>
                    <a:pt x="81887" y="166568"/>
                    <a:pt x="103536" y="146018"/>
                  </a:cubicBezTo>
                  <a:cubicBezTo>
                    <a:pt x="116782" y="133108"/>
                    <a:pt x="123886" y="115157"/>
                    <a:pt x="123062" y="96679"/>
                  </a:cubicBezTo>
                  <a:lnTo>
                    <a:pt x="123063" y="7144"/>
                  </a:lnTo>
                  <a:lnTo>
                    <a:pt x="109346" y="7144"/>
                  </a:lnTo>
                  <a:lnTo>
                    <a:pt x="109346" y="9667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CC6A97D-D953-45CC-A9D2-6881AAD1DFD0}"/>
                </a:ext>
              </a:extLst>
            </p:cNvPr>
            <p:cNvSpPr/>
            <p:nvPr/>
          </p:nvSpPr>
          <p:spPr>
            <a:xfrm>
              <a:off x="1182931" y="707040"/>
              <a:ext cx="161925" cy="161925"/>
            </a:xfrm>
            <a:custGeom>
              <a:avLst/>
              <a:gdLst>
                <a:gd name="connsiteX0" fmla="*/ 116279 w 161925"/>
                <a:gd name="connsiteY0" fmla="*/ 77819 h 161925"/>
                <a:gd name="connsiteX1" fmla="*/ 81989 w 161925"/>
                <a:gd name="connsiteY1" fmla="*/ 117824 h 161925"/>
                <a:gd name="connsiteX2" fmla="*/ 47603 w 161925"/>
                <a:gd name="connsiteY2" fmla="*/ 77819 h 161925"/>
                <a:gd name="connsiteX3" fmla="*/ 47603 w 161925"/>
                <a:gd name="connsiteY3" fmla="*/ 7144 h 161925"/>
                <a:gd name="connsiteX4" fmla="*/ 7217 w 161925"/>
                <a:gd name="connsiteY4" fmla="*/ 7144 h 161925"/>
                <a:gd name="connsiteX5" fmla="*/ 7217 w 161925"/>
                <a:gd name="connsiteY5" fmla="*/ 77819 h 161925"/>
                <a:gd name="connsiteX6" fmla="*/ 32268 w 161925"/>
                <a:gd name="connsiteY6" fmla="*/ 140493 h 161925"/>
                <a:gd name="connsiteX7" fmla="*/ 131329 w 161925"/>
                <a:gd name="connsiteY7" fmla="*/ 140493 h 161925"/>
                <a:gd name="connsiteX8" fmla="*/ 156379 w 161925"/>
                <a:gd name="connsiteY8" fmla="*/ 77914 h 161925"/>
                <a:gd name="connsiteX9" fmla="*/ 156379 w 161925"/>
                <a:gd name="connsiteY9" fmla="*/ 7144 h 161925"/>
                <a:gd name="connsiteX10" fmla="*/ 115993 w 161925"/>
                <a:gd name="connsiteY10" fmla="*/ 7144 h 161925"/>
                <a:gd name="connsiteX11" fmla="*/ 115993 w 161925"/>
                <a:gd name="connsiteY11" fmla="*/ 7781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161925">
                  <a:moveTo>
                    <a:pt x="116279" y="77819"/>
                  </a:moveTo>
                  <a:cubicBezTo>
                    <a:pt x="116279" y="109442"/>
                    <a:pt x="93895" y="117824"/>
                    <a:pt x="81989" y="117824"/>
                  </a:cubicBezTo>
                  <a:cubicBezTo>
                    <a:pt x="70082" y="117824"/>
                    <a:pt x="47603" y="109442"/>
                    <a:pt x="47603" y="77819"/>
                  </a:cubicBezTo>
                  <a:lnTo>
                    <a:pt x="47603" y="7144"/>
                  </a:lnTo>
                  <a:lnTo>
                    <a:pt x="7217" y="7144"/>
                  </a:lnTo>
                  <a:lnTo>
                    <a:pt x="7217" y="77819"/>
                  </a:lnTo>
                  <a:cubicBezTo>
                    <a:pt x="6222" y="101331"/>
                    <a:pt x="15341" y="124145"/>
                    <a:pt x="32268" y="140493"/>
                  </a:cubicBezTo>
                  <a:cubicBezTo>
                    <a:pt x="60063" y="166765"/>
                    <a:pt x="103534" y="166765"/>
                    <a:pt x="131329" y="140493"/>
                  </a:cubicBezTo>
                  <a:cubicBezTo>
                    <a:pt x="148241" y="124174"/>
                    <a:pt x="157359" y="101396"/>
                    <a:pt x="156379" y="77914"/>
                  </a:cubicBezTo>
                  <a:lnTo>
                    <a:pt x="156379" y="7144"/>
                  </a:lnTo>
                  <a:lnTo>
                    <a:pt x="115993" y="7144"/>
                  </a:lnTo>
                  <a:lnTo>
                    <a:pt x="115993" y="7781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BBC2DD6-2378-4348-8ED5-BABF9444F27D}"/>
                </a:ext>
              </a:extLst>
            </p:cNvPr>
            <p:cNvSpPr/>
            <p:nvPr/>
          </p:nvSpPr>
          <p:spPr>
            <a:xfrm>
              <a:off x="1596891" y="702962"/>
              <a:ext cx="142875" cy="161925"/>
            </a:xfrm>
            <a:custGeom>
              <a:avLst/>
              <a:gdLst>
                <a:gd name="connsiteX0" fmla="*/ 117799 w 142875"/>
                <a:gd name="connsiteY0" fmla="*/ 24653 h 161925"/>
                <a:gd name="connsiteX1" fmla="*/ 29598 w 142875"/>
                <a:gd name="connsiteY1" fmla="*/ 24653 h 161925"/>
                <a:gd name="connsiteX2" fmla="*/ 7214 w 142875"/>
                <a:gd name="connsiteY2" fmla="*/ 80850 h 161925"/>
                <a:gd name="connsiteX3" fmla="*/ 7214 w 142875"/>
                <a:gd name="connsiteY3" fmla="*/ 160860 h 161925"/>
                <a:gd name="connsiteX4" fmla="*/ 31884 w 142875"/>
                <a:gd name="connsiteY4" fmla="*/ 160860 h 161925"/>
                <a:gd name="connsiteX5" fmla="*/ 31884 w 142875"/>
                <a:gd name="connsiteY5" fmla="*/ 80850 h 161925"/>
                <a:gd name="connsiteX6" fmla="*/ 73794 w 142875"/>
                <a:gd name="connsiteY6" fmla="*/ 33225 h 161925"/>
                <a:gd name="connsiteX7" fmla="*/ 115704 w 142875"/>
                <a:gd name="connsiteY7" fmla="*/ 80850 h 161925"/>
                <a:gd name="connsiteX8" fmla="*/ 115704 w 142875"/>
                <a:gd name="connsiteY8" fmla="*/ 160860 h 161925"/>
                <a:gd name="connsiteX9" fmla="*/ 140469 w 142875"/>
                <a:gd name="connsiteY9" fmla="*/ 160860 h 161925"/>
                <a:gd name="connsiteX10" fmla="*/ 140469 w 142875"/>
                <a:gd name="connsiteY10" fmla="*/ 80850 h 161925"/>
                <a:gd name="connsiteX11" fmla="*/ 118180 w 142875"/>
                <a:gd name="connsiteY11" fmla="*/ 24653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2875" h="161925">
                  <a:moveTo>
                    <a:pt x="117799" y="24653"/>
                  </a:moveTo>
                  <a:cubicBezTo>
                    <a:pt x="93033" y="1307"/>
                    <a:pt x="54364" y="1307"/>
                    <a:pt x="29598" y="24653"/>
                  </a:cubicBezTo>
                  <a:cubicBezTo>
                    <a:pt x="14441" y="39321"/>
                    <a:pt x="6293" y="59778"/>
                    <a:pt x="7214" y="80850"/>
                  </a:cubicBezTo>
                  <a:lnTo>
                    <a:pt x="7214" y="160860"/>
                  </a:lnTo>
                  <a:lnTo>
                    <a:pt x="31884" y="160860"/>
                  </a:lnTo>
                  <a:lnTo>
                    <a:pt x="31884" y="80850"/>
                  </a:lnTo>
                  <a:cubicBezTo>
                    <a:pt x="31884" y="42750"/>
                    <a:pt x="59220" y="33225"/>
                    <a:pt x="73794" y="33225"/>
                  </a:cubicBezTo>
                  <a:cubicBezTo>
                    <a:pt x="88367" y="33225"/>
                    <a:pt x="115704" y="43226"/>
                    <a:pt x="115704" y="80850"/>
                  </a:cubicBezTo>
                  <a:lnTo>
                    <a:pt x="115704" y="160860"/>
                  </a:lnTo>
                  <a:lnTo>
                    <a:pt x="140469" y="160860"/>
                  </a:lnTo>
                  <a:lnTo>
                    <a:pt x="140469" y="80850"/>
                  </a:lnTo>
                  <a:cubicBezTo>
                    <a:pt x="141366" y="59801"/>
                    <a:pt x="133261" y="39365"/>
                    <a:pt x="118180" y="24653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09D04E1-70A3-4CAF-BF8C-7F0CEF66E0EC}"/>
                </a:ext>
              </a:extLst>
            </p:cNvPr>
            <p:cNvSpPr/>
            <p:nvPr/>
          </p:nvSpPr>
          <p:spPr>
            <a:xfrm>
              <a:off x="2032540" y="703230"/>
              <a:ext cx="209550" cy="161925"/>
            </a:xfrm>
            <a:custGeom>
              <a:avLst/>
              <a:gdLst>
                <a:gd name="connsiteX0" fmla="*/ 157163 w 209550"/>
                <a:gd name="connsiteY0" fmla="*/ 7144 h 161925"/>
                <a:gd name="connsiteX1" fmla="*/ 108680 w 209550"/>
                <a:gd name="connsiteY1" fmla="*/ 40481 h 161925"/>
                <a:gd name="connsiteX2" fmla="*/ 60197 w 209550"/>
                <a:gd name="connsiteY2" fmla="*/ 7144 h 161925"/>
                <a:gd name="connsiteX3" fmla="*/ 7144 w 209550"/>
                <a:gd name="connsiteY3" fmla="*/ 66389 h 161925"/>
                <a:gd name="connsiteX4" fmla="*/ 7144 w 209550"/>
                <a:gd name="connsiteY4" fmla="*/ 160687 h 161925"/>
                <a:gd name="connsiteX5" fmla="*/ 16669 w 209550"/>
                <a:gd name="connsiteY5" fmla="*/ 160687 h 161925"/>
                <a:gd name="connsiteX6" fmla="*/ 16669 w 209550"/>
                <a:gd name="connsiteY6" fmla="*/ 66389 h 161925"/>
                <a:gd name="connsiteX7" fmla="*/ 60579 w 209550"/>
                <a:gd name="connsiteY7" fmla="*/ 16764 h 161925"/>
                <a:gd name="connsiteX8" fmla="*/ 104489 w 209550"/>
                <a:gd name="connsiteY8" fmla="*/ 66104 h 161925"/>
                <a:gd name="connsiteX9" fmla="*/ 104489 w 209550"/>
                <a:gd name="connsiteY9" fmla="*/ 160687 h 161925"/>
                <a:gd name="connsiteX10" fmla="*/ 114014 w 209550"/>
                <a:gd name="connsiteY10" fmla="*/ 160687 h 161925"/>
                <a:gd name="connsiteX11" fmla="*/ 114014 w 209550"/>
                <a:gd name="connsiteY11" fmla="*/ 66104 h 161925"/>
                <a:gd name="connsiteX12" fmla="*/ 157925 w 209550"/>
                <a:gd name="connsiteY12" fmla="*/ 16764 h 161925"/>
                <a:gd name="connsiteX13" fmla="*/ 201835 w 209550"/>
                <a:gd name="connsiteY13" fmla="*/ 66389 h 161925"/>
                <a:gd name="connsiteX14" fmla="*/ 201835 w 209550"/>
                <a:gd name="connsiteY14" fmla="*/ 160687 h 161925"/>
                <a:gd name="connsiteX15" fmla="*/ 211360 w 209550"/>
                <a:gd name="connsiteY15" fmla="*/ 160687 h 161925"/>
                <a:gd name="connsiteX16" fmla="*/ 211360 w 209550"/>
                <a:gd name="connsiteY16" fmla="*/ 66389 h 161925"/>
                <a:gd name="connsiteX17" fmla="*/ 158210 w 209550"/>
                <a:gd name="connsiteY17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9550" h="161925">
                  <a:moveTo>
                    <a:pt x="157163" y="7144"/>
                  </a:moveTo>
                  <a:cubicBezTo>
                    <a:pt x="135739" y="7405"/>
                    <a:pt x="116592" y="20571"/>
                    <a:pt x="108680" y="40481"/>
                  </a:cubicBezTo>
                  <a:cubicBezTo>
                    <a:pt x="100789" y="20554"/>
                    <a:pt x="81629" y="7379"/>
                    <a:pt x="60197" y="7144"/>
                  </a:cubicBezTo>
                  <a:cubicBezTo>
                    <a:pt x="38862" y="7144"/>
                    <a:pt x="7144" y="22955"/>
                    <a:pt x="7144" y="66389"/>
                  </a:cubicBezTo>
                  <a:lnTo>
                    <a:pt x="7144" y="160687"/>
                  </a:lnTo>
                  <a:lnTo>
                    <a:pt x="16669" y="160687"/>
                  </a:lnTo>
                  <a:lnTo>
                    <a:pt x="16669" y="66389"/>
                  </a:lnTo>
                  <a:cubicBezTo>
                    <a:pt x="16669" y="30004"/>
                    <a:pt x="42958" y="16764"/>
                    <a:pt x="60579" y="16764"/>
                  </a:cubicBezTo>
                  <a:cubicBezTo>
                    <a:pt x="78200" y="16764"/>
                    <a:pt x="104299" y="30004"/>
                    <a:pt x="104489" y="66104"/>
                  </a:cubicBezTo>
                  <a:lnTo>
                    <a:pt x="104489" y="160687"/>
                  </a:lnTo>
                  <a:lnTo>
                    <a:pt x="114014" y="160687"/>
                  </a:lnTo>
                  <a:lnTo>
                    <a:pt x="114014" y="66104"/>
                  </a:lnTo>
                  <a:cubicBezTo>
                    <a:pt x="114014" y="30004"/>
                    <a:pt x="140303" y="16764"/>
                    <a:pt x="157925" y="16764"/>
                  </a:cubicBezTo>
                  <a:cubicBezTo>
                    <a:pt x="175546" y="16764"/>
                    <a:pt x="201835" y="30004"/>
                    <a:pt x="201835" y="66389"/>
                  </a:cubicBezTo>
                  <a:lnTo>
                    <a:pt x="201835" y="160687"/>
                  </a:lnTo>
                  <a:lnTo>
                    <a:pt x="211360" y="160687"/>
                  </a:lnTo>
                  <a:lnTo>
                    <a:pt x="211360" y="66389"/>
                  </a:lnTo>
                  <a:cubicBezTo>
                    <a:pt x="211360" y="22955"/>
                    <a:pt x="179546" y="7144"/>
                    <a:pt x="158210" y="7144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FDD0E09-05B7-4198-9583-A2C025E19DBC}"/>
                </a:ext>
              </a:extLst>
            </p:cNvPr>
            <p:cNvSpPr/>
            <p:nvPr/>
          </p:nvSpPr>
          <p:spPr>
            <a:xfrm>
              <a:off x="1739805" y="703291"/>
              <a:ext cx="161925" cy="171450"/>
            </a:xfrm>
            <a:custGeom>
              <a:avLst/>
              <a:gdLst>
                <a:gd name="connsiteX0" fmla="*/ 98139 w 161925"/>
                <a:gd name="connsiteY0" fmla="*/ 8512 h 171450"/>
                <a:gd name="connsiteX1" fmla="*/ 8993 w 161925"/>
                <a:gd name="connsiteY1" fmla="*/ 69058 h 171450"/>
                <a:gd name="connsiteX2" fmla="*/ 8794 w 161925"/>
                <a:gd name="connsiteY2" fmla="*/ 70138 h 171450"/>
                <a:gd name="connsiteX3" fmla="*/ 68040 w 161925"/>
                <a:gd name="connsiteY3" fmla="*/ 163674 h 171450"/>
                <a:gd name="connsiteX4" fmla="*/ 153765 w 161925"/>
                <a:gd name="connsiteY4" fmla="*/ 113763 h 171450"/>
                <a:gd name="connsiteX5" fmla="*/ 132619 w 161925"/>
                <a:gd name="connsiteY5" fmla="*/ 113763 h 171450"/>
                <a:gd name="connsiteX6" fmla="*/ 71469 w 161925"/>
                <a:gd name="connsiteY6" fmla="*/ 144719 h 171450"/>
                <a:gd name="connsiteX7" fmla="*/ 27273 w 161925"/>
                <a:gd name="connsiteY7" fmla="*/ 94522 h 171450"/>
                <a:gd name="connsiteX8" fmla="*/ 158051 w 161925"/>
                <a:gd name="connsiteY8" fmla="*/ 94522 h 171450"/>
                <a:gd name="connsiteX9" fmla="*/ 97948 w 161925"/>
                <a:gd name="connsiteY9" fmla="*/ 8797 h 171450"/>
                <a:gd name="connsiteX10" fmla="*/ 27844 w 161925"/>
                <a:gd name="connsiteY10" fmla="*/ 75187 h 171450"/>
                <a:gd name="connsiteX11" fmla="*/ 27844 w 161925"/>
                <a:gd name="connsiteY11" fmla="*/ 73853 h 171450"/>
                <a:gd name="connsiteX12" fmla="*/ 92243 w 161925"/>
                <a:gd name="connsiteY12" fmla="*/ 26593 h 171450"/>
                <a:gd name="connsiteX13" fmla="*/ 94519 w 161925"/>
                <a:gd name="connsiteY13" fmla="*/ 26990 h 171450"/>
                <a:gd name="connsiteX14" fmla="*/ 138525 w 161925"/>
                <a:gd name="connsiteY14" fmla="*/ 7461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1925" h="171450">
                  <a:moveTo>
                    <a:pt x="98139" y="8512"/>
                  </a:moveTo>
                  <a:cubicBezTo>
                    <a:pt x="56802" y="614"/>
                    <a:pt x="16890" y="27721"/>
                    <a:pt x="8993" y="69058"/>
                  </a:cubicBezTo>
                  <a:cubicBezTo>
                    <a:pt x="8924" y="69417"/>
                    <a:pt x="8858" y="69778"/>
                    <a:pt x="8794" y="70138"/>
                  </a:cubicBezTo>
                  <a:cubicBezTo>
                    <a:pt x="142" y="112182"/>
                    <a:pt x="26331" y="153529"/>
                    <a:pt x="68040" y="163674"/>
                  </a:cubicBezTo>
                  <a:cubicBezTo>
                    <a:pt x="105095" y="170936"/>
                    <a:pt x="141787" y="149574"/>
                    <a:pt x="153765" y="113763"/>
                  </a:cubicBezTo>
                  <a:lnTo>
                    <a:pt x="132619" y="113763"/>
                  </a:lnTo>
                  <a:cubicBezTo>
                    <a:pt x="121847" y="136981"/>
                    <a:pt x="96558" y="149783"/>
                    <a:pt x="71469" y="144719"/>
                  </a:cubicBezTo>
                  <a:cubicBezTo>
                    <a:pt x="47541" y="139122"/>
                    <a:pt x="29795" y="118966"/>
                    <a:pt x="27273" y="94522"/>
                  </a:cubicBezTo>
                  <a:lnTo>
                    <a:pt x="158051" y="94522"/>
                  </a:lnTo>
                  <a:cubicBezTo>
                    <a:pt x="162387" y="54908"/>
                    <a:pt x="136667" y="18224"/>
                    <a:pt x="97948" y="8797"/>
                  </a:cubicBezTo>
                  <a:close/>
                  <a:moveTo>
                    <a:pt x="27844" y="75187"/>
                  </a:moveTo>
                  <a:lnTo>
                    <a:pt x="27844" y="73853"/>
                  </a:lnTo>
                  <a:cubicBezTo>
                    <a:pt x="32577" y="43019"/>
                    <a:pt x="61409" y="21860"/>
                    <a:pt x="92243" y="26593"/>
                  </a:cubicBezTo>
                  <a:cubicBezTo>
                    <a:pt x="93004" y="26710"/>
                    <a:pt x="93763" y="26842"/>
                    <a:pt x="94519" y="26990"/>
                  </a:cubicBezTo>
                  <a:cubicBezTo>
                    <a:pt x="117646" y="32201"/>
                    <a:pt x="135153" y="51149"/>
                    <a:pt x="138525" y="74615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CC1ADB3-F733-4458-A38D-0C262380648A}"/>
                </a:ext>
              </a:extLst>
            </p:cNvPr>
            <p:cNvSpPr/>
            <p:nvPr/>
          </p:nvSpPr>
          <p:spPr>
            <a:xfrm>
              <a:off x="1030968" y="702286"/>
              <a:ext cx="152400" cy="171450"/>
            </a:xfrm>
            <a:custGeom>
              <a:avLst/>
              <a:gdLst>
                <a:gd name="connsiteX0" fmla="*/ 147370 w 152400"/>
                <a:gd name="connsiteY0" fmla="*/ 56951 h 171450"/>
                <a:gd name="connsiteX1" fmla="*/ 128320 w 152400"/>
                <a:gd name="connsiteY1" fmla="*/ 20279 h 171450"/>
                <a:gd name="connsiteX2" fmla="*/ 82409 w 152400"/>
                <a:gd name="connsiteY2" fmla="*/ 7326 h 171450"/>
                <a:gd name="connsiteX3" fmla="*/ 82409 w 152400"/>
                <a:gd name="connsiteY3" fmla="*/ 7326 h 171450"/>
                <a:gd name="connsiteX4" fmla="*/ 35451 w 152400"/>
                <a:gd name="connsiteY4" fmla="*/ 18089 h 171450"/>
                <a:gd name="connsiteX5" fmla="*/ 15449 w 152400"/>
                <a:gd name="connsiteY5" fmla="*/ 49807 h 171450"/>
                <a:gd name="connsiteX6" fmla="*/ 13925 w 152400"/>
                <a:gd name="connsiteY6" fmla="*/ 56665 h 171450"/>
                <a:gd name="connsiteX7" fmla="*/ 60597 w 152400"/>
                <a:gd name="connsiteY7" fmla="*/ 56665 h 171450"/>
                <a:gd name="connsiteX8" fmla="*/ 60597 w 152400"/>
                <a:gd name="connsiteY8" fmla="*/ 55617 h 171450"/>
                <a:gd name="connsiteX9" fmla="*/ 80219 w 152400"/>
                <a:gd name="connsiteY9" fmla="*/ 40282 h 171450"/>
                <a:gd name="connsiteX10" fmla="*/ 81552 w 152400"/>
                <a:gd name="connsiteY10" fmla="*/ 40282 h 171450"/>
                <a:gd name="connsiteX11" fmla="*/ 84791 w 152400"/>
                <a:gd name="connsiteY11" fmla="*/ 40282 h 171450"/>
                <a:gd name="connsiteX12" fmla="*/ 84791 w 152400"/>
                <a:gd name="connsiteY12" fmla="*/ 40282 h 171450"/>
                <a:gd name="connsiteX13" fmla="*/ 95745 w 152400"/>
                <a:gd name="connsiteY13" fmla="*/ 45426 h 171450"/>
                <a:gd name="connsiteX14" fmla="*/ 98602 w 152400"/>
                <a:gd name="connsiteY14" fmla="*/ 54951 h 171450"/>
                <a:gd name="connsiteX15" fmla="*/ 72218 w 152400"/>
                <a:gd name="connsiteY15" fmla="*/ 68190 h 171450"/>
                <a:gd name="connsiteX16" fmla="*/ 71170 w 152400"/>
                <a:gd name="connsiteY16" fmla="*/ 68190 h 171450"/>
                <a:gd name="connsiteX17" fmla="*/ 66121 w 152400"/>
                <a:gd name="connsiteY17" fmla="*/ 69333 h 171450"/>
                <a:gd name="connsiteX18" fmla="*/ 55549 w 152400"/>
                <a:gd name="connsiteY18" fmla="*/ 71715 h 171450"/>
                <a:gd name="connsiteX19" fmla="*/ 7162 w 152400"/>
                <a:gd name="connsiteY19" fmla="*/ 119340 h 171450"/>
                <a:gd name="connsiteX20" fmla="*/ 20306 w 152400"/>
                <a:gd name="connsiteY20" fmla="*/ 152677 h 171450"/>
                <a:gd name="connsiteX21" fmla="*/ 55167 w 152400"/>
                <a:gd name="connsiteY21" fmla="*/ 165155 h 171450"/>
                <a:gd name="connsiteX22" fmla="*/ 57168 w 152400"/>
                <a:gd name="connsiteY22" fmla="*/ 165155 h 171450"/>
                <a:gd name="connsiteX23" fmla="*/ 93553 w 152400"/>
                <a:gd name="connsiteY23" fmla="*/ 152582 h 171450"/>
                <a:gd name="connsiteX24" fmla="*/ 100602 w 152400"/>
                <a:gd name="connsiteY24" fmla="*/ 147248 h 171450"/>
                <a:gd name="connsiteX25" fmla="*/ 102698 w 152400"/>
                <a:gd name="connsiteY25" fmla="*/ 145628 h 171450"/>
                <a:gd name="connsiteX26" fmla="*/ 102698 w 152400"/>
                <a:gd name="connsiteY26" fmla="*/ 160773 h 171450"/>
                <a:gd name="connsiteX27" fmla="*/ 147846 w 152400"/>
                <a:gd name="connsiteY27" fmla="*/ 160773 h 171450"/>
                <a:gd name="connsiteX28" fmla="*/ 147846 w 152400"/>
                <a:gd name="connsiteY28" fmla="*/ 65333 h 171450"/>
                <a:gd name="connsiteX29" fmla="*/ 147275 w 152400"/>
                <a:gd name="connsiteY29" fmla="*/ 56951 h 171450"/>
                <a:gd name="connsiteX30" fmla="*/ 99745 w 152400"/>
                <a:gd name="connsiteY30" fmla="*/ 92574 h 171450"/>
                <a:gd name="connsiteX31" fmla="*/ 99745 w 152400"/>
                <a:gd name="connsiteY31" fmla="*/ 116196 h 171450"/>
                <a:gd name="connsiteX32" fmla="*/ 99745 w 152400"/>
                <a:gd name="connsiteY32" fmla="*/ 116673 h 171450"/>
                <a:gd name="connsiteX33" fmla="*/ 95459 w 152400"/>
                <a:gd name="connsiteY33" fmla="*/ 120292 h 171450"/>
                <a:gd name="connsiteX34" fmla="*/ 90505 w 152400"/>
                <a:gd name="connsiteY34" fmla="*/ 124007 h 171450"/>
                <a:gd name="connsiteX35" fmla="*/ 72408 w 152400"/>
                <a:gd name="connsiteY35" fmla="*/ 129722 h 171450"/>
                <a:gd name="connsiteX36" fmla="*/ 71551 w 152400"/>
                <a:gd name="connsiteY36" fmla="*/ 129722 h 171450"/>
                <a:gd name="connsiteX37" fmla="*/ 57571 w 152400"/>
                <a:gd name="connsiteY37" fmla="*/ 117469 h 171450"/>
                <a:gd name="connsiteX38" fmla="*/ 57549 w 152400"/>
                <a:gd name="connsiteY38" fmla="*/ 116197 h 171450"/>
                <a:gd name="connsiteX39" fmla="*/ 69169 w 152400"/>
                <a:gd name="connsiteY39" fmla="*/ 101337 h 171450"/>
                <a:gd name="connsiteX40" fmla="*/ 98507 w 152400"/>
                <a:gd name="connsiteY40" fmla="*/ 91241 h 171450"/>
                <a:gd name="connsiteX41" fmla="*/ 100221 w 152400"/>
                <a:gd name="connsiteY41" fmla="*/ 90669 h 171450"/>
                <a:gd name="connsiteX42" fmla="*/ 100221 w 152400"/>
                <a:gd name="connsiteY42" fmla="*/ 9257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52400" h="171450">
                  <a:moveTo>
                    <a:pt x="147370" y="56951"/>
                  </a:moveTo>
                  <a:cubicBezTo>
                    <a:pt x="146216" y="42661"/>
                    <a:pt x="139348" y="29440"/>
                    <a:pt x="128320" y="20279"/>
                  </a:cubicBezTo>
                  <a:cubicBezTo>
                    <a:pt x="114888" y="10966"/>
                    <a:pt x="98729" y="6407"/>
                    <a:pt x="82409" y="7326"/>
                  </a:cubicBezTo>
                  <a:lnTo>
                    <a:pt x="82409" y="7326"/>
                  </a:lnTo>
                  <a:cubicBezTo>
                    <a:pt x="66041" y="6247"/>
                    <a:pt x="49715" y="9988"/>
                    <a:pt x="35451" y="18089"/>
                  </a:cubicBezTo>
                  <a:cubicBezTo>
                    <a:pt x="24727" y="25481"/>
                    <a:pt x="17498" y="36944"/>
                    <a:pt x="15449" y="49807"/>
                  </a:cubicBezTo>
                  <a:lnTo>
                    <a:pt x="13925" y="56665"/>
                  </a:lnTo>
                  <a:lnTo>
                    <a:pt x="60597" y="56665"/>
                  </a:lnTo>
                  <a:lnTo>
                    <a:pt x="60597" y="55617"/>
                  </a:lnTo>
                  <a:cubicBezTo>
                    <a:pt x="61836" y="45996"/>
                    <a:pt x="70583" y="39160"/>
                    <a:pt x="80219" y="40282"/>
                  </a:cubicBezTo>
                  <a:lnTo>
                    <a:pt x="81552" y="40282"/>
                  </a:lnTo>
                  <a:cubicBezTo>
                    <a:pt x="82629" y="40184"/>
                    <a:pt x="83713" y="40184"/>
                    <a:pt x="84791" y="40282"/>
                  </a:cubicBezTo>
                  <a:lnTo>
                    <a:pt x="84791" y="40282"/>
                  </a:lnTo>
                  <a:cubicBezTo>
                    <a:pt x="88916" y="40718"/>
                    <a:pt x="92774" y="42530"/>
                    <a:pt x="95745" y="45426"/>
                  </a:cubicBezTo>
                  <a:cubicBezTo>
                    <a:pt x="98153" y="47968"/>
                    <a:pt x="99213" y="51502"/>
                    <a:pt x="98602" y="54951"/>
                  </a:cubicBezTo>
                  <a:cubicBezTo>
                    <a:pt x="97649" y="61713"/>
                    <a:pt x="93458" y="63237"/>
                    <a:pt x="72218" y="68190"/>
                  </a:cubicBezTo>
                  <a:lnTo>
                    <a:pt x="71170" y="68190"/>
                  </a:lnTo>
                  <a:lnTo>
                    <a:pt x="66121" y="69333"/>
                  </a:lnTo>
                  <a:cubicBezTo>
                    <a:pt x="62502" y="70000"/>
                    <a:pt x="58978" y="70857"/>
                    <a:pt x="55549" y="71715"/>
                  </a:cubicBezTo>
                  <a:cubicBezTo>
                    <a:pt x="19639" y="80573"/>
                    <a:pt x="6590" y="93622"/>
                    <a:pt x="7162" y="119340"/>
                  </a:cubicBezTo>
                  <a:cubicBezTo>
                    <a:pt x="6943" y="131757"/>
                    <a:pt x="11672" y="143751"/>
                    <a:pt x="20306" y="152677"/>
                  </a:cubicBezTo>
                  <a:cubicBezTo>
                    <a:pt x="29824" y="161276"/>
                    <a:pt x="42355" y="165761"/>
                    <a:pt x="55167" y="165155"/>
                  </a:cubicBezTo>
                  <a:lnTo>
                    <a:pt x="57168" y="165155"/>
                  </a:lnTo>
                  <a:cubicBezTo>
                    <a:pt x="70378" y="165251"/>
                    <a:pt x="83221" y="160813"/>
                    <a:pt x="93553" y="152582"/>
                  </a:cubicBezTo>
                  <a:lnTo>
                    <a:pt x="100602" y="147248"/>
                  </a:lnTo>
                  <a:lnTo>
                    <a:pt x="102698" y="145628"/>
                  </a:lnTo>
                  <a:lnTo>
                    <a:pt x="102698" y="160773"/>
                  </a:lnTo>
                  <a:lnTo>
                    <a:pt x="147846" y="160773"/>
                  </a:lnTo>
                  <a:lnTo>
                    <a:pt x="147846" y="65333"/>
                  </a:lnTo>
                  <a:cubicBezTo>
                    <a:pt x="147852" y="62529"/>
                    <a:pt x="147661" y="59728"/>
                    <a:pt x="147275" y="56951"/>
                  </a:cubicBezTo>
                  <a:close/>
                  <a:moveTo>
                    <a:pt x="99745" y="92574"/>
                  </a:moveTo>
                  <a:lnTo>
                    <a:pt x="99745" y="116196"/>
                  </a:lnTo>
                  <a:lnTo>
                    <a:pt x="99745" y="116673"/>
                  </a:lnTo>
                  <a:lnTo>
                    <a:pt x="95459" y="120292"/>
                  </a:lnTo>
                  <a:cubicBezTo>
                    <a:pt x="93926" y="121680"/>
                    <a:pt x="92268" y="122923"/>
                    <a:pt x="90505" y="124007"/>
                  </a:cubicBezTo>
                  <a:cubicBezTo>
                    <a:pt x="85089" y="127488"/>
                    <a:pt x="78842" y="129461"/>
                    <a:pt x="72408" y="129722"/>
                  </a:cubicBezTo>
                  <a:lnTo>
                    <a:pt x="71551" y="129722"/>
                  </a:lnTo>
                  <a:cubicBezTo>
                    <a:pt x="64307" y="130199"/>
                    <a:pt x="58048" y="124713"/>
                    <a:pt x="57571" y="117469"/>
                  </a:cubicBezTo>
                  <a:cubicBezTo>
                    <a:pt x="57543" y="117046"/>
                    <a:pt x="57535" y="116621"/>
                    <a:pt x="57549" y="116197"/>
                  </a:cubicBezTo>
                  <a:cubicBezTo>
                    <a:pt x="56978" y="108767"/>
                    <a:pt x="60407" y="104481"/>
                    <a:pt x="69169" y="101337"/>
                  </a:cubicBezTo>
                  <a:lnTo>
                    <a:pt x="98507" y="91241"/>
                  </a:lnTo>
                  <a:lnTo>
                    <a:pt x="100221" y="90669"/>
                  </a:lnTo>
                  <a:lnTo>
                    <a:pt x="100221" y="92574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40" r:id="rId2"/>
    <p:sldLayoutId id="2147483736" r:id="rId3"/>
    <p:sldLayoutId id="2147483729" r:id="rId4"/>
    <p:sldLayoutId id="2147483737" r:id="rId5"/>
    <p:sldLayoutId id="2147483731" r:id="rId6"/>
    <p:sldLayoutId id="2147483738" r:id="rId7"/>
    <p:sldLayoutId id="2147483733" r:id="rId8"/>
    <p:sldLayoutId id="2147483739" r:id="rId9"/>
    <p:sldLayoutId id="2147483734" r:id="rId10"/>
    <p:sldLayoutId id="2147483735" r:id="rId11"/>
  </p:sldLayoutIdLst>
  <p:hf hdr="0" dt="0"/>
  <p:txStyles>
    <p:titleStyle>
      <a:lvl1pPr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2pPr>
      <a:lvl3pPr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3pPr>
      <a:lvl4pPr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4pPr>
      <a:lvl5pPr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5pPr>
      <a:lvl6pPr marL="457200"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6pPr>
      <a:lvl7pPr marL="914400"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7pPr>
      <a:lvl8pPr marL="1371600"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8pPr>
      <a:lvl9pPr marL="1828800"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9pPr>
    </p:titleStyle>
    <p:bodyStyle>
      <a:lvl1pPr algn="l" rtl="0" eaLnBrk="1" fontAlgn="base" hangingPunct="1">
        <a:spcBef>
          <a:spcPts val="1200"/>
        </a:spcBef>
        <a:spcAft>
          <a:spcPts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79388" algn="l" rtl="0" eaLnBrk="1" fontAlgn="base" hangingPunct="1">
        <a:spcBef>
          <a:spcPts val="600"/>
        </a:spcBef>
        <a:spcAft>
          <a:spcPct val="0"/>
        </a:spcAft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77800" algn="l" rtl="0" eaLnBrk="1" fontAlgn="base" hangingPunct="1">
        <a:spcBef>
          <a:spcPts val="400"/>
        </a:spcBef>
        <a:spcAft>
          <a:spcPct val="0"/>
        </a:spcAft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77800" algn="l" rtl="0" eaLnBrk="1" fontAlgn="base" hangingPunct="1">
        <a:spcBef>
          <a:spcPts val="400"/>
        </a:spcBef>
        <a:spcAft>
          <a:spcPct val="0"/>
        </a:spcAft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77800" algn="l" rtl="0" eaLnBrk="1" fontAlgn="base" hangingPunct="1">
        <a:spcBef>
          <a:spcPts val="400"/>
        </a:spcBef>
        <a:spcAft>
          <a:spcPct val="0"/>
        </a:spcAft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17" userDrawn="1">
          <p15:clr>
            <a:srgbClr val="F26B43"/>
          </p15:clr>
        </p15:guide>
        <p15:guide id="2" orient="horz" pos="4020" userDrawn="1">
          <p15:clr>
            <a:srgbClr val="F26B43"/>
          </p15:clr>
        </p15:guide>
        <p15:guide id="3" pos="317" userDrawn="1">
          <p15:clr>
            <a:srgbClr val="F26B43"/>
          </p15:clr>
        </p15:guide>
        <p15:guide id="4" pos="737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9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843925B5-562C-4D9F-919C-6C94037B01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3960B70-D992-41EA-AB6F-F2443A66E9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Plant Gundernhausen – NVH Situation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54D95F-54A6-AAD6-0DAF-6CE43E07D8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x-none" dirty="0"/>
              <a:t>Presentation venue | Date | Speaker</a:t>
            </a:r>
          </a:p>
        </p:txBody>
      </p:sp>
    </p:spTree>
    <p:extLst>
      <p:ext uri="{BB962C8B-B14F-4D97-AF65-F5344CB8AC3E}">
        <p14:creationId xmlns:p14="http://schemas.microsoft.com/office/powerpoint/2010/main" val="1101592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nhaltsplatzhalter 18">
            <a:extLst>
              <a:ext uri="{FF2B5EF4-FFF2-40B4-BE49-F238E27FC236}">
                <a16:creationId xmlns:a16="http://schemas.microsoft.com/office/drawing/2014/main" id="{363644AE-5EAE-003C-5704-C6CCE8CEE1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1444321" y="1773238"/>
            <a:ext cx="9317646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9BB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B8C400"/>
                  </a:outerShdw>
                </a:effectLst>
              </a14:hiddenEffects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8C9CE0-7F4A-474C-B00A-8B1B138BC0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520D1F-A7A6-418C-90EB-3C7F84B97953}" type="slidenum">
              <a:rPr lang="en-US" altLang="x-none" smtClean="0"/>
              <a:pPr/>
              <a:t>2</a:t>
            </a:fld>
            <a:endParaRPr lang="en-US" altLang="x-none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237E23EC-536C-42C1-AF53-6E0383BF6B18}"/>
              </a:ext>
            </a:extLst>
          </p:cNvPr>
          <p:cNvSpPr>
            <a:spLocks noGrp="1"/>
          </p:cNvSpPr>
          <p:nvPr>
            <p:ph type="subTitle" idx="12"/>
          </p:nvPr>
        </p:nvSpPr>
        <p:spPr/>
        <p:txBody>
          <a:bodyPr/>
          <a:lstStyle/>
          <a:p>
            <a:r>
              <a:rPr lang="en-US" dirty="0"/>
              <a:t>Plant Gundernhausen – NVH Situation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E742DDA-3AC4-4EE3-AAD1-B12EBAD29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OCU (30.03.26 Sonar)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B16AB1-52A1-808E-0AEA-AC3E0C886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x-none" noProof="0" dirty="0"/>
              <a:t>Presentation venue | Date | Speaker</a:t>
            </a:r>
          </a:p>
        </p:txBody>
      </p:sp>
      <p:pic>
        <p:nvPicPr>
          <p:cNvPr id="32" name="Grafik 31">
            <a:extLst>
              <a:ext uri="{FF2B5EF4-FFF2-40B4-BE49-F238E27FC236}">
                <a16:creationId xmlns:a16="http://schemas.microsoft.com/office/drawing/2014/main" id="{7ACA6AD8-5389-9647-369B-3984370F13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60" y="3224177"/>
            <a:ext cx="1826085" cy="93736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C4F32046-8A18-2400-AB41-1A43D2263D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4492" y="5229200"/>
            <a:ext cx="1777473" cy="97467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38" name="Grafik 37">
            <a:extLst>
              <a:ext uri="{FF2B5EF4-FFF2-40B4-BE49-F238E27FC236}">
                <a16:creationId xmlns:a16="http://schemas.microsoft.com/office/drawing/2014/main" id="{C5150340-2B7F-4CBA-ECBB-D72D8E02A7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7608" y="1916832"/>
            <a:ext cx="2016224" cy="99951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1CB53268-3972-F226-EFC5-A224518C78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0567" y="5617712"/>
            <a:ext cx="1914683" cy="97467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73C92F51-5449-4D7C-290B-14DA163B14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28448" y="3692857"/>
            <a:ext cx="1412175" cy="75665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44" name="Grafik 43">
            <a:extLst>
              <a:ext uri="{FF2B5EF4-FFF2-40B4-BE49-F238E27FC236}">
                <a16:creationId xmlns:a16="http://schemas.microsoft.com/office/drawing/2014/main" id="{A530FEA1-DB06-0515-0EC9-F165C5C55A0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9016" y="3573016"/>
            <a:ext cx="1412175" cy="72297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46" name="Grafik 45">
            <a:extLst>
              <a:ext uri="{FF2B5EF4-FFF2-40B4-BE49-F238E27FC236}">
                <a16:creationId xmlns:a16="http://schemas.microsoft.com/office/drawing/2014/main" id="{8E196B6B-A194-93AA-A406-E76390BF4DD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52384" y="2502001"/>
            <a:ext cx="1559921" cy="79390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13098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A2085-852D-45D5-E40B-728B28E05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nhaltsplatzhalter 18">
            <a:extLst>
              <a:ext uri="{FF2B5EF4-FFF2-40B4-BE49-F238E27FC236}">
                <a16:creationId xmlns:a16="http://schemas.microsoft.com/office/drawing/2014/main" id="{BFE46D45-097E-8240-42BE-BA4DFD552E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1444321" y="1773238"/>
            <a:ext cx="9317646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9BB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B8C400"/>
                  </a:outerShdw>
                </a:effectLst>
              </a14:hiddenEffects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CF6456-C760-DDEF-BFDF-56B73DA6D1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520D1F-A7A6-418C-90EB-3C7F84B97953}" type="slidenum">
              <a:rPr lang="en-US" altLang="x-none" smtClean="0"/>
              <a:pPr/>
              <a:t>3</a:t>
            </a:fld>
            <a:endParaRPr lang="en-US" altLang="x-none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CCC2E949-1565-37D4-F8B8-3091DF3ACC0B}"/>
              </a:ext>
            </a:extLst>
          </p:cNvPr>
          <p:cNvSpPr>
            <a:spLocks noGrp="1"/>
          </p:cNvSpPr>
          <p:nvPr>
            <p:ph type="subTitle" idx="12"/>
          </p:nvPr>
        </p:nvSpPr>
        <p:spPr/>
        <p:txBody>
          <a:bodyPr/>
          <a:lstStyle/>
          <a:p>
            <a:r>
              <a:rPr lang="en-US" dirty="0"/>
              <a:t>Plant Gundernhausen – NVH Situation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2FC6B33-F5D7-B34C-31BA-280976F5D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Situation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C47797-DF1D-8334-E351-62D1F3B35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x-none" noProof="0" dirty="0"/>
              <a:t>Presentation venue | Date | Speaker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273FE3A-FF15-09CB-958F-4538A15641EE}"/>
              </a:ext>
            </a:extLst>
          </p:cNvPr>
          <p:cNvSpPr/>
          <p:nvPr/>
        </p:nvSpPr>
        <p:spPr bwMode="auto">
          <a:xfrm>
            <a:off x="4177872" y="1770466"/>
            <a:ext cx="1846120" cy="1298493"/>
          </a:xfrm>
          <a:prstGeom prst="rect">
            <a:avLst/>
          </a:prstGeom>
          <a:solidFill>
            <a:srgbClr val="FFC000">
              <a:alpha val="69804"/>
            </a:srgbClr>
          </a:solidFill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A57AEEAA-B4A3-E0FF-4093-7FB977010C5A}"/>
              </a:ext>
            </a:extLst>
          </p:cNvPr>
          <p:cNvSpPr/>
          <p:nvPr/>
        </p:nvSpPr>
        <p:spPr bwMode="auto">
          <a:xfrm>
            <a:off x="4973320" y="5185697"/>
            <a:ext cx="1008495" cy="1051615"/>
          </a:xfrm>
          <a:prstGeom prst="rect">
            <a:avLst/>
          </a:prstGeom>
          <a:solidFill>
            <a:srgbClr val="FFC000">
              <a:alpha val="69804"/>
            </a:srgbClr>
          </a:solidFill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de-DE" sz="1600" dirty="0" err="1">
              <a:latin typeface="+mn-lt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F448BB5E-8F27-31C1-8DC0-D10457FBEBB1}"/>
              </a:ext>
            </a:extLst>
          </p:cNvPr>
          <p:cNvSpPr/>
          <p:nvPr/>
        </p:nvSpPr>
        <p:spPr bwMode="auto">
          <a:xfrm>
            <a:off x="9999710" y="4479203"/>
            <a:ext cx="720080" cy="1728192"/>
          </a:xfrm>
          <a:prstGeom prst="rect">
            <a:avLst/>
          </a:prstGeom>
          <a:solidFill>
            <a:srgbClr val="FFC000">
              <a:alpha val="69804"/>
            </a:srgbClr>
          </a:solidFill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de-DE" sz="1600" dirty="0" err="1">
              <a:latin typeface="+mn-lt"/>
            </a:endParaRP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1CDD3D81-36B5-49CD-A23C-22F58F5CE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3992" y="5212340"/>
            <a:ext cx="1438476" cy="1024972"/>
          </a:xfrm>
          <a:prstGeom prst="rect">
            <a:avLst/>
          </a:prstGeom>
        </p:spPr>
      </p:pic>
      <p:sp>
        <p:nvSpPr>
          <p:cNvPr id="20" name="Rechteck 19">
            <a:extLst>
              <a:ext uri="{FF2B5EF4-FFF2-40B4-BE49-F238E27FC236}">
                <a16:creationId xmlns:a16="http://schemas.microsoft.com/office/drawing/2014/main" id="{C1192163-28F3-D4CD-52E1-2F8C9213C52D}"/>
              </a:ext>
            </a:extLst>
          </p:cNvPr>
          <p:cNvSpPr/>
          <p:nvPr/>
        </p:nvSpPr>
        <p:spPr bwMode="auto">
          <a:xfrm>
            <a:off x="8256240" y="2636912"/>
            <a:ext cx="1584176" cy="432047"/>
          </a:xfrm>
          <a:prstGeom prst="rect">
            <a:avLst/>
          </a:prstGeom>
          <a:solidFill>
            <a:srgbClr val="B8C400">
              <a:alpha val="69804"/>
            </a:srgbClr>
          </a:solidFill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de-DE" sz="1600" dirty="0" err="1">
              <a:latin typeface="+mn-lt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52661467-4E8A-3004-C925-4B018543B01D}"/>
              </a:ext>
            </a:extLst>
          </p:cNvPr>
          <p:cNvSpPr/>
          <p:nvPr/>
        </p:nvSpPr>
        <p:spPr bwMode="auto">
          <a:xfrm>
            <a:off x="8130086" y="3412336"/>
            <a:ext cx="1710329" cy="1728192"/>
          </a:xfrm>
          <a:prstGeom prst="rect">
            <a:avLst/>
          </a:prstGeom>
          <a:solidFill>
            <a:srgbClr val="B8C400">
              <a:alpha val="69804"/>
            </a:srgbClr>
          </a:solidFill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de-DE" sz="1600" dirty="0" err="1">
              <a:latin typeface="+mn-lt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34BAFBB5-1504-AED9-20A7-8828A432DE45}"/>
              </a:ext>
            </a:extLst>
          </p:cNvPr>
          <p:cNvSpPr/>
          <p:nvPr/>
        </p:nvSpPr>
        <p:spPr bwMode="auto">
          <a:xfrm>
            <a:off x="1472210" y="3983311"/>
            <a:ext cx="720080" cy="2127843"/>
          </a:xfrm>
          <a:prstGeom prst="rect">
            <a:avLst/>
          </a:prstGeom>
          <a:solidFill>
            <a:srgbClr val="B8C400">
              <a:alpha val="69804"/>
            </a:srgbClr>
          </a:solidFill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F730E70C-8979-635A-8BA0-4777EF978695}"/>
              </a:ext>
            </a:extLst>
          </p:cNvPr>
          <p:cNvCxnSpPr>
            <a:stCxn id="8" idx="2"/>
          </p:cNvCxnSpPr>
          <p:nvPr/>
        </p:nvCxnSpPr>
        <p:spPr bwMode="auto">
          <a:xfrm>
            <a:off x="5100932" y="3068959"/>
            <a:ext cx="2995431" cy="1152129"/>
          </a:xfrm>
          <a:prstGeom prst="straightConnector1">
            <a:avLst/>
          </a:prstGeom>
          <a:solidFill>
            <a:srgbClr val="B8C400"/>
          </a:solidFill>
          <a:ln w="28575" cap="flat" cmpd="sng" algn="ctr">
            <a:solidFill>
              <a:srgbClr val="B8C4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22662F5A-F6F6-E3EB-062B-F6565DF2DBB2}"/>
              </a:ext>
            </a:extLst>
          </p:cNvPr>
          <p:cNvCxnSpPr>
            <a:stCxn id="10" idx="3"/>
            <a:endCxn id="20" idx="1"/>
          </p:cNvCxnSpPr>
          <p:nvPr/>
        </p:nvCxnSpPr>
        <p:spPr bwMode="auto">
          <a:xfrm flipV="1">
            <a:off x="5981815" y="2852936"/>
            <a:ext cx="2274425" cy="2858569"/>
          </a:xfrm>
          <a:prstGeom prst="straightConnector1">
            <a:avLst/>
          </a:prstGeom>
          <a:solidFill>
            <a:srgbClr val="B8C400"/>
          </a:solidFill>
          <a:ln w="28575" cap="flat" cmpd="sng" algn="ctr">
            <a:solidFill>
              <a:srgbClr val="B8C4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1127FD7B-5772-169A-9B5E-8C809ACDB887}"/>
              </a:ext>
            </a:extLst>
          </p:cNvPr>
          <p:cNvCxnSpPr>
            <a:stCxn id="11" idx="1"/>
            <a:endCxn id="22" idx="3"/>
          </p:cNvCxnSpPr>
          <p:nvPr/>
        </p:nvCxnSpPr>
        <p:spPr bwMode="auto">
          <a:xfrm flipH="1" flipV="1">
            <a:off x="2192290" y="5047233"/>
            <a:ext cx="7807420" cy="296066"/>
          </a:xfrm>
          <a:prstGeom prst="straightConnector1">
            <a:avLst/>
          </a:prstGeom>
          <a:solidFill>
            <a:srgbClr val="B8C400"/>
          </a:solidFill>
          <a:ln w="28575" cap="flat" cmpd="sng" algn="ctr">
            <a:solidFill>
              <a:srgbClr val="B8C4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06B45DBE-1A5D-5A4E-0EC6-62BF5BCC39CA}"/>
              </a:ext>
            </a:extLst>
          </p:cNvPr>
          <p:cNvSpPr/>
          <p:nvPr/>
        </p:nvSpPr>
        <p:spPr bwMode="auto">
          <a:xfrm>
            <a:off x="2631585" y="5185697"/>
            <a:ext cx="2097947" cy="1051615"/>
          </a:xfrm>
          <a:prstGeom prst="rect">
            <a:avLst/>
          </a:prstGeom>
          <a:solidFill>
            <a:srgbClr val="B8C400">
              <a:alpha val="69804"/>
            </a:srgbClr>
          </a:solidFill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de-DE" sz="1600" dirty="0" err="1">
              <a:latin typeface="+mn-lt"/>
            </a:endParaRP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6D914335-31C4-9311-3EB2-D72445DEC51D}"/>
              </a:ext>
            </a:extLst>
          </p:cNvPr>
          <p:cNvCxnSpPr>
            <a:stCxn id="8" idx="2"/>
            <a:endCxn id="6" idx="0"/>
          </p:cNvCxnSpPr>
          <p:nvPr/>
        </p:nvCxnSpPr>
        <p:spPr bwMode="auto">
          <a:xfrm flipH="1">
            <a:off x="3680559" y="3068959"/>
            <a:ext cx="1420373" cy="2116738"/>
          </a:xfrm>
          <a:prstGeom prst="straightConnector1">
            <a:avLst/>
          </a:prstGeom>
          <a:solidFill>
            <a:srgbClr val="B8C400"/>
          </a:solidFill>
          <a:ln w="28575" cap="flat" cmpd="sng" algn="ctr">
            <a:solidFill>
              <a:srgbClr val="B8C4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214853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B8C90-5BBB-0BFF-25DB-3104C5112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nhaltsplatzhalter 18">
            <a:extLst>
              <a:ext uri="{FF2B5EF4-FFF2-40B4-BE49-F238E27FC236}">
                <a16:creationId xmlns:a16="http://schemas.microsoft.com/office/drawing/2014/main" id="{551809D2-D8DD-D1FE-B54D-823A45B343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1444320" y="1753277"/>
            <a:ext cx="9317646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9BB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B8C400"/>
                  </a:outerShdw>
                </a:effectLst>
              </a14:hiddenEffects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354280-3B25-9BB0-1ED4-2445EB8187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520D1F-A7A6-418C-90EB-3C7F84B97953}" type="slidenum">
              <a:rPr lang="en-US" altLang="x-none" smtClean="0"/>
              <a:pPr/>
              <a:t>4</a:t>
            </a:fld>
            <a:endParaRPr lang="en-US" altLang="x-none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8B567412-FC99-B3F0-2F2A-0A029FE83546}"/>
              </a:ext>
            </a:extLst>
          </p:cNvPr>
          <p:cNvSpPr>
            <a:spLocks noGrp="1"/>
          </p:cNvSpPr>
          <p:nvPr>
            <p:ph type="subTitle" idx="12"/>
          </p:nvPr>
        </p:nvSpPr>
        <p:spPr/>
        <p:txBody>
          <a:bodyPr/>
          <a:lstStyle/>
          <a:p>
            <a:r>
              <a:rPr lang="en-US" dirty="0"/>
              <a:t>Plant Gundernhausen – NVH Situation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BD80096-8F61-7AA9-079A-1BDF91A64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Situation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B771E0-5738-930D-7C20-64D3A73CA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x-none" noProof="0" dirty="0"/>
              <a:t>Presentation venue | Date | Speaker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24F8AD2-3B69-3ACA-6D80-8AFBDB567C3B}"/>
              </a:ext>
            </a:extLst>
          </p:cNvPr>
          <p:cNvSpPr/>
          <p:nvPr/>
        </p:nvSpPr>
        <p:spPr bwMode="auto">
          <a:xfrm>
            <a:off x="4177872" y="1770466"/>
            <a:ext cx="1846120" cy="1298493"/>
          </a:xfrm>
          <a:prstGeom prst="rect">
            <a:avLst/>
          </a:prstGeom>
          <a:solidFill>
            <a:srgbClr val="FFC000">
              <a:alpha val="69804"/>
            </a:srgbClr>
          </a:solidFill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0FF592E-F10C-22ED-4991-EF846FAE7BD9}"/>
              </a:ext>
            </a:extLst>
          </p:cNvPr>
          <p:cNvSpPr/>
          <p:nvPr/>
        </p:nvSpPr>
        <p:spPr bwMode="auto">
          <a:xfrm>
            <a:off x="4973320" y="5185697"/>
            <a:ext cx="1008495" cy="1051615"/>
          </a:xfrm>
          <a:prstGeom prst="rect">
            <a:avLst/>
          </a:prstGeom>
          <a:solidFill>
            <a:srgbClr val="FFC000">
              <a:alpha val="69804"/>
            </a:srgbClr>
          </a:solidFill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de-DE" sz="1600" dirty="0" err="1">
              <a:latin typeface="+mn-lt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7AE43C1-EAA7-BC72-AF99-005405EF70C4}"/>
              </a:ext>
            </a:extLst>
          </p:cNvPr>
          <p:cNvSpPr/>
          <p:nvPr/>
        </p:nvSpPr>
        <p:spPr bwMode="auto">
          <a:xfrm>
            <a:off x="9999710" y="4479203"/>
            <a:ext cx="720080" cy="1728192"/>
          </a:xfrm>
          <a:prstGeom prst="rect">
            <a:avLst/>
          </a:prstGeom>
          <a:solidFill>
            <a:srgbClr val="FFC000">
              <a:alpha val="69804"/>
            </a:srgbClr>
          </a:solidFill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de-DE" sz="1600" dirty="0" err="1">
              <a:latin typeface="+mn-lt"/>
            </a:endParaRP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BAEA1CAB-F115-2F37-C079-856F8A4CE9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7282" y="5288802"/>
            <a:ext cx="1438476" cy="1024972"/>
          </a:xfrm>
          <a:prstGeom prst="rect">
            <a:avLst/>
          </a:prstGeom>
        </p:spPr>
      </p:pic>
      <p:sp>
        <p:nvSpPr>
          <p:cNvPr id="20" name="Rechteck 19">
            <a:extLst>
              <a:ext uri="{FF2B5EF4-FFF2-40B4-BE49-F238E27FC236}">
                <a16:creationId xmlns:a16="http://schemas.microsoft.com/office/drawing/2014/main" id="{499ECD15-B736-DCAA-0510-DB0DD5342E4E}"/>
              </a:ext>
            </a:extLst>
          </p:cNvPr>
          <p:cNvSpPr/>
          <p:nvPr/>
        </p:nvSpPr>
        <p:spPr bwMode="auto">
          <a:xfrm>
            <a:off x="8256240" y="2636912"/>
            <a:ext cx="1584176" cy="432047"/>
          </a:xfrm>
          <a:prstGeom prst="rect">
            <a:avLst/>
          </a:prstGeom>
          <a:solidFill>
            <a:srgbClr val="B8C400">
              <a:alpha val="69804"/>
            </a:srgbClr>
          </a:solidFill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de-DE" sz="1600" dirty="0" err="1">
              <a:latin typeface="+mn-lt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7BFB4BBD-8B83-2650-A992-76845EB62084}"/>
              </a:ext>
            </a:extLst>
          </p:cNvPr>
          <p:cNvSpPr/>
          <p:nvPr/>
        </p:nvSpPr>
        <p:spPr bwMode="auto">
          <a:xfrm>
            <a:off x="8130086" y="3412336"/>
            <a:ext cx="1710329" cy="1728192"/>
          </a:xfrm>
          <a:prstGeom prst="rect">
            <a:avLst/>
          </a:prstGeom>
          <a:solidFill>
            <a:srgbClr val="B8C400">
              <a:alpha val="69804"/>
            </a:srgbClr>
          </a:solidFill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de-DE" sz="1600" dirty="0" err="1">
              <a:latin typeface="+mn-lt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3F91CB5F-13FD-08C3-330C-F5A6013825F3}"/>
              </a:ext>
            </a:extLst>
          </p:cNvPr>
          <p:cNvSpPr/>
          <p:nvPr/>
        </p:nvSpPr>
        <p:spPr bwMode="auto">
          <a:xfrm>
            <a:off x="1472210" y="3983311"/>
            <a:ext cx="720080" cy="2127843"/>
          </a:xfrm>
          <a:prstGeom prst="rect">
            <a:avLst/>
          </a:prstGeom>
          <a:solidFill>
            <a:srgbClr val="B8C400">
              <a:alpha val="69804"/>
            </a:srgbClr>
          </a:solidFill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D0DBAD10-328B-DD59-38CA-0FF9E6F243F5}"/>
              </a:ext>
            </a:extLst>
          </p:cNvPr>
          <p:cNvCxnSpPr>
            <a:stCxn id="8" idx="2"/>
            <a:endCxn id="21" idx="1"/>
          </p:cNvCxnSpPr>
          <p:nvPr/>
        </p:nvCxnSpPr>
        <p:spPr bwMode="auto">
          <a:xfrm>
            <a:off x="5100932" y="3068959"/>
            <a:ext cx="3029154" cy="1207473"/>
          </a:xfrm>
          <a:prstGeom prst="straightConnector1">
            <a:avLst/>
          </a:prstGeom>
          <a:solidFill>
            <a:srgbClr val="B8C400"/>
          </a:solidFill>
          <a:ln w="28575" cap="flat" cmpd="sng" algn="ctr">
            <a:solidFill>
              <a:srgbClr val="B8C4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A5AABE39-1226-562A-013A-AFD80D55508D}"/>
              </a:ext>
            </a:extLst>
          </p:cNvPr>
          <p:cNvCxnSpPr>
            <a:stCxn id="10" idx="3"/>
            <a:endCxn id="20" idx="1"/>
          </p:cNvCxnSpPr>
          <p:nvPr/>
        </p:nvCxnSpPr>
        <p:spPr bwMode="auto">
          <a:xfrm flipV="1">
            <a:off x="5981815" y="2852936"/>
            <a:ext cx="2274425" cy="2858569"/>
          </a:xfrm>
          <a:prstGeom prst="straightConnector1">
            <a:avLst/>
          </a:prstGeom>
          <a:solidFill>
            <a:srgbClr val="B8C400"/>
          </a:solidFill>
          <a:ln w="28575" cap="flat" cmpd="sng" algn="ctr">
            <a:solidFill>
              <a:srgbClr val="B8C4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F2512D4C-F3AF-584D-72B2-B37AE2432DA1}"/>
              </a:ext>
            </a:extLst>
          </p:cNvPr>
          <p:cNvCxnSpPr>
            <a:stCxn id="11" idx="1"/>
            <a:endCxn id="22" idx="3"/>
          </p:cNvCxnSpPr>
          <p:nvPr/>
        </p:nvCxnSpPr>
        <p:spPr bwMode="auto">
          <a:xfrm flipH="1" flipV="1">
            <a:off x="2192290" y="5047233"/>
            <a:ext cx="7807420" cy="296066"/>
          </a:xfrm>
          <a:prstGeom prst="straightConnector1">
            <a:avLst/>
          </a:prstGeom>
          <a:solidFill>
            <a:srgbClr val="B8C400"/>
          </a:solidFill>
          <a:ln w="28575" cap="flat" cmpd="sng" algn="ctr">
            <a:solidFill>
              <a:srgbClr val="B8C4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6" name="Grafik 5">
            <a:extLst>
              <a:ext uri="{FF2B5EF4-FFF2-40B4-BE49-F238E27FC236}">
                <a16:creationId xmlns:a16="http://schemas.microsoft.com/office/drawing/2014/main" id="{CF4EB377-DBDF-DEC5-4851-6F2FF76864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2999" y="3543291"/>
            <a:ext cx="1490768" cy="77101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94334593-2C19-3922-5F96-07A3588C5592}"/>
              </a:ext>
            </a:extLst>
          </p:cNvPr>
          <p:cNvSpPr/>
          <p:nvPr/>
        </p:nvSpPr>
        <p:spPr bwMode="auto">
          <a:xfrm>
            <a:off x="2631585" y="5212340"/>
            <a:ext cx="1766054" cy="957104"/>
          </a:xfrm>
          <a:prstGeom prst="rect">
            <a:avLst/>
          </a:prstGeom>
          <a:solidFill>
            <a:srgbClr val="B8C400">
              <a:alpha val="69804"/>
            </a:srgbClr>
          </a:solidFill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de-DE" sz="1600" dirty="0" err="1">
              <a:latin typeface="+mn-lt"/>
            </a:endParaRPr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A41F0652-534E-40CA-D2B1-67BCCB8B3B8E}"/>
              </a:ext>
            </a:extLst>
          </p:cNvPr>
          <p:cNvCxnSpPr>
            <a:stCxn id="8" idx="2"/>
            <a:endCxn id="14" idx="0"/>
          </p:cNvCxnSpPr>
          <p:nvPr/>
        </p:nvCxnSpPr>
        <p:spPr bwMode="auto">
          <a:xfrm flipH="1">
            <a:off x="3514612" y="3068959"/>
            <a:ext cx="1586320" cy="2143381"/>
          </a:xfrm>
          <a:prstGeom prst="straightConnector1">
            <a:avLst/>
          </a:prstGeom>
          <a:solidFill>
            <a:srgbClr val="B8C400"/>
          </a:solidFill>
          <a:ln w="28575" cap="flat" cmpd="sng" algn="ctr">
            <a:solidFill>
              <a:srgbClr val="B8C4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2" name="Grafik 11">
            <a:extLst>
              <a:ext uri="{FF2B5EF4-FFF2-40B4-BE49-F238E27FC236}">
                <a16:creationId xmlns:a16="http://schemas.microsoft.com/office/drawing/2014/main" id="{FD936FB2-0FF0-5C74-8E4A-C16A96F4B6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5220" y="5169225"/>
            <a:ext cx="2182003" cy="112577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008CC66D-BC52-89D0-E9B1-A360800483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9685" y="4943652"/>
            <a:ext cx="2622724" cy="147684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75C042BC-FF27-E5E6-2FB9-2035C5A5D0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62544" y="1693117"/>
            <a:ext cx="1970550" cy="99353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F10A99-F8B1-FAD3-7991-E51C6D596DC9}"/>
              </a:ext>
            </a:extLst>
          </p:cNvPr>
          <p:cNvSpPr txBox="1"/>
          <p:nvPr/>
        </p:nvSpPr>
        <p:spPr>
          <a:xfrm>
            <a:off x="5940057" y="125102"/>
            <a:ext cx="4821909" cy="172354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l"/>
            <a:r>
              <a:rPr lang="de-DE" sz="1600" dirty="0">
                <a:latin typeface="+mn-lt"/>
              </a:rPr>
              <a:t>Halbautomaten / Vollautomaten</a:t>
            </a:r>
          </a:p>
          <a:p>
            <a:pPr algn="l"/>
            <a:r>
              <a:rPr lang="de-DE" sz="1600" dirty="0">
                <a:latin typeface="+mn-lt"/>
              </a:rPr>
              <a:t>KW17 M8E2 Bewertung</a:t>
            </a:r>
          </a:p>
          <a:p>
            <a:pPr algn="l"/>
            <a:r>
              <a:rPr lang="de-DE" sz="1600" dirty="0">
                <a:latin typeface="+mn-lt"/>
              </a:rPr>
              <a:t>KW18 L8B2 / 602 A </a:t>
            </a:r>
            <a:r>
              <a:rPr lang="de-DE" sz="1600" dirty="0" err="1">
                <a:latin typeface="+mn-lt"/>
              </a:rPr>
              <a:t>comp</a:t>
            </a:r>
            <a:r>
              <a:rPr lang="de-DE" sz="1600" dirty="0">
                <a:latin typeface="+mn-lt"/>
              </a:rPr>
              <a:t> ??</a:t>
            </a:r>
          </a:p>
          <a:p>
            <a:pPr algn="l"/>
            <a:r>
              <a:rPr lang="de-DE" sz="1600" dirty="0">
                <a:latin typeface="+mn-lt"/>
              </a:rPr>
              <a:t>KW19 602 A </a:t>
            </a:r>
            <a:r>
              <a:rPr lang="de-DE" sz="1600" dirty="0" err="1">
                <a:latin typeface="+mn-lt"/>
              </a:rPr>
              <a:t>comp</a:t>
            </a:r>
            <a:r>
              <a:rPr lang="de-DE" sz="1600" dirty="0">
                <a:latin typeface="+mn-lt"/>
              </a:rPr>
              <a:t> ?? Und 545 </a:t>
            </a:r>
          </a:p>
          <a:p>
            <a:pPr algn="l"/>
            <a:r>
              <a:rPr lang="de-DE" sz="1600" dirty="0">
                <a:latin typeface="+mn-lt"/>
              </a:rPr>
              <a:t>Tandem nach Kunde oder Mischkopf</a:t>
            </a:r>
          </a:p>
          <a:p>
            <a:pPr algn="l"/>
            <a:r>
              <a:rPr lang="de-DE" sz="1600" dirty="0">
                <a:latin typeface="+mn-lt"/>
              </a:rPr>
              <a:t>KW 20 T105 AUDI? Oder </a:t>
            </a:r>
            <a:r>
              <a:rPr lang="de-DE" sz="1600" dirty="0" err="1">
                <a:latin typeface="+mn-lt"/>
              </a:rPr>
              <a:t>Fondsitz</a:t>
            </a:r>
            <a:endParaRPr lang="de-DE" sz="1600" dirty="0">
              <a:latin typeface="+mn-lt"/>
            </a:endParaRPr>
          </a:p>
          <a:p>
            <a:pPr algn="l"/>
            <a:r>
              <a:rPr lang="de-DE" sz="1600" dirty="0">
                <a:latin typeface="+mn-lt"/>
              </a:rPr>
              <a:t>KW 21 T133 BR223? Oder 545 A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DCB61E5-D2DE-DB9D-E69E-14EA4AB67B95}"/>
              </a:ext>
            </a:extLst>
          </p:cNvPr>
          <p:cNvSpPr/>
          <p:nvPr/>
        </p:nvSpPr>
        <p:spPr bwMode="auto">
          <a:xfrm>
            <a:off x="9912424" y="1514701"/>
            <a:ext cx="1080120" cy="1122211"/>
          </a:xfrm>
          <a:prstGeom prst="roundRect">
            <a:avLst/>
          </a:prstGeom>
          <a:solidFill>
            <a:srgbClr val="B8C400"/>
          </a:solidFill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4093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63452335-4033-57E8-CE58-F1639F39BB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520D1F-A7A6-418C-90EB-3C7F84B97953}" type="slidenum">
              <a:rPr lang="en-US" altLang="x-none" noProof="0" smtClean="0"/>
              <a:pPr/>
              <a:t>5</a:t>
            </a:fld>
            <a:endParaRPr lang="en-US" altLang="x-none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38E642F-F46F-07C6-9943-BDA91D6D3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x-none" noProof="0"/>
              <a:t>Presentation venue | Date | Speaker</a:t>
            </a:r>
            <a:endParaRPr lang="en-US" altLang="x-none" noProof="0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22856DB9-38FC-FB13-96EC-07D4844767D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Disadvantages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Higher number of tool change over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Productivity?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UKL II faster than Marzola </a:t>
            </a:r>
            <a:r>
              <a:rPr lang="en-US" dirty="0">
                <a:sym typeface="Wingdings" panose="05000000000000000000" pitchFamily="2" charset="2"/>
              </a:rPr>
              <a:t> PE to improve</a:t>
            </a:r>
            <a:endParaRPr lang="en-US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02EE9537-0769-1941-93A4-1A163513A2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Advantages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Number of systems reduced from 7 to 4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Reduce energy costs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Fewer systems to maintain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Long transport distances for foam to T172 eliminated (system issue)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Semi-automatic line in Hall 2 is very maintenance-intensive, low output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UKL II must be welded again</a:t>
            </a:r>
          </a:p>
          <a:p>
            <a:endParaRPr lang="de-DE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82A1A8D-50FD-FCF6-0EA4-16689E352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Advantages and </a:t>
            </a:r>
            <a:r>
              <a:rPr lang="de-DE" dirty="0" err="1"/>
              <a:t>Disadvantages</a:t>
            </a:r>
            <a:endParaRPr lang="de-DE" dirty="0"/>
          </a:p>
        </p:txBody>
      </p:sp>
      <p:sp>
        <p:nvSpPr>
          <p:cNvPr id="10" name="Untertitel 9">
            <a:extLst>
              <a:ext uri="{FF2B5EF4-FFF2-40B4-BE49-F238E27FC236}">
                <a16:creationId xmlns:a16="http://schemas.microsoft.com/office/drawing/2014/main" id="{44EDD78F-5DC8-2BF7-7D8C-A535FD672186}"/>
              </a:ext>
            </a:extLst>
          </p:cNvPr>
          <p:cNvSpPr>
            <a:spLocks noGrp="1"/>
          </p:cNvSpPr>
          <p:nvPr>
            <p:ph type="subTitle" idx="12"/>
          </p:nvPr>
        </p:nvSpPr>
        <p:spPr/>
        <p:txBody>
          <a:bodyPr/>
          <a:lstStyle/>
          <a:p>
            <a:r>
              <a:rPr lang="en-US" dirty="0"/>
              <a:t>Plant Gundernhausen – NVH Situation</a:t>
            </a:r>
          </a:p>
        </p:txBody>
      </p:sp>
    </p:spTree>
    <p:extLst>
      <p:ext uri="{BB962C8B-B14F-4D97-AF65-F5344CB8AC3E}">
        <p14:creationId xmlns:p14="http://schemas.microsoft.com/office/powerpoint/2010/main" val="3998505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4704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NFO" val="AUT2001"/>
</p:tagLst>
</file>

<file path=ppt/theme/theme1.xml><?xml version="1.0" encoding="utf-8"?>
<a:theme xmlns:a="http://schemas.openxmlformats.org/drawingml/2006/main" name="Autoneum_Templates_and_Guidelines_for_PowerPoint">
  <a:themeElements>
    <a:clrScheme name="Autoneum_korrekt">
      <a:dk1>
        <a:srgbClr val="000000"/>
      </a:dk1>
      <a:lt1>
        <a:srgbClr val="FFFFFF"/>
      </a:lt1>
      <a:dk2>
        <a:srgbClr val="DAE279"/>
      </a:dk2>
      <a:lt2>
        <a:srgbClr val="DCDCDC"/>
      </a:lt2>
      <a:accent1>
        <a:srgbClr val="B8C400"/>
      </a:accent1>
      <a:accent2>
        <a:srgbClr val="666666"/>
      </a:accent2>
      <a:accent3>
        <a:srgbClr val="69BBFF"/>
      </a:accent3>
      <a:accent4>
        <a:srgbClr val="E86A10"/>
      </a:accent4>
      <a:accent5>
        <a:srgbClr val="DCDCDC"/>
      </a:accent5>
      <a:accent6>
        <a:srgbClr val="F1A670"/>
      </a:accent6>
      <a:hlink>
        <a:srgbClr val="B8C400"/>
      </a:hlink>
      <a:folHlink>
        <a:srgbClr val="69BBFF"/>
      </a:folHlink>
    </a:clrScheme>
    <a:fontScheme name="Autoneum_Templates_and_Guidelines_for_Power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B8C400"/>
        </a:solidFill>
        <a:ln w="12700" cap="flat" cmpd="sng" algn="ctr">
          <a:solidFill>
            <a:srgbClr val="B8C4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+mn-lt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B8C400"/>
        </a:solidFill>
        <a:ln w="12700" cap="flat" cmpd="sng" algn="ctr">
          <a:solidFill>
            <a:srgbClr val="B8C4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x-non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  <a:txDef>
      <a:spPr>
        <a:noFill/>
      </a:spPr>
      <a:bodyPr wrap="square" lIns="0" tIns="0" rIns="0" bIns="0" rtlCol="0" anchor="t" anchorCtr="0">
        <a:spAutoFit/>
      </a:bodyPr>
      <a:lstStyle>
        <a:defPPr algn="l">
          <a:defRPr sz="1600" smtClean="0">
            <a:latin typeface="+mn-lt"/>
          </a:defRPr>
        </a:defPPr>
      </a:lstStyle>
    </a:txDef>
  </a:objectDefaults>
  <a:extraClrSchemeLst>
    <a:extraClrScheme>
      <a:clrScheme name="Autoneum_Templates_and_Guidelines_for_PowerPoint 1">
        <a:dk1>
          <a:srgbClr val="000000"/>
        </a:dk1>
        <a:lt1>
          <a:srgbClr val="FFFFFF"/>
        </a:lt1>
        <a:dk2>
          <a:srgbClr val="DAE279"/>
        </a:dk2>
        <a:lt2>
          <a:srgbClr val="DCDCDC"/>
        </a:lt2>
        <a:accent1>
          <a:srgbClr val="B8C400"/>
        </a:accent1>
        <a:accent2>
          <a:srgbClr val="666666"/>
        </a:accent2>
        <a:accent3>
          <a:srgbClr val="69BBFF"/>
        </a:accent3>
        <a:accent4>
          <a:srgbClr val="E86A10"/>
        </a:accent4>
        <a:accent5>
          <a:srgbClr val="DCDCDC"/>
        </a:accent5>
        <a:accent6>
          <a:srgbClr val="F1A670"/>
        </a:accent6>
        <a:hlink>
          <a:srgbClr val="B8C400"/>
        </a:hlink>
        <a:folHlink>
          <a:srgbClr val="69BB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Autoneum Green 100">
      <a:srgbClr val="B8C400"/>
    </a:custClr>
    <a:custClr name="Autoneum Dark Grey 100">
      <a:srgbClr val="666666"/>
    </a:custClr>
    <a:custClr name="Autoneum Light Blue 100">
      <a:srgbClr val="69BBFF"/>
    </a:custClr>
    <a:custClr name="Autoneum Orange 100">
      <a:srgbClr val="E86A10"/>
    </a:custClr>
    <a:custClr name="Autoneum Light Grey 100">
      <a:srgbClr val="DCDCDC"/>
    </a:custClr>
    <a:custClr>
      <a:srgbClr val="FFFFFF"/>
    </a:custClr>
    <a:custClr>
      <a:srgbClr val="FFFFFF"/>
    </a:custClr>
    <a:custClr>
      <a:srgbClr val="FFFFFF"/>
    </a:custClr>
    <a:custClr>
      <a:srgbClr val="000000"/>
    </a:custClr>
    <a:custClr name="Autoneum Green 75">
      <a:srgbClr val="CAD340"/>
    </a:custClr>
    <a:custClr name="Autoneum Green 60">
      <a:srgbClr val="DAE279"/>
    </a:custClr>
    <a:custClr name="Autoneum Dark Grey 60">
      <a:srgbClr val="AFAFAF"/>
    </a:custClr>
    <a:custClr name="Autoneum Light Blue 60">
      <a:srgbClr val="A5D6FF"/>
    </a:custClr>
    <a:custClr name="Autoneum Orange 60">
      <a:srgbClr val="F1A670"/>
    </a:custClr>
    <a:custClr name="Autoneum Light Grey 60">
      <a:srgbClr val="EAEAEA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Autoneum Green 50">
      <a:srgbClr val="DBE17F"/>
    </a:custClr>
    <a:custClr name="Autoneum Green 30">
      <a:srgbClr val="EAEDB2"/>
    </a:custClr>
    <a:custClr name="Autoneum Dark Grey 30">
      <a:srgbClr val="D7D7D7"/>
    </a:custClr>
    <a:custClr name="Autoneum Light Blue 30">
      <a:srgbClr val="D2EAFF"/>
    </a:custClr>
    <a:custClr name="Autoneum Orange 30">
      <a:srgbClr val="F8D2B7"/>
    </a:custClr>
    <a:custClr name="Autoneum Light Grey 30">
      <a:srgbClr val="F4F4F4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Autoneum Green 25">
      <a:srgbClr val="EDF0BF"/>
    </a:custClr>
  </a:custClrLst>
  <a:extLst>
    <a:ext uri="{05A4C25C-085E-4340-85A3-A5531E510DB2}">
      <thm15:themeFamily xmlns:thm15="http://schemas.microsoft.com/office/thememl/2012/main" name="200629_ATN_Template_16to9.potx" id="{856899A6-51FC-49FF-9BBB-19010E07ED7A}" vid="{A6AD08FD-7603-4BCC-8C66-B1A1E4C76C08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item1.xml><?xml version="1.0" encoding="utf-8"?>
<VariableList UniqueId="cf0b9540-ebd7-4a8b-aead-a6b110f1193b" Name="Computed" ContentType="XML" MajorVersion="0" MinorVersion="1" isLocalCopy="False" IsBaseObject="False" DataSourceId="899b2f45-c966-43a1-af21-ac0df3879a7d" DataSourceMajorVersion="0" DataSourceMinorVersion="1"/>
</file>

<file path=customXml/item2.xml><?xml version="1.0" encoding="utf-8"?>
<VariableList UniqueId="3349e962-bf31-4fc4-bee6-278b03dbc74d" Name="System" ContentType="XML" MajorVersion="0" MinorVersion="1" isLocalCopy="False" IsBaseObject="False" DataSourceId="9e886eb5-a0c3-4810-9651-261c17348a33" DataSourceMajorVersion="0" DataSourceMinorVersion="1"/>
</file>

<file path=customXml/item3.xml><?xml version="1.0" encoding="utf-8"?>
<VariableListDefinition name="AD_HOC" displayName="AD_HOC" id="5e9c32f3-4946-4008-b3cb-5f407b52a711" isdomainofvalue="False" dataSourceId="6d22c828-3e04-4130-af64-717ac0ec7716"/>
</file>

<file path=customXml/item4.xml><?xml version="1.0" encoding="utf-8"?>
<VariableListDefinition name="System" displayName="System" id="3349e962-bf31-4fc4-bee6-278b03dbc74d" isdomainofvalue="False" dataSourceId="9e886eb5-a0c3-4810-9651-261c17348a33"/>
</file>

<file path=customXml/item5.xml><?xml version="1.0" encoding="utf-8"?>
<VariableList UniqueId="5e9c32f3-4946-4008-b3cb-5f407b52a711" Name="AD_HOC" ContentType="XML" MajorVersion="0" MinorVersion="1" isLocalCopy="False" IsBaseObject="False" DataSourceId="6d22c828-3e04-4130-af64-717ac0ec7716" DataSourceMajorVersion="0" DataSourceMinorVersion="1"/>
</file>

<file path=customXml/item6.xml><?xml version="1.0" encoding="utf-8"?>
<VariableListDefinition name="Computed" displayName="Computed" id="cf0b9540-ebd7-4a8b-aead-a6b110f1193b" isdomainofvalue="False" dataSourceId="899b2f45-c966-43a1-af21-ac0df3879a7d"/>
</file>

<file path=customXml/item7.xml><?xml version="1.0" encoding="utf-8"?>
<AllExternalAdhocVariableMappings/>
</file>

<file path=customXml/itemProps1.xml><?xml version="1.0" encoding="utf-8"?>
<ds:datastoreItem xmlns:ds="http://schemas.openxmlformats.org/officeDocument/2006/customXml" ds:itemID="{73950589-3628-43B8-AA6C-143E04396BED}">
  <ds:schemaRefs/>
</ds:datastoreItem>
</file>

<file path=customXml/itemProps2.xml><?xml version="1.0" encoding="utf-8"?>
<ds:datastoreItem xmlns:ds="http://schemas.openxmlformats.org/officeDocument/2006/customXml" ds:itemID="{0E8DB27E-7770-4BD3-97DF-F18AF57BBE8C}">
  <ds:schemaRefs/>
</ds:datastoreItem>
</file>

<file path=customXml/itemProps3.xml><?xml version="1.0" encoding="utf-8"?>
<ds:datastoreItem xmlns:ds="http://schemas.openxmlformats.org/officeDocument/2006/customXml" ds:itemID="{8DB4218E-1DC4-436B-99B3-CE41907D4F54}">
  <ds:schemaRefs/>
</ds:datastoreItem>
</file>

<file path=customXml/itemProps4.xml><?xml version="1.0" encoding="utf-8"?>
<ds:datastoreItem xmlns:ds="http://schemas.openxmlformats.org/officeDocument/2006/customXml" ds:itemID="{BD509AB7-3CB5-45BC-B387-3BFBF577B927}">
  <ds:schemaRefs/>
</ds:datastoreItem>
</file>

<file path=customXml/itemProps5.xml><?xml version="1.0" encoding="utf-8"?>
<ds:datastoreItem xmlns:ds="http://schemas.openxmlformats.org/officeDocument/2006/customXml" ds:itemID="{552E5F77-B6FF-4EBB-8157-4B5C56FB8C1A}">
  <ds:schemaRefs/>
</ds:datastoreItem>
</file>

<file path=customXml/itemProps6.xml><?xml version="1.0" encoding="utf-8"?>
<ds:datastoreItem xmlns:ds="http://schemas.openxmlformats.org/officeDocument/2006/customXml" ds:itemID="{63D05FDD-90E0-4EE5-AE4A-AE4DC2D27D6F}">
  <ds:schemaRefs/>
</ds:datastoreItem>
</file>

<file path=customXml/itemProps7.xml><?xml version="1.0" encoding="utf-8"?>
<ds:datastoreItem xmlns:ds="http://schemas.openxmlformats.org/officeDocument/2006/customXml" ds:itemID="{F45BF84F-3CFB-49B7-BD30-73B4D311A050}">
  <ds:schemaRefs/>
</ds:datastoreItem>
</file>

<file path=docMetadata/LabelInfo.xml><?xml version="1.0" encoding="utf-8"?>
<clbl:labelList xmlns:clbl="http://schemas.microsoft.com/office/2020/mipLabelMetadata">
  <clbl:label id="{e4297c46-ad9d-49b3-98bb-8b0d8ea7eaa9}" enabled="1" method="Standard" siteId="{6c7eb460-cdb7-498a-a2b7-5f23de5f1c2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180</Words>
  <Application>Microsoft Office PowerPoint</Application>
  <PresentationFormat>Widescreen</PresentationFormat>
  <Paragraphs>41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Wingdings</vt:lpstr>
      <vt:lpstr>Autoneum_Templates_and_Guidelines_for_PowerPoint</vt:lpstr>
      <vt:lpstr>Plant Gundernhausen – NVH Situation</vt:lpstr>
      <vt:lpstr>Current OCU (30.03.26 Sonar)</vt:lpstr>
      <vt:lpstr>Target Situation</vt:lpstr>
      <vt:lpstr>Target Situation</vt:lpstr>
      <vt:lpstr>Advantages and Disadvantages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Damir Bektasevic</dc:creator>
  <cp:lastModifiedBy>Jonas Glawion</cp:lastModifiedBy>
  <cp:revision>3</cp:revision>
  <cp:lastPrinted>2018-11-05T08:05:03Z</cp:lastPrinted>
  <dcterms:created xsi:type="dcterms:W3CDTF">2026-03-30T09:52:06Z</dcterms:created>
  <dcterms:modified xsi:type="dcterms:W3CDTF">2026-04-13T09:24:27Z</dcterms:modified>
</cp:coreProperties>
</file>